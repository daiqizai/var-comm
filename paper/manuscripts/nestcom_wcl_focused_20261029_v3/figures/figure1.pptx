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d03eaeaa6e43b9" /><Relationship Type="http://schemas.openxmlformats.org/officeDocument/2006/relationships/extended-properties" Target="/docProps/app.xml" Id="R02f51749009f4a88" /><Relationship Type="http://schemas.openxmlformats.org/officeDocument/2006/relationships/officeDocument" Target="/ppt/presentation.xml" Id="Ra5dea2115d1b46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4fbab3f04146a0"/>
  </p:sldMasterIdLst>
  <p:notesMasterIdLst>
    <p:notesMasterId xmlns:r="http://schemas.openxmlformats.org/officeDocument/2006/relationships" r:id="R933c3eca749144c7"/>
  </p:notesMasterIdLst>
  <p:sldIdLst>
    <p:sldId xmlns:r="http://schemas.openxmlformats.org/officeDocument/2006/relationships" id="256" r:id="Re25e80735e684250"/>
  </p:sldIdLst>
  <p:sldSz cx="6547104" cy="31089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f87af1d487462d" /><Relationship Type="http://schemas.openxmlformats.org/officeDocument/2006/relationships/slideMaster" Target="/ppt/slideMasters/slideMaster1.xml" Id="R524fbab3f04146a0" /><Relationship Type="http://schemas.openxmlformats.org/officeDocument/2006/relationships/notesMaster" Target="/ppt/notesMasters/notesMaster1.xml" Id="R933c3eca749144c7" /><Relationship Type="http://schemas.openxmlformats.org/officeDocument/2006/relationships/presProps" Target="/ppt/presProps.xml" Id="Rb1868913517c4823" /><Relationship Type="http://schemas.openxmlformats.org/officeDocument/2006/relationships/tableStyles" Target="/ppt/tableStyles.xml" Id="Ra70829d1342e48eb" /><Relationship Type="http://schemas.openxmlformats.org/officeDocument/2006/relationships/slide" Target="/ppt/slides/slide1.xml" Id="Re25e80735e6842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ce7cbdc1cd4d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854fc9affb42b3" /><Relationship Type="http://schemas.openxmlformats.org/officeDocument/2006/relationships/notesMaster" Target="/ppt/notesMasters/notesMaster1.xml" Id="R721a270f7d9b47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Fig. 1 — NeST-Com, final editable figure.</a:t>
            </a:r>
          </a:p>
          <a:p xmlns:a="http://schemas.openxmlformats.org/drawingml/2006/main">
            <a:r>
              <a:t>Native shapes and text; only the two bird images are raster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\caption{NeST-Com.</a:t>
            </a:r>
          </a:p>
          <a:p xmlns:a="http://schemas.openxmlformats.org/drawingml/2006/main">
            <a:r>
              <a:t>(a) The transmitter entropy-codes a next-scale token prefix with endpoint $e=(m,K)$ using CDFs from a frozen VAR. The receiver rebuilds the CDFs from decoded coarse-scale tokens $\hat q_{&lt;s}$, and the recovered profile gives $e$ and MCS $a$.</a:t>
            </a:r>
          </a:p>
          <a:p xmlns:a="http://schemas.openxmlformats.org/drawingml/2006/main">
            <a:r>
              <a:t>(b) For a fixed MCS, the terminated stream of length $b(x,e)$, a 13-bit length field, and a 16-bit CRC must fit within the LDPC information length $k_a$. Within-scale endpoints raise mean source-bit utilization $\eta=b(x,e)/(k_a-29)$ from 77.70\% to 95.21\% (500 images, $N=1024$, 10 dB). The rows illustrate per-frame alternatives: WHOLE/PARTIAL segment lengths use the measured means, and next-whole overflow is schematic.</a:t>
            </a:r>
          </a:p>
          <a:p xmlns:a="http://schemas.openxmlformats.org/drawingml/2006/main">
            <a:r>
              <a:t>(c) At the boundary scale, the $K$ received tokens overwrite the VAR predictions, and the merged map $\tilde q_{m+1}$ conditions the finer scales. $H_m$ denotes the VAR state after scale $m$; $C_s$ comprises codebook lookup, resizing, and the scale-dependent residual transform.}</a:t>
            </a:r>
          </a:p>
          <a:p xmlns:a="http://schemas.openxmlformats.org/drawingml/2006/main">
            <a:r>
              <a:t>\label{fig:system}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II.B UTILIZATION</a:t>
            </a:r>
          </a:p>
          <a:p xmlns:a="http://schemas.openxmlformats.org/drawingml/2006/main">
            <a:r>
              <a:t>% Section II-B: replace the utilization equation and its accompanying text.</a:t>
            </a:r>
          </a:p>
          <a:p xmlns:a="http://schemas.openxmlformats.org/drawingml/2006/main">
            <a:r>
              <a:t>% Keep the surrounding method description unchanged.</a:t>
            </a:r>
          </a:p>
          <a:p xmlns:a="http://schemas.openxmlformats.org/drawingml/2006/main">
            <a:r>
              <a:t>% The percentages match Table I: WHOLE 77.70%, PARTIAL 95.21%.</a:t>
            </a:r>
          </a:p>
          <a:p xmlns:a="http://schemas.openxmlformats.org/drawingml/2006/main">
            <a:r>
              <a:t>For MCS $a$, let $k_a$ denote the LDPC body information length and $b(x,e)$ the actual terminated arithmetic-code length for image $x$ and endpoint $e$. Feasibility and source-bit utilization are</a:t>
            </a:r>
          </a:p>
          <a:p xmlns:a="http://schemas.openxmlformats.org/drawingml/2006/main">
            <a:r>
              <a:t>\begin{equation}</a:t>
            </a:r>
          </a:p>
          <a:p xmlns:a="http://schemas.openxmlformats.org/drawingml/2006/main">
            <a:r>
              <a:t> b(x,e)+29\leq k_a,</a:t>
            </a:r>
          </a:p>
          <a:p xmlns:a="http://schemas.openxmlformats.org/drawingml/2006/main">
            <a:r>
              <a:t> \qquad</a:t>
            </a:r>
          </a:p>
          <a:p xmlns:a="http://schemas.openxmlformats.org/drawingml/2006/main">
            <a:r>
              <a:t> \eta(x,e)=\frac{b(x,e)}{k_a-29}.</a:t>
            </a:r>
          </a:p>
          <a:p xmlns:a="http://schemas.openxmlformats.org/drawingml/2006/main">
            <a:r>
              <a:t> \label{eq:fit}</a:t>
            </a:r>
          </a:p>
          <a:p xmlns:a="http://schemas.openxmlformats.org/drawingml/2006/main">
            <a:r>
              <a:t>\end{equation}</a:t>
            </a:r>
          </a:p>
          <a:p xmlns:a="http://schemas.openxmlformats.org/drawingml/2006/main">
            <a:r>
              <a:t>The 29 bits comprise a 13-bit length field and a 16-bit CRC, leaving $k_a-29$ bits for the arithmetic stream. Zero padding fills the remaining $k_a-29-b(x,e)$ bits of the information block.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Reported utilization is the mean of $\eta(x,e)$ over the 500 source images. At $N=1024$ and 10 dB, $k_a=2549$ provides 2520 bits of source capacity; WHOLE and PARTIAL achieve mean utilizations of 77.70\% and 95.21\%, respectively (Table~\ref{tab:within-scale}). Fig.~\ref{fig:system}(b) illustrates alternative per-frame endpoints: WHOLE/PARTIAL source and padding segments are scaled to these measured means, while the next-whole row illustrates overflow.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table_i.csv, N=1024, SNR=10 dB, common500. Mean source-bit utilization: Whole=0.7770373015873016; Partial=0.9520801587301587; source capacity=2520; LDPC information length=2549; overhead=13+16 bits.</a:t>
            </a:r>
          </a:p>
          <a:p xmlns:a="http://schemas.openxmlformats.org/drawingml/2006/main">
            <a:r>
              <a:t>Source: accepted Fig1_NeST_Com_measured_v25, with the capacity bracket explicitly labelled k_a.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045c4e40540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e66e897544e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28e26287640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e9741a13944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2f26b1a1447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8eb8696a649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3826C9-FDD2-43D9-85CD-89B467A39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710" y="1305379"/>
            <a:ext cx="5237683" cy="499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A353F2-6A7D-44ED-9465-DED4FD19AB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82066" y="1900479"/>
            <a:ext cx="4582973" cy="38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4F7A72-0A64-4604-B525-20D620E2D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710" y="1439757"/>
            <a:ext cx="5237683" cy="575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BE7439-1C20-4447-9925-57DCED75F1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275" y="268755"/>
            <a:ext cx="5810555" cy="42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DBED81-565F-413F-9845-251FD8973E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275" y="959838"/>
            <a:ext cx="5810555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E68968-5C5D-41CF-A8D0-2EBA96A567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275" y="268755"/>
            <a:ext cx="5810555" cy="42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B50231-915E-498A-982D-F26A0425A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275" y="959838"/>
            <a:ext cx="2700680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14C342-FE2A-4F77-B92B-C74204994A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78149" y="959838"/>
            <a:ext cx="2700680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4C768E-77C1-4B89-854D-C6A759E06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275" y="268755"/>
            <a:ext cx="5810555" cy="42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30D091-3D41-4776-95F1-7C170F2E60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275" y="959838"/>
            <a:ext cx="2700680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440f616b824274" /><Relationship Type="http://schemas.openxmlformats.org/officeDocument/2006/relationships/slideLayout" Target="/ppt/slideLayouts/slideLayout1.xml" Id="R53ee9ff634914f83" /><Relationship Type="http://schemas.openxmlformats.org/officeDocument/2006/relationships/slideLayout" Target="/ppt/slideLayouts/slideLayout2.xml" Id="R549f270ab7814860" /><Relationship Type="http://schemas.openxmlformats.org/officeDocument/2006/relationships/slideLayout" Target="/ppt/slideLayouts/slideLayout3.xml" Id="R9fc97b3f99ec472f" /><Relationship Type="http://schemas.openxmlformats.org/officeDocument/2006/relationships/slideLayout" Target="/ppt/slideLayouts/slideLayout4.xml" Id="R2409a9d3a3fc4233" /><Relationship Type="http://schemas.openxmlformats.org/officeDocument/2006/relationships/slideLayout" Target="/ppt/slideLayouts/slideLayout5.xml" Id="R3e5967fa258c4a43" /><Relationship Type="http://schemas.openxmlformats.org/officeDocument/2006/relationships/slideLayout" Target="/ppt/slideLayouts/slideLayout6.xml" Id="R58022630062c41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ee9ff634914f83"/>
    <p:sldLayoutId xmlns:r="http://schemas.openxmlformats.org/officeDocument/2006/relationships" id="2147483650" r:id="R549f270ab7814860"/>
    <p:sldLayoutId xmlns:r="http://schemas.openxmlformats.org/officeDocument/2006/relationships" id="2147483651" r:id="R9fc97b3f99ec472f"/>
    <p:sldLayoutId xmlns:r="http://schemas.openxmlformats.org/officeDocument/2006/relationships" id="2147483652" r:id="R2409a9d3a3fc4233"/>
    <p:sldLayoutId xmlns:r="http://schemas.openxmlformats.org/officeDocument/2006/relationships" id="2147483653" r:id="R3e5967fa258c4a43"/>
    <p:sldLayoutId xmlns:r="http://schemas.openxmlformats.org/officeDocument/2006/relationships" id="2147483654" r:id="R58022630062c41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4aa7ecdc643e1" /><Relationship Type="http://schemas.openxmlformats.org/officeDocument/2006/relationships/image" Target="/ppt/media/image.png" Id="R99b004b6300d4b7c" /><Relationship Type="http://schemas.openxmlformats.org/officeDocument/2006/relationships/image" Target="/ppt/media/image2.png" Id="Re06a147ea6c643e2" /><Relationship Type="http://schemas.openxmlformats.org/officeDocument/2006/relationships/notesSlide" Target="/ppt/notesSlides/notesSlide1.xml" Id="Rc37f8f701a5141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0" name="A__0003__rect">
            <a:extLst xmlns:a="http://schemas.openxmlformats.org/drawingml/2006/main">
              <a:ext uri="{FF2B5EF4-FFF2-40B4-BE49-F238E27FC236}">
                <a16:creationId xmlns:a16="http://schemas.microsoft.com/office/drawing/2014/main" id="{CA77775C-71F4-4B0A-84E2-4F93B623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8" y="354726"/>
            <a:ext cx="2604326" cy="1221387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092">
            <a:solidFill>
              <a:srgbClr val="BCD0E0"/>
            </a:solidFill>
            <a:prstDash val="solid"/>
          </a:ln>
        </p:spPr>
      </p:sp>
      <p:sp>
        <p:nvSpPr>
          <p:cNvPr id="2" name="A__0004__rect">
            <a:extLst xmlns:a="http://schemas.openxmlformats.org/drawingml/2006/main">
              <a:ext uri="{FF2B5EF4-FFF2-40B4-BE49-F238E27FC236}">
                <a16:creationId xmlns:a16="http://schemas.microsoft.com/office/drawing/2014/main" id="{55EF8C4E-C991-4D08-9D51-7F41EB8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148" y="354726"/>
            <a:ext cx="1062133" cy="1221387"/>
          </a:xfrm>
          <a:prstGeom xmlns:a="http://schemas.openxmlformats.org/drawingml/2006/main" prst="roundRect">
            <a:avLst>
              <a:gd name="adj" fmla="val 2397"/>
            </a:avLst>
          </a:prstGeom>
          <a:solidFill xmlns:a="http://schemas.openxmlformats.org/drawingml/2006/main">
            <a:srgbClr val="FBFBFC"/>
          </a:solidFill>
          <a:ln xmlns:a="http://schemas.openxmlformats.org/drawingml/2006/main" w="5092">
            <a:solidFill>
              <a:srgbClr val="D5D8DF"/>
            </a:solidFill>
            <a:prstDash val="solid"/>
          </a:ln>
        </p:spPr>
      </p:sp>
      <p:sp>
        <p:nvSpPr>
          <p:cNvPr id="3" name="A__0005__rect">
            <a:extLst xmlns:a="http://schemas.openxmlformats.org/drawingml/2006/main">
              <a:ext uri="{FF2B5EF4-FFF2-40B4-BE49-F238E27FC236}">
                <a16:creationId xmlns:a16="http://schemas.microsoft.com/office/drawing/2014/main" id="{E74EEEC2-6263-493E-9B0E-DA12FE66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905" y="354726"/>
            <a:ext cx="2677001" cy="1221387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5092">
            <a:solidFill>
              <a:srgbClr val="C5D3DF"/>
            </a:solidFill>
            <a:prstDash val="solid"/>
          </a:ln>
        </p:spPr>
      </p:sp>
      <p:sp>
        <p:nvSpPr>
          <p:cNvPr id="4" name="B__0981__rect">
            <a:extLst xmlns:a="http://schemas.openxmlformats.org/drawingml/2006/main">
              <a:ext uri="{FF2B5EF4-FFF2-40B4-BE49-F238E27FC236}">
                <a16:creationId xmlns:a16="http://schemas.microsoft.com/office/drawing/2014/main" id="{85293B24-B07B-467A-9752-992325C4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8" y="1666346"/>
            <a:ext cx="2611565" cy="1249256"/>
          </a:xfrm>
          <a:prstGeom xmlns:a="http://schemas.openxmlformats.org/drawingml/2006/main" prst="roundRect">
            <a:avLst>
              <a:gd name="adj" fmla="val 1795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5456">
            <a:solidFill>
              <a:srgbClr val="B8CEE0"/>
            </a:solidFill>
            <a:prstDash val="solid"/>
          </a:ln>
        </p:spPr>
      </p:sp>
      <p:sp>
        <p:nvSpPr>
          <p:cNvPr id="5" name="C__1149__rect">
            <a:extLst xmlns:a="http://schemas.openxmlformats.org/drawingml/2006/main">
              <a:ext uri="{FF2B5EF4-FFF2-40B4-BE49-F238E27FC236}">
                <a16:creationId xmlns:a16="http://schemas.microsoft.com/office/drawing/2014/main" id="{501D242D-C031-4E58-9866-87B9EE3D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72" y="1666346"/>
            <a:ext cx="3739134" cy="1249256"/>
          </a:xfrm>
          <a:prstGeom xmlns:a="http://schemas.openxmlformats.org/drawingml/2006/main" prst="roundRect">
            <a:avLst>
              <a:gd name="adj" fmla="val 179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5456">
            <a:solidFill>
              <a:srgbClr val="D7CDBB"/>
            </a:solidFill>
            <a:prstDash val="solid"/>
          </a:ln>
        </p:spPr>
      </p:sp>
      <p:sp>
        <p:nvSpPr>
          <p:cNvPr id="6" name="B__0982__rect">
            <a:extLst xmlns:a="http://schemas.openxmlformats.org/drawingml/2006/main">
              <a:ext uri="{FF2B5EF4-FFF2-40B4-BE49-F238E27FC236}">
                <a16:creationId xmlns:a16="http://schemas.microsoft.com/office/drawing/2014/main" id="{C2EAE1D2-B85D-4D0E-ABB4-8E4D55D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8" y="1666346"/>
            <a:ext cx="2611565" cy="151481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4001">
            <a:solidFill>
              <a:srgbClr val="B8CEE0"/>
            </a:solidFill>
            <a:prstDash val="solid"/>
          </a:ln>
        </p:spPr>
      </p:sp>
      <p:sp>
        <p:nvSpPr>
          <p:cNvPr id="7" name="B__1113__rect">
            <a:extLst xmlns:a="http://schemas.openxmlformats.org/drawingml/2006/main">
              <a:ext uri="{FF2B5EF4-FFF2-40B4-BE49-F238E27FC236}">
                <a16:creationId xmlns:a16="http://schemas.microsoft.com/office/drawing/2014/main" id="{5276794B-0767-4411-93E7-A2B8FF8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" y="2508242"/>
            <a:ext cx="2516981" cy="166945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9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__1150__rect">
            <a:extLst xmlns:a="http://schemas.openxmlformats.org/drawingml/2006/main">
              <a:ext uri="{FF2B5EF4-FFF2-40B4-BE49-F238E27FC236}">
                <a16:creationId xmlns:a16="http://schemas.microsoft.com/office/drawing/2014/main" id="{9F8F3E5F-2B07-461B-84FF-B8136428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72" y="1666346"/>
            <a:ext cx="3739134" cy="151481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4001">
            <a:solidFill>
              <a:srgbClr val="D7CDBB"/>
            </a:solidFill>
            <a:prstDash val="solid"/>
          </a:ln>
        </p:spPr>
      </p:sp>
      <p:sp>
        <p:nvSpPr>
          <p:cNvPr id="17" name="A__0028__line">
            <a:extLst xmlns:a="http://schemas.openxmlformats.org/drawingml/2006/main">
              <a:ext uri="{FF2B5EF4-FFF2-40B4-BE49-F238E27FC236}">
                <a16:creationId xmlns:a16="http://schemas.microsoft.com/office/drawing/2014/main" id="{0360EDC9-66AF-433D-B9D0-5483D15D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3" y="963755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8" name="A__0032__line">
            <a:extLst xmlns:a="http://schemas.openxmlformats.org/drawingml/2006/main">
              <a:ext uri="{FF2B5EF4-FFF2-40B4-BE49-F238E27FC236}">
                <a16:creationId xmlns:a16="http://schemas.microsoft.com/office/drawing/2014/main" id="{273BF293-262E-45E8-8650-355BB86A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824" y="963755"/>
            <a:ext cx="69152" cy="0"/>
          </a:xfrm>
          <a:custGeom xmlns:a="http://schemas.openxmlformats.org/drawingml/2006/main">
            <a:pathLst>
              <a:path w="69108" h="4">
                <a:moveTo>
                  <a:pt x="0" y="0"/>
                </a:moveTo>
                <a:lnTo>
                  <a:pt x="691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9" name="A__0034__line">
            <a:extLst xmlns:a="http://schemas.openxmlformats.org/drawingml/2006/main">
              <a:ext uri="{FF2B5EF4-FFF2-40B4-BE49-F238E27FC236}">
                <a16:creationId xmlns:a16="http://schemas.microsoft.com/office/drawing/2014/main" id="{2F34CDC5-2287-42EF-A192-B8104920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782" y="973745"/>
            <a:ext cx="0" cy="180693"/>
          </a:xfrm>
          <a:custGeom xmlns:a="http://schemas.openxmlformats.org/drawingml/2006/main">
            <a:pathLst>
              <a:path w="4" h="196413">
                <a:moveTo>
                  <a:pt x="0" y="0"/>
                </a:moveTo>
                <a:lnTo>
                  <a:pt x="0" y="196413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20" name="A__0041__line">
            <a:extLst xmlns:a="http://schemas.openxmlformats.org/drawingml/2006/main">
              <a:ext uri="{FF2B5EF4-FFF2-40B4-BE49-F238E27FC236}">
                <a16:creationId xmlns:a16="http://schemas.microsoft.com/office/drawing/2014/main" id="{35267CE7-26E2-4115-8A5F-5E118FE3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50" y="973745"/>
            <a:ext cx="0" cy="103754"/>
          </a:xfrm>
          <a:custGeom xmlns:a="http://schemas.openxmlformats.org/drawingml/2006/main">
            <a:pathLst>
              <a:path w="4" h="112756">
                <a:moveTo>
                  <a:pt x="0" y="0"/>
                </a:moveTo>
                <a:lnTo>
                  <a:pt x="0" y="112756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21" name="A__0042__line">
            <a:extLst xmlns:a="http://schemas.openxmlformats.org/drawingml/2006/main">
              <a:ext uri="{FF2B5EF4-FFF2-40B4-BE49-F238E27FC236}">
                <a16:creationId xmlns:a16="http://schemas.microsoft.com/office/drawing/2014/main" id="{FAE6618A-62AE-4B82-9804-35E2215A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98" y="1077498"/>
            <a:ext cx="69152" cy="0"/>
          </a:xfrm>
          <a:custGeom xmlns:a="http://schemas.openxmlformats.org/drawingml/2006/main">
            <a:pathLst>
              <a:path w="69108" h="4">
                <a:moveTo>
                  <a:pt x="6910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22" name="A__0255__line">
            <a:extLst xmlns:a="http://schemas.openxmlformats.org/drawingml/2006/main">
              <a:ext uri="{FF2B5EF4-FFF2-40B4-BE49-F238E27FC236}">
                <a16:creationId xmlns:a16="http://schemas.microsoft.com/office/drawing/2014/main" id="{2F0970A9-7F1D-4C39-BF85-EA5996C7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" y="592291"/>
            <a:ext cx="0" cy="227575"/>
          </a:xfrm>
          <a:custGeom xmlns:a="http://schemas.openxmlformats.org/drawingml/2006/main">
            <a:pathLst>
              <a:path w="4" h="247335">
                <a:moveTo>
                  <a:pt x="0" y="2473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23" name="A__0260__line">
            <a:extLst xmlns:a="http://schemas.openxmlformats.org/drawingml/2006/main">
              <a:ext uri="{FF2B5EF4-FFF2-40B4-BE49-F238E27FC236}">
                <a16:creationId xmlns:a16="http://schemas.microsoft.com/office/drawing/2014/main" id="{60A8EDEF-57B9-46C6-A893-33AEE77A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582" y="963755"/>
            <a:ext cx="32766" cy="0"/>
          </a:xfrm>
          <a:custGeom xmlns:a="http://schemas.openxmlformats.org/drawingml/2006/main">
            <a:pathLst>
              <a:path w="32736" h="4">
                <a:moveTo>
                  <a:pt x="0" y="0"/>
                </a:moveTo>
                <a:lnTo>
                  <a:pt x="32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35F8C"/>
            </a:solidFill>
            <a:prstDash val="solid"/>
          </a:ln>
        </p:spPr>
      </p:sp>
      <p:sp>
        <p:nvSpPr>
          <p:cNvPr id="24" name="A__0266__line">
            <a:extLst xmlns:a="http://schemas.openxmlformats.org/drawingml/2006/main">
              <a:ext uri="{FF2B5EF4-FFF2-40B4-BE49-F238E27FC236}">
                <a16:creationId xmlns:a16="http://schemas.microsoft.com/office/drawing/2014/main" id="{09D077DA-AFAB-44FC-AA4A-D3ED08F8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396" y="963755"/>
            <a:ext cx="32766" cy="0"/>
          </a:xfrm>
          <a:custGeom xmlns:a="http://schemas.openxmlformats.org/drawingml/2006/main">
            <a:pathLst>
              <a:path w="32736" h="4">
                <a:moveTo>
                  <a:pt x="0" y="0"/>
                </a:moveTo>
                <a:lnTo>
                  <a:pt x="32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25" name="A__0272__line">
            <a:extLst xmlns:a="http://schemas.openxmlformats.org/drawingml/2006/main">
              <a:ext uri="{FF2B5EF4-FFF2-40B4-BE49-F238E27FC236}">
                <a16:creationId xmlns:a16="http://schemas.microsoft.com/office/drawing/2014/main" id="{5F72D937-8007-48FB-A851-9DB942B6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506" y="963755"/>
            <a:ext cx="32766" cy="0"/>
          </a:xfrm>
          <a:custGeom xmlns:a="http://schemas.openxmlformats.org/drawingml/2006/main">
            <a:pathLst>
              <a:path w="32736" h="4">
                <a:moveTo>
                  <a:pt x="0" y="0"/>
                </a:moveTo>
                <a:lnTo>
                  <a:pt x="32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27" name="A__0301__line">
            <a:extLst xmlns:a="http://schemas.openxmlformats.org/drawingml/2006/main">
              <a:ext uri="{FF2B5EF4-FFF2-40B4-BE49-F238E27FC236}">
                <a16:creationId xmlns:a16="http://schemas.microsoft.com/office/drawing/2014/main" id="{96DF4082-8DC2-47E2-91B2-B33A37EC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746" y="963755"/>
            <a:ext cx="54578" cy="0"/>
          </a:xfrm>
          <a:custGeom xmlns:a="http://schemas.openxmlformats.org/drawingml/2006/main">
            <a:pathLst>
              <a:path w="54559" h="4">
                <a:moveTo>
                  <a:pt x="0" y="0"/>
                </a:moveTo>
                <a:lnTo>
                  <a:pt x="545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35F8C"/>
            </a:solidFill>
            <a:prstDash val="solid"/>
          </a:ln>
        </p:spPr>
      </p:sp>
      <p:sp>
        <p:nvSpPr>
          <p:cNvPr id="28" name="A__0920__line">
            <a:extLst xmlns:a="http://schemas.openxmlformats.org/drawingml/2006/main">
              <a:ext uri="{FF2B5EF4-FFF2-40B4-BE49-F238E27FC236}">
                <a16:creationId xmlns:a16="http://schemas.microsoft.com/office/drawing/2014/main" id="{4D0BE5C3-9203-46C4-828B-CEC8A7BB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717" y="592291"/>
            <a:ext cx="0" cy="307231"/>
          </a:xfrm>
          <a:custGeom xmlns:a="http://schemas.openxmlformats.org/drawingml/2006/main">
            <a:pathLst>
              <a:path w="4" h="333902">
                <a:moveTo>
                  <a:pt x="0" y="3339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29" name="A__0931__line">
            <a:extLst xmlns:a="http://schemas.openxmlformats.org/drawingml/2006/main">
              <a:ext uri="{FF2B5EF4-FFF2-40B4-BE49-F238E27FC236}">
                <a16:creationId xmlns:a16="http://schemas.microsoft.com/office/drawing/2014/main" id="{B00D85BF-E59F-40F2-9BFC-504E033F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920" y="963755"/>
            <a:ext cx="36386" cy="0"/>
          </a:xfrm>
          <a:custGeom xmlns:a="http://schemas.openxmlformats.org/drawingml/2006/main">
            <a:pathLst>
              <a:path w="36373" h="4">
                <a:moveTo>
                  <a:pt x="0" y="0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30" name="A__0958__line">
            <a:extLst xmlns:a="http://schemas.openxmlformats.org/drawingml/2006/main">
              <a:ext uri="{FF2B5EF4-FFF2-40B4-BE49-F238E27FC236}">
                <a16:creationId xmlns:a16="http://schemas.microsoft.com/office/drawing/2014/main" id="{4B48F41D-E8CA-4BD8-92F8-7B352BEC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367" y="963755"/>
            <a:ext cx="14573" cy="0"/>
          </a:xfrm>
          <a:custGeom xmlns:a="http://schemas.openxmlformats.org/drawingml/2006/main">
            <a:pathLst>
              <a:path w="14549" h="4">
                <a:moveTo>
                  <a:pt x="0" y="0"/>
                </a:moveTo>
                <a:lnTo>
                  <a:pt x="145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31" name="A__0961__line">
            <a:extLst xmlns:a="http://schemas.openxmlformats.org/drawingml/2006/main">
              <a:ext uri="{FF2B5EF4-FFF2-40B4-BE49-F238E27FC236}">
                <a16:creationId xmlns:a16="http://schemas.microsoft.com/office/drawing/2014/main" id="{9B331C41-5ADF-4A34-BD1C-32EEC398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62" y="963755"/>
            <a:ext cx="29051" cy="0"/>
          </a:xfrm>
          <a:custGeom xmlns:a="http://schemas.openxmlformats.org/drawingml/2006/main">
            <a:pathLst>
              <a:path w="29098" h="4">
                <a:moveTo>
                  <a:pt x="0" y="0"/>
                </a:moveTo>
                <a:lnTo>
                  <a:pt x="290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32" name="B__1100__line">
            <a:extLst xmlns:a="http://schemas.openxmlformats.org/drawingml/2006/main">
              <a:ext uri="{FF2B5EF4-FFF2-40B4-BE49-F238E27FC236}">
                <a16:creationId xmlns:a16="http://schemas.microsoft.com/office/drawing/2014/main" id="{1E8D1B06-4DBC-4BD8-AF22-81CC9C13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82" y="2006389"/>
            <a:ext cx="21812" cy="0"/>
          </a:xfrm>
          <a:custGeom xmlns:a="http://schemas.openxmlformats.org/drawingml/2006/main">
            <a:pathLst>
              <a:path w="21824" h="4">
                <a:moveTo>
                  <a:pt x="0" y="0"/>
                </a:moveTo>
                <a:lnTo>
                  <a:pt x="21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235F8C"/>
            </a:solidFill>
            <a:prstDash val="solid"/>
          </a:ln>
        </p:spPr>
      </p:sp>
      <p:sp>
        <p:nvSpPr>
          <p:cNvPr id="33" name="B__1101__line">
            <a:extLst xmlns:a="http://schemas.openxmlformats.org/drawingml/2006/main">
              <a:ext uri="{FF2B5EF4-FFF2-40B4-BE49-F238E27FC236}">
                <a16:creationId xmlns:a16="http://schemas.microsoft.com/office/drawing/2014/main" id="{F1D1623D-BFEB-475B-9E2D-7C274BA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79" y="2006389"/>
            <a:ext cx="21812" cy="0"/>
          </a:xfrm>
          <a:custGeom xmlns:a="http://schemas.openxmlformats.org/drawingml/2006/main">
            <a:pathLst>
              <a:path w="21824" h="4">
                <a:moveTo>
                  <a:pt x="0" y="0"/>
                </a:moveTo>
                <a:lnTo>
                  <a:pt x="21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235F8C"/>
            </a:solidFill>
            <a:prstDash val="solid"/>
          </a:ln>
        </p:spPr>
      </p:sp>
      <p:sp>
        <p:nvSpPr>
          <p:cNvPr id="34" name="B__1102__line">
            <a:extLst xmlns:a="http://schemas.openxmlformats.org/drawingml/2006/main">
              <a:ext uri="{FF2B5EF4-FFF2-40B4-BE49-F238E27FC236}">
                <a16:creationId xmlns:a16="http://schemas.microsoft.com/office/drawing/2014/main" id="{A4A48178-D466-461E-886B-4A2E98F7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" y="2006389"/>
            <a:ext cx="18193" cy="0"/>
          </a:xfrm>
          <a:custGeom xmlns:a="http://schemas.openxmlformats.org/drawingml/2006/main">
            <a:pathLst>
              <a:path w="18186" h="4">
                <a:moveTo>
                  <a:pt x="0" y="0"/>
                </a:moveTo>
                <a:lnTo>
                  <a:pt x="181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235F8C"/>
            </a:solidFill>
            <a:prstDash val="solid"/>
          </a:ln>
        </p:spPr>
      </p:sp>
      <p:sp>
        <p:nvSpPr>
          <p:cNvPr id="36" name="B__1110__line">
            <a:extLst xmlns:a="http://schemas.openxmlformats.org/drawingml/2006/main">
              <a:ext uri="{FF2B5EF4-FFF2-40B4-BE49-F238E27FC236}">
                <a16:creationId xmlns:a16="http://schemas.microsoft.com/office/drawing/2014/main" id="{0DFC550A-2EDA-4288-A680-D85C8CE9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230055"/>
            <a:ext cx="1527620" cy="0"/>
          </a:xfrm>
          <a:custGeom xmlns:a="http://schemas.openxmlformats.org/drawingml/2006/main">
            <a:pathLst>
              <a:path w="1527658" h="4">
                <a:moveTo>
                  <a:pt x="0" y="0"/>
                </a:moveTo>
                <a:lnTo>
                  <a:pt x="1527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47">
            <a:solidFill>
              <a:srgbClr val="8AA5BA"/>
            </a:solidFill>
            <a:prstDash val="solid"/>
          </a:ln>
        </p:spPr>
      </p:sp>
      <p:sp>
        <p:nvSpPr>
          <p:cNvPr id="37" name="B__1111__line">
            <a:extLst xmlns:a="http://schemas.openxmlformats.org/drawingml/2006/main">
              <a:ext uri="{FF2B5EF4-FFF2-40B4-BE49-F238E27FC236}">
                <a16:creationId xmlns:a16="http://schemas.microsoft.com/office/drawing/2014/main" id="{155EBE09-94A5-48A7-BF46-213A2CC1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230055"/>
            <a:ext cx="0" cy="18540"/>
          </a:xfrm>
          <a:custGeom xmlns:a="http://schemas.openxmlformats.org/drawingml/2006/main">
            <a:pathLst>
              <a:path w="4" h="21824">
                <a:moveTo>
                  <a:pt x="0" y="0"/>
                </a:moveTo>
                <a:lnTo>
                  <a:pt x="0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4547">
            <a:solidFill>
              <a:srgbClr val="8AA5BA"/>
            </a:solidFill>
            <a:prstDash val="solid"/>
          </a:ln>
        </p:spPr>
      </p:sp>
      <p:sp>
        <p:nvSpPr>
          <p:cNvPr id="38" name="B__1112__line">
            <a:extLst xmlns:a="http://schemas.openxmlformats.org/drawingml/2006/main">
              <a:ext uri="{FF2B5EF4-FFF2-40B4-BE49-F238E27FC236}">
                <a16:creationId xmlns:a16="http://schemas.microsoft.com/office/drawing/2014/main" id="{FC34DBD2-5846-41AB-A6C1-E626895D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722" y="2230055"/>
            <a:ext cx="0" cy="18540"/>
          </a:xfrm>
          <a:custGeom xmlns:a="http://schemas.openxmlformats.org/drawingml/2006/main">
            <a:pathLst>
              <a:path w="4" h="21824">
                <a:moveTo>
                  <a:pt x="0" y="0"/>
                </a:moveTo>
                <a:lnTo>
                  <a:pt x="0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4547">
            <a:solidFill>
              <a:srgbClr val="8AA5BA"/>
            </a:solidFill>
            <a:prstDash val="solid"/>
          </a:ln>
        </p:spPr>
      </p:sp>
      <p:sp>
        <p:nvSpPr>
          <p:cNvPr id="39" name="B__1130__rect">
            <a:extLst xmlns:a="http://schemas.openxmlformats.org/drawingml/2006/main">
              <a:ext uri="{FF2B5EF4-FFF2-40B4-BE49-F238E27FC236}">
                <a16:creationId xmlns:a16="http://schemas.microsoft.com/office/drawing/2014/main" id="{22D7DA02-3FA4-4517-964A-8ED42C7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403153"/>
            <a:ext cx="1618583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__1131__rect">
            <a:extLst xmlns:a="http://schemas.openxmlformats.org/drawingml/2006/main">
              <a:ext uri="{FF2B5EF4-FFF2-40B4-BE49-F238E27FC236}">
                <a16:creationId xmlns:a16="http://schemas.microsoft.com/office/drawing/2014/main" id="{15272053-0401-4660-B163-0D7BF199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01" y="2403153"/>
            <a:ext cx="80010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__0030__rect">
            <a:extLst xmlns:a="http://schemas.openxmlformats.org/drawingml/2006/main">
              <a:ext uri="{FF2B5EF4-FFF2-40B4-BE49-F238E27FC236}">
                <a16:creationId xmlns:a16="http://schemas.microsoft.com/office/drawing/2014/main" id="{D337D979-AC20-4199-97CB-B66646A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890146"/>
            <a:ext cx="210979" cy="147218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4728">
            <a:solidFill>
              <a:srgbClr val="95A9B8"/>
            </a:solidFill>
            <a:prstDash val="solid"/>
          </a:ln>
        </p:spPr>
      </p:sp>
      <p:sp>
        <p:nvSpPr>
          <p:cNvPr id="46" name="A__0036__rect">
            <a:extLst xmlns:a="http://schemas.openxmlformats.org/drawingml/2006/main">
              <a:ext uri="{FF2B5EF4-FFF2-40B4-BE49-F238E27FC236}">
                <a16:creationId xmlns:a16="http://schemas.microsoft.com/office/drawing/2014/main" id="{A271317F-D450-4346-9AC6-C7003C9A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20" y="1090906"/>
            <a:ext cx="178213" cy="127151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3637">
            <a:solidFill>
              <a:srgbClr val="A8B8C4"/>
            </a:solidFill>
            <a:prstDash val="solid"/>
          </a:ln>
        </p:spPr>
      </p:sp>
      <p:sp>
        <p:nvSpPr>
          <p:cNvPr id="58" name="A__0264__rect">
            <a:extLst xmlns:a="http://schemas.openxmlformats.org/drawingml/2006/main">
              <a:ext uri="{FF2B5EF4-FFF2-40B4-BE49-F238E27FC236}">
                <a16:creationId xmlns:a16="http://schemas.microsoft.com/office/drawing/2014/main" id="{9C7C1F38-1E20-41E8-A531-02F3F11A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21" y="836604"/>
            <a:ext cx="443770" cy="254302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FF1F5"/>
          </a:solidFill>
          <a:ln xmlns:a="http://schemas.openxmlformats.org/drawingml/2006/main" w="4547">
            <a:solidFill>
              <a:srgbClr val="A5ADBA"/>
            </a:solidFill>
            <a:prstDash val="solid"/>
          </a:ln>
        </p:spPr>
      </p:sp>
      <p:sp>
        <p:nvSpPr>
          <p:cNvPr id="59" name="A__0273__rect">
            <a:extLst xmlns:a="http://schemas.openxmlformats.org/drawingml/2006/main">
              <a:ext uri="{FF2B5EF4-FFF2-40B4-BE49-F238E27FC236}">
                <a16:creationId xmlns:a16="http://schemas.microsoft.com/office/drawing/2014/main" id="{B588FAEA-8C9E-40DD-89E6-C1EFE383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177" y="836604"/>
            <a:ext cx="443770" cy="254302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FF1F5"/>
          </a:solidFill>
          <a:ln xmlns:a="http://schemas.openxmlformats.org/drawingml/2006/main" w="4547">
            <a:solidFill>
              <a:srgbClr val="A5ADBA"/>
            </a:solidFill>
            <a:prstDash val="solid"/>
          </a:ln>
        </p:spPr>
      </p:sp>
      <p:sp>
        <p:nvSpPr>
          <p:cNvPr id="60" name="A__0276__rect">
            <a:extLst xmlns:a="http://schemas.openxmlformats.org/drawingml/2006/main">
              <a:ext uri="{FF2B5EF4-FFF2-40B4-BE49-F238E27FC236}">
                <a16:creationId xmlns:a16="http://schemas.microsoft.com/office/drawing/2014/main" id="{AD81EA17-CB2C-4D0A-BC50-00017B98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204" y="1301744"/>
            <a:ext cx="920210" cy="83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C"/>
          </a:solidFill>
          <a:ln xmlns:a="http://schemas.openxmlformats.org/drawingml/2006/main" w="3637">
            <a:solidFill>
              <a:srgbClr val="879BB1"/>
            </a:solidFill>
            <a:prstDash val="solid"/>
          </a:ln>
        </p:spPr>
      </p:sp>
      <p:sp>
        <p:nvSpPr>
          <p:cNvPr id="61" name="A__0277__rect">
            <a:extLst xmlns:a="http://schemas.openxmlformats.org/drawingml/2006/main">
              <a:ext uri="{FF2B5EF4-FFF2-40B4-BE49-F238E27FC236}">
                <a16:creationId xmlns:a16="http://schemas.microsoft.com/office/drawing/2014/main" id="{1813B3E0-0066-443C-A15C-F1963DF5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204" y="1301744"/>
            <a:ext cx="61151" cy="83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DF"/>
          </a:solidFill>
          <a:ln xmlns:a="http://schemas.openxmlformats.org/drawingml/2006/main" w="3637">
            <a:solidFill>
              <a:srgbClr val="8A759E"/>
            </a:solidFill>
            <a:prstDash val="solid"/>
          </a:ln>
        </p:spPr>
      </p:sp>
      <p:sp>
        <p:nvSpPr>
          <p:cNvPr id="65" name="A__0302__rect">
            <a:extLst xmlns:a="http://schemas.openxmlformats.org/drawingml/2006/main">
              <a:ext uri="{FF2B5EF4-FFF2-40B4-BE49-F238E27FC236}">
                <a16:creationId xmlns:a16="http://schemas.microsoft.com/office/drawing/2014/main" id="{968E4F9F-08CA-4B9A-97AE-40A87228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769" y="1258192"/>
            <a:ext cx="581978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AF7FC"/>
          </a:solidFill>
          <a:ln xmlns:a="http://schemas.openxmlformats.org/drawingml/2006/main" w="4001">
            <a:solidFill>
              <a:srgbClr val="8A759E"/>
            </a:solidFill>
            <a:prstDash val="solid"/>
          </a:ln>
        </p:spPr>
      </p:sp>
      <p:sp>
        <p:nvSpPr>
          <p:cNvPr id="76" name="A__0927__poly">
            <a:extLst xmlns:a="http://schemas.openxmlformats.org/drawingml/2006/main">
              <a:ext uri="{FF2B5EF4-FFF2-40B4-BE49-F238E27FC236}">
                <a16:creationId xmlns:a16="http://schemas.microsoft.com/office/drawing/2014/main" id="{E4B714A2-345E-4404-B893-BC7F77AD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178" y="1405410"/>
            <a:ext cx="1000220" cy="26727"/>
          </a:xfrm>
          <a:custGeom xmlns:a="http://schemas.openxmlformats.org/drawingml/2006/main">
            <a:pathLst>
              <a:path w="1000252" h="29098">
                <a:moveTo>
                  <a:pt x="0" y="29098"/>
                </a:moveTo>
                <a:lnTo>
                  <a:pt x="960242" y="29098"/>
                </a:lnTo>
                <a:lnTo>
                  <a:pt x="1000252" y="0"/>
                </a:lnTo>
                <a:lnTo>
                  <a:pt x="40010" y="0"/>
                </a:lnTo>
                <a:close/>
              </a:path>
            </a:pathLst>
          </a:custGeom>
          <a:solidFill xmlns:a="http://schemas.openxmlformats.org/drawingml/2006/main">
            <a:srgbClr val="E7EFF6"/>
          </a:solidFill>
          <a:ln xmlns:a="http://schemas.openxmlformats.org/drawingml/2006/main" w="3274">
            <a:solidFill>
              <a:srgbClr val="95ACBE"/>
            </a:solidFill>
            <a:prstDash val="solid"/>
          </a:ln>
        </p:spPr>
      </p:sp>
      <p:sp>
        <p:nvSpPr>
          <p:cNvPr id="77" name="A__0928__rect">
            <a:extLst xmlns:a="http://schemas.openxmlformats.org/drawingml/2006/main">
              <a:ext uri="{FF2B5EF4-FFF2-40B4-BE49-F238E27FC236}">
                <a16:creationId xmlns:a16="http://schemas.microsoft.com/office/drawing/2014/main" id="{FF3C325C-6A80-477C-8EDC-929AFE3C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178" y="1432225"/>
            <a:ext cx="960215" cy="110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6"/>
          </a:solidFill>
          <a:ln xmlns:a="http://schemas.openxmlformats.org/drawingml/2006/main" w="3637">
            <a:solidFill>
              <a:srgbClr val="95ACBE"/>
            </a:solidFill>
            <a:prstDash val="solid"/>
          </a:ln>
        </p:spPr>
      </p:sp>
      <p:sp>
        <p:nvSpPr>
          <p:cNvPr id="78" name="A__0929__poly">
            <a:extLst xmlns:a="http://schemas.openxmlformats.org/drawingml/2006/main">
              <a:ext uri="{FF2B5EF4-FFF2-40B4-BE49-F238E27FC236}">
                <a16:creationId xmlns:a16="http://schemas.microsoft.com/office/drawing/2014/main" id="{79C9F091-A206-4159-B71E-CA036D53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488" y="1405410"/>
            <a:ext cx="40005" cy="137229"/>
          </a:xfrm>
          <a:custGeom xmlns:a="http://schemas.openxmlformats.org/drawingml/2006/main">
            <a:pathLst>
              <a:path w="40010" h="149128">
                <a:moveTo>
                  <a:pt x="0" y="29098"/>
                </a:moveTo>
                <a:lnTo>
                  <a:pt x="40010" y="0"/>
                </a:lnTo>
                <a:lnTo>
                  <a:pt x="40010" y="120030"/>
                </a:lnTo>
                <a:lnTo>
                  <a:pt x="0" y="149128"/>
                </a:lnTo>
                <a:close/>
              </a:path>
            </a:pathLst>
          </a:custGeom>
          <a:solidFill xmlns:a="http://schemas.openxmlformats.org/drawingml/2006/main">
            <a:srgbClr val="D3E0EB"/>
          </a:solidFill>
          <a:ln xmlns:a="http://schemas.openxmlformats.org/drawingml/2006/main" w="3274">
            <a:solidFill>
              <a:srgbClr val="95ACBE"/>
            </a:solidFill>
            <a:prstDash val="solid"/>
          </a:ln>
        </p:spPr>
      </p:sp>
      <p:sp>
        <p:nvSpPr>
          <p:cNvPr id="211" name="B__1115__rect">
            <a:extLst xmlns:a="http://schemas.openxmlformats.org/drawingml/2006/main">
              <a:ext uri="{FF2B5EF4-FFF2-40B4-BE49-F238E27FC236}">
                <a16:creationId xmlns:a16="http://schemas.microsoft.com/office/drawing/2014/main" id="{5FF9DB27-B3C9-4242-8D23-4B197B79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264059"/>
            <a:ext cx="1527620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1"/>
          </a:solidFill>
          <a:ln xmlns:a="http://schemas.openxmlformats.org/drawingml/2006/main" w="4001">
            <a:solidFill>
              <a:srgbClr val="B8C7D3"/>
            </a:solidFill>
            <a:prstDash val="solid"/>
          </a:ln>
        </p:spPr>
      </p:sp>
      <p:sp>
        <p:nvSpPr>
          <p:cNvPr id="212" name="B__1116__rect">
            <a:extLst xmlns:a="http://schemas.openxmlformats.org/drawingml/2006/main">
              <a:ext uri="{FF2B5EF4-FFF2-40B4-BE49-F238E27FC236}">
                <a16:creationId xmlns:a16="http://schemas.microsoft.com/office/drawing/2014/main" id="{97A72278-F14D-43EB-BEB0-73542E7A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264059"/>
            <a:ext cx="1173575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213" name="B__1117__rect">
            <a:extLst xmlns:a="http://schemas.openxmlformats.org/drawingml/2006/main">
              <a:ext uri="{FF2B5EF4-FFF2-40B4-BE49-F238E27FC236}">
                <a16:creationId xmlns:a16="http://schemas.microsoft.com/office/drawing/2014/main" id="{82FFED87-3C57-490A-975B-67820164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583" y="2264059"/>
            <a:ext cx="17336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DDE"/>
          </a:solidFill>
          <a:ln xmlns:a="http://schemas.openxmlformats.org/drawingml/2006/main" w="3274">
            <a:solidFill>
              <a:srgbClr val="8A759E"/>
            </a:solidFill>
            <a:prstDash val="solid"/>
          </a:ln>
        </p:spPr>
      </p:sp>
      <p:sp>
        <p:nvSpPr>
          <p:cNvPr id="214" name="B__1122__rect">
            <a:extLst xmlns:a="http://schemas.openxmlformats.org/drawingml/2006/main">
              <a:ext uri="{FF2B5EF4-FFF2-40B4-BE49-F238E27FC236}">
                <a16:creationId xmlns:a16="http://schemas.microsoft.com/office/drawing/2014/main" id="{CDC772C7-45FE-4346-857E-E69A0E5F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542327"/>
            <a:ext cx="1527620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1"/>
          </a:solidFill>
          <a:ln xmlns:a="http://schemas.openxmlformats.org/drawingml/2006/main" w="4001">
            <a:solidFill>
              <a:srgbClr val="B8C7D3"/>
            </a:solidFill>
            <a:prstDash val="solid"/>
          </a:ln>
        </p:spPr>
      </p:sp>
      <p:sp>
        <p:nvSpPr>
          <p:cNvPr id="215" name="B__1123__rect">
            <a:extLst xmlns:a="http://schemas.openxmlformats.org/drawingml/2006/main">
              <a:ext uri="{FF2B5EF4-FFF2-40B4-BE49-F238E27FC236}">
                <a16:creationId xmlns:a16="http://schemas.microsoft.com/office/drawing/2014/main" id="{F672DFFA-7FC5-4DE1-A973-5E612D82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542327"/>
            <a:ext cx="1437894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216" name="B__1124__rect">
            <a:extLst xmlns:a="http://schemas.openxmlformats.org/drawingml/2006/main">
              <a:ext uri="{FF2B5EF4-FFF2-40B4-BE49-F238E27FC236}">
                <a16:creationId xmlns:a16="http://schemas.microsoft.com/office/drawing/2014/main" id="{F03D7033-3E21-4E14-9C20-204352EF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902" y="2542327"/>
            <a:ext cx="17336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DDE"/>
          </a:solidFill>
          <a:ln xmlns:a="http://schemas.openxmlformats.org/drawingml/2006/main" w="3274">
            <a:solidFill>
              <a:srgbClr val="8A759E"/>
            </a:solidFill>
            <a:prstDash val="solid"/>
          </a:ln>
        </p:spPr>
      </p:sp>
      <p:sp>
        <p:nvSpPr>
          <p:cNvPr id="217" name="B__1142__rect">
            <a:extLst xmlns:a="http://schemas.openxmlformats.org/drawingml/2006/main">
              <a:ext uri="{FF2B5EF4-FFF2-40B4-BE49-F238E27FC236}">
                <a16:creationId xmlns:a16="http://schemas.microsoft.com/office/drawing/2014/main" id="{F0B8A0B0-0987-41D3-8A9E-BD68EB4D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2" y="2674249"/>
            <a:ext cx="50959" cy="43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3274">
            <a:solidFill>
              <a:srgbClr val="5488B3"/>
            </a:solidFill>
            <a:prstDash val="solid"/>
          </a:ln>
        </p:spPr>
      </p:sp>
      <p:sp>
        <p:nvSpPr>
          <p:cNvPr id="218" name="B__1144__rect">
            <a:extLst xmlns:a="http://schemas.openxmlformats.org/drawingml/2006/main">
              <a:ext uri="{FF2B5EF4-FFF2-40B4-BE49-F238E27FC236}">
                <a16:creationId xmlns:a16="http://schemas.microsoft.com/office/drawing/2014/main" id="{21A24B56-03B5-416E-B625-7A81928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98" y="2674249"/>
            <a:ext cx="50959" cy="43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DDE"/>
          </a:solidFill>
          <a:ln xmlns:a="http://schemas.openxmlformats.org/drawingml/2006/main" w="3274">
            <a:solidFill>
              <a:srgbClr val="8A759E"/>
            </a:solidFill>
            <a:prstDash val="solid"/>
          </a:ln>
        </p:spPr>
      </p:sp>
      <p:sp>
        <p:nvSpPr>
          <p:cNvPr id="219" name="B__1146__rect">
            <a:extLst xmlns:a="http://schemas.openxmlformats.org/drawingml/2006/main">
              <a:ext uri="{FF2B5EF4-FFF2-40B4-BE49-F238E27FC236}">
                <a16:creationId xmlns:a16="http://schemas.microsoft.com/office/drawing/2014/main" id="{E444AC9B-30CB-4DDA-BA1C-D86B7FD0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943" y="2674249"/>
            <a:ext cx="50959" cy="43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1"/>
          </a:solidFill>
          <a:ln xmlns:a="http://schemas.openxmlformats.org/drawingml/2006/main" w="3274">
            <a:solidFill>
              <a:srgbClr val="B8C7D3"/>
            </a:solidFill>
            <a:prstDash val="solid"/>
          </a:ln>
        </p:spPr>
      </p:sp>
      <p:sp>
        <p:nvSpPr>
          <p:cNvPr id="613" name="B__1583__rect">
            <a:extLst xmlns:a="http://schemas.openxmlformats.org/drawingml/2006/main">
              <a:ext uri="{FF2B5EF4-FFF2-40B4-BE49-F238E27FC236}">
                <a16:creationId xmlns:a16="http://schemas.microsoft.com/office/drawing/2014/main" id="{4BC44F74-2635-4320-986A-3477521C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38" y="3006471"/>
            <a:ext cx="61817" cy="6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910">
            <a:solidFill>
              <a:srgbClr val="5488B3"/>
            </a:solidFill>
            <a:prstDash val="solid"/>
          </a:ln>
        </p:spPr>
      </p:sp>
      <p:sp>
        <p:nvSpPr>
          <p:cNvPr id="614" name="B__1585__rect">
            <a:extLst xmlns:a="http://schemas.openxmlformats.org/drawingml/2006/main">
              <a:ext uri="{FF2B5EF4-FFF2-40B4-BE49-F238E27FC236}">
                <a16:creationId xmlns:a16="http://schemas.microsoft.com/office/drawing/2014/main" id="{5A184CD9-C772-4704-A61A-97EB452D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354" y="3006471"/>
            <a:ext cx="61817" cy="6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910">
            <a:solidFill>
              <a:srgbClr val="BD8D47"/>
            </a:solidFill>
            <a:prstDash val="solid"/>
          </a:ln>
        </p:spPr>
      </p:sp>
      <p:sp>
        <p:nvSpPr>
          <p:cNvPr id="615" name="B__1587__rect">
            <a:extLst xmlns:a="http://schemas.openxmlformats.org/drawingml/2006/main">
              <a:ext uri="{FF2B5EF4-FFF2-40B4-BE49-F238E27FC236}">
                <a16:creationId xmlns:a16="http://schemas.microsoft.com/office/drawing/2014/main" id="{1B9A574B-1345-4580-B01F-DDD78290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815" y="3006471"/>
            <a:ext cx="61817" cy="6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2910">
            <a:solidFill>
              <a:srgbClr val="CCD4DB"/>
            </a:solidFill>
            <a:prstDash val="solid"/>
          </a:ln>
        </p:spPr>
      </p:sp>
      <p:pic>
        <p:nvPic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06BEF72C-8AAD-43BA-B53D-879D936E1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004b6300d4b7c"/>
          <a:srcRect xmlns:a="http://schemas.openxmlformats.org/drawingml/2006/main" l="1064" t="0" r="1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349" y="813119"/>
            <a:ext cx="323755" cy="297854"/>
          </a:xfrm>
          <a:prstGeom xmlns:a="http://schemas.openxmlformats.org/drawingml/2006/main" prst="rect">
            <a:avLst/>
          </a:prstGeom>
        </p:spPr>
      </p:pic>
      <p:sp>
        <p:nvSpPr>
          <p:cNvPr id="42" name="G0002_latent___A__0017__poly">
            <a:extLst xmlns:a="http://schemas.openxmlformats.org/drawingml/2006/main">
              <a:ext uri="{FF2B5EF4-FFF2-40B4-BE49-F238E27FC236}">
                <a16:creationId xmlns:a16="http://schemas.microsoft.com/office/drawing/2014/main" id="{5708699D-00C0-48D2-8071-583D113B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961" y="836604"/>
            <a:ext cx="101822" cy="204090"/>
          </a:xfrm>
          <a:custGeom xmlns:a="http://schemas.openxmlformats.org/drawingml/2006/main">
            <a:pathLst>
              <a:path w="101844" h="221874">
                <a:moveTo>
                  <a:pt x="0" y="0"/>
                </a:moveTo>
                <a:lnTo>
                  <a:pt x="101844" y="25461"/>
                </a:lnTo>
                <a:lnTo>
                  <a:pt x="101844" y="221874"/>
                </a:lnTo>
                <a:lnTo>
                  <a:pt x="0" y="196413"/>
                </a:lnTo>
                <a:close/>
              </a:path>
            </a:pathLst>
          </a:custGeom>
          <a:solidFill xmlns:a="http://schemas.openxmlformats.org/drawingml/2006/main">
            <a:srgbClr val="C7D8E2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43" name="G0002_latent___A__0018__poly">
            <a:extLst xmlns:a="http://schemas.openxmlformats.org/drawingml/2006/main">
              <a:ext uri="{FF2B5EF4-FFF2-40B4-BE49-F238E27FC236}">
                <a16:creationId xmlns:a16="http://schemas.microsoft.com/office/drawing/2014/main" id="{57A688AB-57B2-4A3E-964E-12704116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769" y="853341"/>
            <a:ext cx="101822" cy="204090"/>
          </a:xfrm>
          <a:custGeom xmlns:a="http://schemas.openxmlformats.org/drawingml/2006/main">
            <a:pathLst>
              <a:path w="101844" h="221874">
                <a:moveTo>
                  <a:pt x="0" y="0"/>
                </a:moveTo>
                <a:lnTo>
                  <a:pt x="101844" y="25461"/>
                </a:lnTo>
                <a:lnTo>
                  <a:pt x="101844" y="221874"/>
                </a:lnTo>
                <a:lnTo>
                  <a:pt x="0" y="196413"/>
                </a:lnTo>
                <a:close/>
              </a:path>
            </a:pathLst>
          </a:custGeom>
          <a:solidFill xmlns:a="http://schemas.openxmlformats.org/drawingml/2006/main">
            <a:srgbClr val="D2DEE7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44" name="G0002_latent___A__0019__poly">
            <a:extLst xmlns:a="http://schemas.openxmlformats.org/drawingml/2006/main">
              <a:ext uri="{FF2B5EF4-FFF2-40B4-BE49-F238E27FC236}">
                <a16:creationId xmlns:a16="http://schemas.microsoft.com/office/drawing/2014/main" id="{343B5C44-98C5-4086-B46C-A7026715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576" y="870078"/>
            <a:ext cx="101822" cy="204090"/>
          </a:xfrm>
          <a:custGeom xmlns:a="http://schemas.openxmlformats.org/drawingml/2006/main">
            <a:pathLst>
              <a:path w="101844" h="221874">
                <a:moveTo>
                  <a:pt x="0" y="0"/>
                </a:moveTo>
                <a:lnTo>
                  <a:pt x="101844" y="25461"/>
                </a:lnTo>
                <a:lnTo>
                  <a:pt x="101844" y="221874"/>
                </a:lnTo>
                <a:lnTo>
                  <a:pt x="0" y="196413"/>
                </a:lnTo>
                <a:close/>
              </a:path>
            </a:pathLst>
          </a:custGeom>
          <a:solidFill xmlns:a="http://schemas.openxmlformats.org/drawingml/2006/main">
            <a:srgbClr val="E1E9ED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617" name="G0002_latent___A__0020__line">
            <a:extLst xmlns:a="http://schemas.openxmlformats.org/drawingml/2006/main">
              <a:ext uri="{FF2B5EF4-FFF2-40B4-BE49-F238E27FC236}">
                <a16:creationId xmlns:a16="http://schemas.microsoft.com/office/drawing/2014/main" id="{4C9607A7-4138-4155-929F-B928328F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815" y="906182"/>
            <a:ext cx="29432" cy="23485"/>
          </a:xfrm>
          <a:custGeom xmlns:a="http://schemas.openxmlformats.org/drawingml/2006/main">
            <a:pathLst>
              <a:path w="29389" h="25534">
                <a:moveTo>
                  <a:pt x="0" y="0"/>
                </a:moveTo>
                <a:lnTo>
                  <a:pt x="29389" y="25534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18" name="G0002_latent___A__0021__line">
            <a:extLst xmlns:a="http://schemas.openxmlformats.org/drawingml/2006/main">
              <a:ext uri="{FF2B5EF4-FFF2-40B4-BE49-F238E27FC236}">
                <a16:creationId xmlns:a16="http://schemas.microsoft.com/office/drawing/2014/main" id="{26A5ABFE-5B43-48CC-B49B-DF3376F8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247" y="902589"/>
            <a:ext cx="35624" cy="27078"/>
          </a:xfrm>
          <a:custGeom xmlns:a="http://schemas.openxmlformats.org/drawingml/2006/main">
            <a:pathLst>
              <a:path w="35645" h="29462">
                <a:moveTo>
                  <a:pt x="0" y="29462"/>
                </a:moveTo>
                <a:lnTo>
                  <a:pt x="35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19" name="G0002_latent___A__0022__line">
            <a:extLst xmlns:a="http://schemas.openxmlformats.org/drawingml/2006/main">
              <a:ext uri="{FF2B5EF4-FFF2-40B4-BE49-F238E27FC236}">
                <a16:creationId xmlns:a16="http://schemas.microsoft.com/office/drawing/2014/main" id="{B7E8BE81-0790-4394-BEA0-5DB145B7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871" y="902589"/>
            <a:ext cx="22289" cy="27603"/>
          </a:xfrm>
          <a:custGeom xmlns:a="http://schemas.openxmlformats.org/drawingml/2006/main">
            <a:pathLst>
              <a:path w="22260" h="29971">
                <a:moveTo>
                  <a:pt x="0" y="0"/>
                </a:moveTo>
                <a:lnTo>
                  <a:pt x="22260" y="29971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20" name="G0002_latent___A__0023__line">
            <a:extLst xmlns:a="http://schemas.openxmlformats.org/drawingml/2006/main">
              <a:ext uri="{FF2B5EF4-FFF2-40B4-BE49-F238E27FC236}">
                <a16:creationId xmlns:a16="http://schemas.microsoft.com/office/drawing/2014/main" id="{411216DE-8DEE-4DC4-BBC2-2FFC431D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815" y="969451"/>
            <a:ext cx="29432" cy="23485"/>
          </a:xfrm>
          <a:custGeom xmlns:a="http://schemas.openxmlformats.org/drawingml/2006/main">
            <a:pathLst>
              <a:path w="29389" h="25534">
                <a:moveTo>
                  <a:pt x="0" y="0"/>
                </a:moveTo>
                <a:lnTo>
                  <a:pt x="29389" y="25534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21" name="G0002_latent___A__0024__line">
            <a:extLst xmlns:a="http://schemas.openxmlformats.org/drawingml/2006/main">
              <a:ext uri="{FF2B5EF4-FFF2-40B4-BE49-F238E27FC236}">
                <a16:creationId xmlns:a16="http://schemas.microsoft.com/office/drawing/2014/main" id="{0DD1B2F7-928B-462A-8643-E7A95EB9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247" y="965770"/>
            <a:ext cx="35624" cy="27078"/>
          </a:xfrm>
          <a:custGeom xmlns:a="http://schemas.openxmlformats.org/drawingml/2006/main">
            <a:pathLst>
              <a:path w="35645" h="29462">
                <a:moveTo>
                  <a:pt x="0" y="29462"/>
                </a:moveTo>
                <a:lnTo>
                  <a:pt x="35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22" name="G0002_latent___A__0025__line">
            <a:extLst xmlns:a="http://schemas.openxmlformats.org/drawingml/2006/main">
              <a:ext uri="{FF2B5EF4-FFF2-40B4-BE49-F238E27FC236}">
                <a16:creationId xmlns:a16="http://schemas.microsoft.com/office/drawing/2014/main" id="{B38FC6E7-5972-4B5C-8D16-AECF4B34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871" y="965770"/>
            <a:ext cx="22289" cy="27603"/>
          </a:xfrm>
          <a:custGeom xmlns:a="http://schemas.openxmlformats.org/drawingml/2006/main">
            <a:pathLst>
              <a:path w="22260" h="29971">
                <a:moveTo>
                  <a:pt x="0" y="0"/>
                </a:moveTo>
                <a:lnTo>
                  <a:pt x="22260" y="29971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03" name="G0010_latent___A__0962__poly">
            <a:extLst xmlns:a="http://schemas.openxmlformats.org/drawingml/2006/main">
              <a:ext uri="{FF2B5EF4-FFF2-40B4-BE49-F238E27FC236}">
                <a16:creationId xmlns:a16="http://schemas.microsoft.com/office/drawing/2014/main" id="{8036898F-E24A-488F-9929-D5EBEDEF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83294" y="849923"/>
            <a:ext cx="80010" cy="174033"/>
          </a:xfrm>
          <a:custGeom xmlns:a="http://schemas.openxmlformats.org/drawingml/2006/main">
            <a:pathLst>
              <a:path w="80020" h="189139">
                <a:moveTo>
                  <a:pt x="0" y="0"/>
                </a:moveTo>
                <a:lnTo>
                  <a:pt x="80020" y="25461"/>
                </a:lnTo>
                <a:lnTo>
                  <a:pt x="80020" y="189139"/>
                </a:lnTo>
                <a:lnTo>
                  <a:pt x="0" y="163678"/>
                </a:lnTo>
                <a:close/>
              </a:path>
            </a:pathLst>
          </a:custGeom>
          <a:solidFill xmlns:a="http://schemas.openxmlformats.org/drawingml/2006/main">
            <a:srgbClr val="C7D8E2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104" name="G0010_latent___A__0963__poly">
            <a:extLst xmlns:a="http://schemas.openxmlformats.org/drawingml/2006/main">
              <a:ext uri="{FF2B5EF4-FFF2-40B4-BE49-F238E27FC236}">
                <a16:creationId xmlns:a16="http://schemas.microsoft.com/office/drawing/2014/main" id="{9E3235C8-A58A-4D4A-B3B3-0F8AA0EF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5102" y="866661"/>
            <a:ext cx="80010" cy="174033"/>
          </a:xfrm>
          <a:custGeom xmlns:a="http://schemas.openxmlformats.org/drawingml/2006/main">
            <a:pathLst>
              <a:path w="80020" h="189139">
                <a:moveTo>
                  <a:pt x="0" y="0"/>
                </a:moveTo>
                <a:lnTo>
                  <a:pt x="80020" y="25461"/>
                </a:lnTo>
                <a:lnTo>
                  <a:pt x="80020" y="189139"/>
                </a:lnTo>
                <a:lnTo>
                  <a:pt x="0" y="163678"/>
                </a:lnTo>
                <a:close/>
              </a:path>
            </a:pathLst>
          </a:custGeom>
          <a:solidFill xmlns:a="http://schemas.openxmlformats.org/drawingml/2006/main">
            <a:srgbClr val="D2DEE7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105" name="G0010_latent___A__0964__poly">
            <a:extLst xmlns:a="http://schemas.openxmlformats.org/drawingml/2006/main">
              <a:ext uri="{FF2B5EF4-FFF2-40B4-BE49-F238E27FC236}">
                <a16:creationId xmlns:a16="http://schemas.microsoft.com/office/drawing/2014/main" id="{CBE6C0E7-A56B-4BE1-BFB3-3FA70197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46909" y="883398"/>
            <a:ext cx="80010" cy="174033"/>
          </a:xfrm>
          <a:custGeom xmlns:a="http://schemas.openxmlformats.org/drawingml/2006/main">
            <a:pathLst>
              <a:path w="80020" h="189139">
                <a:moveTo>
                  <a:pt x="0" y="0"/>
                </a:moveTo>
                <a:lnTo>
                  <a:pt x="80020" y="25461"/>
                </a:lnTo>
                <a:lnTo>
                  <a:pt x="80020" y="189139"/>
                </a:lnTo>
                <a:lnTo>
                  <a:pt x="0" y="163678"/>
                </a:lnTo>
                <a:close/>
              </a:path>
            </a:pathLst>
          </a:custGeom>
          <a:solidFill xmlns:a="http://schemas.openxmlformats.org/drawingml/2006/main">
            <a:srgbClr val="E1E9ED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1394" name="G0010_latent___A__0965__line">
            <a:extLst xmlns:a="http://schemas.openxmlformats.org/drawingml/2006/main">
              <a:ext uri="{FF2B5EF4-FFF2-40B4-BE49-F238E27FC236}">
                <a16:creationId xmlns:a16="http://schemas.microsoft.com/office/drawing/2014/main" id="{84411B54-5E46-42F3-A4EB-C52825DE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4148" y="913543"/>
            <a:ext cx="21526" cy="19541"/>
          </a:xfrm>
          <a:custGeom xmlns:a="http://schemas.openxmlformats.org/drawingml/2006/main">
            <a:pathLst>
              <a:path w="21533" h="21278">
                <a:moveTo>
                  <a:pt x="0" y="0"/>
                </a:moveTo>
                <a:lnTo>
                  <a:pt x="21533" y="21278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5" name="G0010_latent___A__0966__line">
            <a:extLst xmlns:a="http://schemas.openxmlformats.org/drawingml/2006/main">
              <a:ext uri="{FF2B5EF4-FFF2-40B4-BE49-F238E27FC236}">
                <a16:creationId xmlns:a16="http://schemas.microsoft.com/office/drawing/2014/main" id="{61473D78-495D-465E-B941-942CB922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5674" y="910563"/>
            <a:ext cx="28004" cy="22609"/>
          </a:xfrm>
          <a:custGeom xmlns:a="http://schemas.openxmlformats.org/drawingml/2006/main">
            <a:pathLst>
              <a:path w="28007" h="24552">
                <a:moveTo>
                  <a:pt x="0" y="24552"/>
                </a:moveTo>
                <a:lnTo>
                  <a:pt x="28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6" name="G0010_latent___A__0967__line">
            <a:extLst xmlns:a="http://schemas.openxmlformats.org/drawingml/2006/main">
              <a:ext uri="{FF2B5EF4-FFF2-40B4-BE49-F238E27FC236}">
                <a16:creationId xmlns:a16="http://schemas.microsoft.com/office/drawing/2014/main" id="{0EBE9E9A-3E3E-4C23-B2FE-CA2F4B65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3678" y="910563"/>
            <a:ext cx="15907" cy="25763"/>
          </a:xfrm>
          <a:custGeom xmlns:a="http://schemas.openxmlformats.org/drawingml/2006/main">
            <a:pathLst>
              <a:path w="15931" h="28007">
                <a:moveTo>
                  <a:pt x="0" y="0"/>
                </a:moveTo>
                <a:lnTo>
                  <a:pt x="15931" y="28007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7" name="G0010_latent___A__0968__line">
            <a:extLst xmlns:a="http://schemas.openxmlformats.org/drawingml/2006/main">
              <a:ext uri="{FF2B5EF4-FFF2-40B4-BE49-F238E27FC236}">
                <a16:creationId xmlns:a16="http://schemas.microsoft.com/office/drawing/2014/main" id="{2001DFB5-9CD4-4EDD-BB3B-38DA1A7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4148" y="966208"/>
            <a:ext cx="21526" cy="19541"/>
          </a:xfrm>
          <a:custGeom xmlns:a="http://schemas.openxmlformats.org/drawingml/2006/main">
            <a:pathLst>
              <a:path w="21533" h="21278">
                <a:moveTo>
                  <a:pt x="0" y="0"/>
                </a:moveTo>
                <a:lnTo>
                  <a:pt x="21533" y="21278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8" name="G0010_latent___A__0969__line">
            <a:extLst xmlns:a="http://schemas.openxmlformats.org/drawingml/2006/main">
              <a:ext uri="{FF2B5EF4-FFF2-40B4-BE49-F238E27FC236}">
                <a16:creationId xmlns:a16="http://schemas.microsoft.com/office/drawing/2014/main" id="{8CB5AF09-09B7-4F4D-A9F0-B7830189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5674" y="963229"/>
            <a:ext cx="28004" cy="22609"/>
          </a:xfrm>
          <a:custGeom xmlns:a="http://schemas.openxmlformats.org/drawingml/2006/main">
            <a:pathLst>
              <a:path w="28007" h="24552">
                <a:moveTo>
                  <a:pt x="0" y="24552"/>
                </a:moveTo>
                <a:lnTo>
                  <a:pt x="28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9" name="G0010_latent___A__0970__line">
            <a:extLst xmlns:a="http://schemas.openxmlformats.org/drawingml/2006/main">
              <a:ext uri="{FF2B5EF4-FFF2-40B4-BE49-F238E27FC236}">
                <a16:creationId xmlns:a16="http://schemas.microsoft.com/office/drawing/2014/main" id="{485B109A-4101-4489-A7E5-F8B54834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3678" y="963229"/>
            <a:ext cx="15907" cy="25763"/>
          </a:xfrm>
          <a:custGeom xmlns:a="http://schemas.openxmlformats.org/drawingml/2006/main">
            <a:pathLst>
              <a:path w="15931" h="28007">
                <a:moveTo>
                  <a:pt x="0" y="0"/>
                </a:moveTo>
                <a:lnTo>
                  <a:pt x="15931" y="28007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pic>
        <p:nvPicPr>
          <p:cNvPr id="1400" name="">
            <a:extLst xmlns:a="http://schemas.openxmlformats.org/drawingml/2006/main">
              <a:ext uri="{FF2B5EF4-FFF2-40B4-BE49-F238E27FC236}">
                <a16:creationId xmlns:a16="http://schemas.microsoft.com/office/drawing/2014/main" id="{C7D66575-CD0E-4C26-9A02-718E6F6263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a147ea6c643e2"/>
          <a:srcRect xmlns:a="http://schemas.openxmlformats.org/drawingml/2006/main" l="1064" t="0" r="1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486" y="819866"/>
            <a:ext cx="309182" cy="284447"/>
          </a:xfrm>
          <a:prstGeom xmlns:a="http://schemas.openxmlformats.org/drawingml/2006/main" prst="rect">
            <a:avLst/>
          </a:prstGeom>
        </p:spPr>
      </p:pic>
      <p:sp>
        <p:nvSpPr>
          <p:cNvPr id="1407" name="A__0010__rect">
            <a:extLst xmlns:a="http://schemas.openxmlformats.org/drawingml/2006/main">
              <a:ext uri="{FF2B5EF4-FFF2-40B4-BE49-F238E27FC236}">
                <a16:creationId xmlns:a16="http://schemas.microsoft.com/office/drawing/2014/main" id="{A4004D98-0196-460D-BE88-E2EC161C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" y="813119"/>
            <a:ext cx="323755" cy="297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365">
            <a:solidFill>
              <a:srgbClr val="8FA6B6"/>
            </a:solidFill>
            <a:prstDash val="solid"/>
          </a:ln>
        </p:spPr>
      </p:sp>
      <p:sp>
        <p:nvSpPr>
          <p:cNvPr id="1408" name="A__0033__circle">
            <a:extLst xmlns:a="http://schemas.openxmlformats.org/drawingml/2006/main">
              <a:ext uri="{FF2B5EF4-FFF2-40B4-BE49-F238E27FC236}">
                <a16:creationId xmlns:a16="http://schemas.microsoft.com/office/drawing/2014/main" id="{23B94842-183C-43C0-8E65-6ABCF046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400" y="956043"/>
            <a:ext cx="16764" cy="15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F8C"/>
          </a:solidFill>
          <a:ln xmlns:a="http://schemas.openxmlformats.org/drawingml/2006/main" w="1091">
            <a:solidFill>
              <a:srgbClr val="235F8C"/>
            </a:solidFill>
            <a:prstDash val="solid"/>
          </a:ln>
        </p:spPr>
      </p:sp>
      <p:sp>
        <p:nvSpPr>
          <p:cNvPr id="1409" name="A__0039__circle">
            <a:extLst xmlns:a="http://schemas.openxmlformats.org/drawingml/2006/main">
              <a:ext uri="{FF2B5EF4-FFF2-40B4-BE49-F238E27FC236}">
                <a16:creationId xmlns:a16="http://schemas.microsoft.com/office/drawing/2014/main" id="{436F18A1-9915-4AD4-8424-0F831FCB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74" y="1114303"/>
            <a:ext cx="87249" cy="80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001">
            <a:solidFill>
              <a:srgbClr val="8295A4"/>
            </a:solidFill>
            <a:prstDash val="solid"/>
          </a:ln>
        </p:spPr>
      </p:sp>
      <p:sp>
        <p:nvSpPr>
          <p:cNvPr id="1410" name="A__0267__circle">
            <a:extLst xmlns:a="http://schemas.openxmlformats.org/drawingml/2006/main">
              <a:ext uri="{FF2B5EF4-FFF2-40B4-BE49-F238E27FC236}">
                <a16:creationId xmlns:a16="http://schemas.microsoft.com/office/drawing/2014/main" id="{8359603F-A851-4091-A117-D49D0225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781" y="926950"/>
            <a:ext cx="80010" cy="736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547">
            <a:solidFill>
              <a:srgbClr val="8A759E"/>
            </a:solidFill>
            <a:prstDash val="solid"/>
          </a:ln>
        </p:spPr>
      </p:sp>
      <p:sp>
        <p:nvSpPr>
          <p:cNvPr id="1411" name="A__0278__line">
            <a:extLst xmlns:a="http://schemas.openxmlformats.org/drawingml/2006/main">
              <a:ext uri="{FF2B5EF4-FFF2-40B4-BE49-F238E27FC236}">
                <a16:creationId xmlns:a16="http://schemas.microsoft.com/office/drawing/2014/main" id="{6F791BE3-E89D-43B3-9047-74B8A8A9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649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2" name="A__0279__line">
            <a:extLst xmlns:a="http://schemas.openxmlformats.org/drawingml/2006/main">
              <a:ext uri="{FF2B5EF4-FFF2-40B4-BE49-F238E27FC236}">
                <a16:creationId xmlns:a16="http://schemas.microsoft.com/office/drawing/2014/main" id="{CB73F23C-5012-4920-941C-9E4AB502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82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3" name="A__0280__line">
            <a:extLst xmlns:a="http://schemas.openxmlformats.org/drawingml/2006/main">
              <a:ext uri="{FF2B5EF4-FFF2-40B4-BE49-F238E27FC236}">
                <a16:creationId xmlns:a16="http://schemas.microsoft.com/office/drawing/2014/main" id="{4E6DFDB1-DD09-40C3-974C-841E8EB0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715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4" name="A__0281__line">
            <a:extLst xmlns:a="http://schemas.openxmlformats.org/drawingml/2006/main">
              <a:ext uri="{FF2B5EF4-FFF2-40B4-BE49-F238E27FC236}">
                <a16:creationId xmlns:a16="http://schemas.microsoft.com/office/drawing/2014/main" id="{5C14B419-6B4E-47F7-9D70-6EC647A6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3248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5" name="A__0282__line">
            <a:extLst xmlns:a="http://schemas.openxmlformats.org/drawingml/2006/main">
              <a:ext uri="{FF2B5EF4-FFF2-40B4-BE49-F238E27FC236}">
                <a16:creationId xmlns:a16="http://schemas.microsoft.com/office/drawing/2014/main" id="{E68CBC9C-312C-45E0-BCE1-BAFC9772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780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6" name="A__0283__line">
            <a:extLst xmlns:a="http://schemas.openxmlformats.org/drawingml/2006/main">
              <a:ext uri="{FF2B5EF4-FFF2-40B4-BE49-F238E27FC236}">
                <a16:creationId xmlns:a16="http://schemas.microsoft.com/office/drawing/2014/main" id="{359D33A0-EB23-449D-B00F-B814EF87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313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7" name="A__0284__line">
            <a:extLst xmlns:a="http://schemas.openxmlformats.org/drawingml/2006/main">
              <a:ext uri="{FF2B5EF4-FFF2-40B4-BE49-F238E27FC236}">
                <a16:creationId xmlns:a16="http://schemas.microsoft.com/office/drawing/2014/main" id="{76BB0B7C-EC8A-443B-AEB3-526FD12E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846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8" name="A__0285__line">
            <a:extLst xmlns:a="http://schemas.openxmlformats.org/drawingml/2006/main">
              <a:ext uri="{FF2B5EF4-FFF2-40B4-BE49-F238E27FC236}">
                <a16:creationId xmlns:a16="http://schemas.microsoft.com/office/drawing/2014/main" id="{81A15AD3-6785-4089-A545-E1E47920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379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9" name="A__0286__line">
            <a:extLst xmlns:a="http://schemas.openxmlformats.org/drawingml/2006/main">
              <a:ext uri="{FF2B5EF4-FFF2-40B4-BE49-F238E27FC236}">
                <a16:creationId xmlns:a16="http://schemas.microsoft.com/office/drawing/2014/main" id="{4E920B7F-6948-4F62-95D9-6A862525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911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20" name="A__0287__line">
            <a:extLst xmlns:a="http://schemas.openxmlformats.org/drawingml/2006/main">
              <a:ext uri="{FF2B5EF4-FFF2-40B4-BE49-F238E27FC236}">
                <a16:creationId xmlns:a16="http://schemas.microsoft.com/office/drawing/2014/main" id="{570E34B5-2DB7-440A-8966-3749B292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444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21" name="A__0288__line">
            <a:extLst xmlns:a="http://schemas.openxmlformats.org/drawingml/2006/main">
              <a:ext uri="{FF2B5EF4-FFF2-40B4-BE49-F238E27FC236}">
                <a16:creationId xmlns:a16="http://schemas.microsoft.com/office/drawing/2014/main" id="{128F0604-C06E-4B6A-A270-CE89F39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77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22" name="A__0959__circle">
            <a:extLst xmlns:a="http://schemas.openxmlformats.org/drawingml/2006/main">
              <a:ext uri="{FF2B5EF4-FFF2-40B4-BE49-F238E27FC236}">
                <a16:creationId xmlns:a16="http://schemas.microsoft.com/office/drawing/2014/main" id="{868205EB-37B8-4E01-AF0F-7EE456BA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40" y="916873"/>
            <a:ext cx="101822" cy="936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365">
            <a:solidFill>
              <a:srgbClr val="8D9EAB"/>
            </a:solidFill>
            <a:prstDash val="solid"/>
          </a:ln>
        </p:spPr>
      </p:sp>
      <p:sp>
        <p:nvSpPr>
          <p:cNvPr id="1423" name="A__0978__rect">
            <a:extLst xmlns:a="http://schemas.openxmlformats.org/drawingml/2006/main">
              <a:ext uri="{FF2B5EF4-FFF2-40B4-BE49-F238E27FC236}">
                <a16:creationId xmlns:a16="http://schemas.microsoft.com/office/drawing/2014/main" id="{66671885-B6FC-4622-BB66-5BB358AD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486" y="819866"/>
            <a:ext cx="309182" cy="284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365">
            <a:solidFill>
              <a:srgbClr val="8FA6B6"/>
            </a:solidFill>
            <a:prstDash val="solid"/>
          </a:ln>
        </p:spPr>
      </p:sp>
      <p:sp>
        <p:nvSpPr>
          <p:cNvPr id="107" name="G0012_history___B__0987__rect">
            <a:extLst xmlns:a="http://schemas.openxmlformats.org/drawingml/2006/main">
              <a:ext uri="{FF2B5EF4-FFF2-40B4-BE49-F238E27FC236}">
                <a16:creationId xmlns:a16="http://schemas.microsoft.com/office/drawing/2014/main" id="{C9EA0A45-C3E3-4173-99D9-CE4076BC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786" y="1941538"/>
            <a:ext cx="123635" cy="9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08" name="G0012_history___B__0988__rect">
            <a:extLst xmlns:a="http://schemas.openxmlformats.org/drawingml/2006/main">
              <a:ext uri="{FF2B5EF4-FFF2-40B4-BE49-F238E27FC236}">
                <a16:creationId xmlns:a16="http://schemas.microsoft.com/office/drawing/2014/main" id="{7CAAE5BC-5A65-4214-9124-46700EBE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593" y="1957002"/>
            <a:ext cx="123635" cy="9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09" name="G0012_history___B__0989__rect">
            <a:extLst xmlns:a="http://schemas.openxmlformats.org/drawingml/2006/main">
              <a:ext uri="{FF2B5EF4-FFF2-40B4-BE49-F238E27FC236}">
                <a16:creationId xmlns:a16="http://schemas.microsoft.com/office/drawing/2014/main" id="{9A8F4AEA-76FF-448A-9F6B-DC046D61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01" y="1972385"/>
            <a:ext cx="123635" cy="9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424" name="G0012_history___B__0990__line">
            <a:extLst xmlns:a="http://schemas.openxmlformats.org/drawingml/2006/main">
              <a:ext uri="{FF2B5EF4-FFF2-40B4-BE49-F238E27FC236}">
                <a16:creationId xmlns:a16="http://schemas.microsoft.com/office/drawing/2014/main" id="{1D5E6493-8D85-40C3-9D09-5D9DB1E6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01" y="2004365"/>
            <a:ext cx="123635" cy="0"/>
          </a:xfrm>
          <a:custGeom xmlns:a="http://schemas.openxmlformats.org/drawingml/2006/main">
            <a:pathLst>
              <a:path w="123668" h="4">
                <a:moveTo>
                  <a:pt x="0" y="0"/>
                </a:moveTo>
                <a:lnTo>
                  <a:pt x="1236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5" name="G0012_history___B__0991__line">
            <a:extLst xmlns:a="http://schemas.openxmlformats.org/drawingml/2006/main">
              <a:ext uri="{FF2B5EF4-FFF2-40B4-BE49-F238E27FC236}">
                <a16:creationId xmlns:a16="http://schemas.microsoft.com/office/drawing/2014/main" id="{6CBCA75B-C7BA-4B52-A6EA-03336AED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01" y="2036345"/>
            <a:ext cx="123635" cy="0"/>
          </a:xfrm>
          <a:custGeom xmlns:a="http://schemas.openxmlformats.org/drawingml/2006/main">
            <a:pathLst>
              <a:path w="123668" h="4">
                <a:moveTo>
                  <a:pt x="0" y="0"/>
                </a:moveTo>
                <a:lnTo>
                  <a:pt x="1236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6" name="B__0992__line">
            <a:extLst xmlns:a="http://schemas.openxmlformats.org/drawingml/2006/main">
              <a:ext uri="{FF2B5EF4-FFF2-40B4-BE49-F238E27FC236}">
                <a16:creationId xmlns:a16="http://schemas.microsoft.com/office/drawing/2014/main" id="{8AA472FE-3143-49E9-B9CA-13187D80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4" y="1972385"/>
            <a:ext cx="0" cy="95860"/>
          </a:xfrm>
          <a:custGeom xmlns:a="http://schemas.openxmlformats.org/drawingml/2006/main">
            <a:pathLst>
              <a:path w="4" h="112756">
                <a:moveTo>
                  <a:pt x="0" y="0"/>
                </a:moveTo>
                <a:lnTo>
                  <a:pt x="0" y="112756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7" name="B__0993__line">
            <a:extLst xmlns:a="http://schemas.openxmlformats.org/drawingml/2006/main">
              <a:ext uri="{FF2B5EF4-FFF2-40B4-BE49-F238E27FC236}">
                <a16:creationId xmlns:a16="http://schemas.microsoft.com/office/drawing/2014/main" id="{FF2B30DA-82D4-4FD9-9B44-A45EA69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" y="1972385"/>
            <a:ext cx="0" cy="95860"/>
          </a:xfrm>
          <a:custGeom xmlns:a="http://schemas.openxmlformats.org/drawingml/2006/main">
            <a:pathLst>
              <a:path w="4" h="112756">
                <a:moveTo>
                  <a:pt x="0" y="0"/>
                </a:moveTo>
                <a:lnTo>
                  <a:pt x="0" y="112756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8" name="B__1132__line">
            <a:extLst xmlns:a="http://schemas.openxmlformats.org/drawingml/2006/main">
              <a:ext uri="{FF2B5EF4-FFF2-40B4-BE49-F238E27FC236}">
                <a16:creationId xmlns:a16="http://schemas.microsoft.com/office/drawing/2014/main" id="{A07CCD4E-9370-4180-959A-22DE18C3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403153"/>
            <a:ext cx="0" cy="98936"/>
          </a:xfrm>
          <a:custGeom xmlns:a="http://schemas.openxmlformats.org/drawingml/2006/main">
            <a:pathLst>
              <a:path w="4" h="116393">
                <a:moveTo>
                  <a:pt x="0" y="0"/>
                </a:moveTo>
                <a:lnTo>
                  <a:pt x="0" y="116393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29" name="B__1133__line">
            <a:extLst xmlns:a="http://schemas.openxmlformats.org/drawingml/2006/main">
              <a:ext uri="{FF2B5EF4-FFF2-40B4-BE49-F238E27FC236}">
                <a16:creationId xmlns:a16="http://schemas.microsoft.com/office/drawing/2014/main" id="{600B5F83-D5CE-405E-A079-57AF7741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403153"/>
            <a:ext cx="1618583" cy="0"/>
          </a:xfrm>
          <a:custGeom xmlns:a="http://schemas.openxmlformats.org/drawingml/2006/main">
            <a:pathLst>
              <a:path w="1618590" h="4">
                <a:moveTo>
                  <a:pt x="0" y="0"/>
                </a:moveTo>
                <a:lnTo>
                  <a:pt x="16185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30" name="B__1134__line">
            <a:extLst xmlns:a="http://schemas.openxmlformats.org/drawingml/2006/main">
              <a:ext uri="{FF2B5EF4-FFF2-40B4-BE49-F238E27FC236}">
                <a16:creationId xmlns:a16="http://schemas.microsoft.com/office/drawing/2014/main" id="{BABD864D-6D20-4315-B685-6AAFC154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01" y="2403153"/>
            <a:ext cx="80010" cy="0"/>
          </a:xfrm>
          <a:custGeom xmlns:a="http://schemas.openxmlformats.org/drawingml/2006/main">
            <a:pathLst>
              <a:path w="80020" h="4">
                <a:moveTo>
                  <a:pt x="0" y="0"/>
                </a:moveTo>
                <a:lnTo>
                  <a:pt x="8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31" name="B__1135__line">
            <a:extLst xmlns:a="http://schemas.openxmlformats.org/drawingml/2006/main">
              <a:ext uri="{FF2B5EF4-FFF2-40B4-BE49-F238E27FC236}">
                <a16:creationId xmlns:a16="http://schemas.microsoft.com/office/drawing/2014/main" id="{5D26BA6D-0372-4496-96A5-BF6834F7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502089"/>
            <a:ext cx="1618583" cy="0"/>
          </a:xfrm>
          <a:custGeom xmlns:a="http://schemas.openxmlformats.org/drawingml/2006/main">
            <a:pathLst>
              <a:path w="1618590" h="4">
                <a:moveTo>
                  <a:pt x="0" y="0"/>
                </a:moveTo>
                <a:lnTo>
                  <a:pt x="16185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32" name="B__1136__line">
            <a:extLst xmlns:a="http://schemas.openxmlformats.org/drawingml/2006/main">
              <a:ext uri="{FF2B5EF4-FFF2-40B4-BE49-F238E27FC236}">
                <a16:creationId xmlns:a16="http://schemas.microsoft.com/office/drawing/2014/main" id="{468B3F77-3515-459A-92A6-64FDDA47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01" y="2502089"/>
            <a:ext cx="80010" cy="0"/>
          </a:xfrm>
          <a:custGeom xmlns:a="http://schemas.openxmlformats.org/drawingml/2006/main">
            <a:pathLst>
              <a:path w="80020" h="4">
                <a:moveTo>
                  <a:pt x="0" y="0"/>
                </a:moveTo>
                <a:lnTo>
                  <a:pt x="8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220" name="G0015_history___C__1153__rect">
            <a:extLst xmlns:a="http://schemas.openxmlformats.org/drawingml/2006/main">
              <a:ext uri="{FF2B5EF4-FFF2-40B4-BE49-F238E27FC236}">
                <a16:creationId xmlns:a16="http://schemas.microsoft.com/office/drawing/2014/main" id="{4CA30AC9-B380-42E4-8419-2CFC4114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5311" y="2105025"/>
            <a:ext cx="101822" cy="136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221" name="G0015_history___C__1154__rect">
            <a:extLst xmlns:a="http://schemas.openxmlformats.org/drawingml/2006/main">
              <a:ext uri="{FF2B5EF4-FFF2-40B4-BE49-F238E27FC236}">
                <a16:creationId xmlns:a16="http://schemas.microsoft.com/office/drawing/2014/main" id="{3CEFD9E1-4A2A-4F56-BA19-2EB27C55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47118" y="2120456"/>
            <a:ext cx="101822" cy="136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222" name="G0015_history___C__1155__rect">
            <a:extLst xmlns:a="http://schemas.openxmlformats.org/drawingml/2006/main">
              <a:ext uri="{FF2B5EF4-FFF2-40B4-BE49-F238E27FC236}">
                <a16:creationId xmlns:a16="http://schemas.microsoft.com/office/drawing/2014/main" id="{3E0FAAE5-9051-4CAB-8597-875584EB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28925" y="2135886"/>
            <a:ext cx="101822" cy="136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433" name="G0015_history___B__1156__line">
            <a:extLst xmlns:a="http://schemas.openxmlformats.org/drawingml/2006/main">
              <a:ext uri="{FF2B5EF4-FFF2-40B4-BE49-F238E27FC236}">
                <a16:creationId xmlns:a16="http://schemas.microsoft.com/office/drawing/2014/main" id="{1BCA3696-C469-4791-A922-B891D2F0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28925" y="2181225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34" name="G0015_history___B__1157__line">
            <a:extLst xmlns:a="http://schemas.openxmlformats.org/drawingml/2006/main">
              <a:ext uri="{FF2B5EF4-FFF2-40B4-BE49-F238E27FC236}">
                <a16:creationId xmlns:a16="http://schemas.microsoft.com/office/drawing/2014/main" id="{F3B9BA2D-205A-47FB-B1F7-DE417BF1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28925" y="2226564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50" name="B__1137__line">
            <a:extLst xmlns:a="http://schemas.openxmlformats.org/drawingml/2006/main">
              <a:ext uri="{FF2B5EF4-FFF2-40B4-BE49-F238E27FC236}">
                <a16:creationId xmlns:a16="http://schemas.microsoft.com/office/drawing/2014/main" id="{88AD5752-6D63-4DA8-9FBC-56F15A0B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210" y="2403153"/>
            <a:ext cx="36386" cy="98936"/>
          </a:xfrm>
          <a:custGeom xmlns:a="http://schemas.openxmlformats.org/drawingml/2006/main">
            <a:pathLst>
              <a:path w="36373" h="116393">
                <a:moveTo>
                  <a:pt x="0" y="116393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74">
            <a:solidFill>
              <a:srgbClr val="A4B0B9"/>
            </a:solidFill>
            <a:prstDash val="solid"/>
          </a:ln>
        </p:spPr>
      </p:sp>
      <p:sp>
        <p:nvSpPr>
          <p:cNvPr id="1451" name="B__1138__line">
            <a:extLst xmlns:a="http://schemas.openxmlformats.org/drawingml/2006/main">
              <a:ext uri="{FF2B5EF4-FFF2-40B4-BE49-F238E27FC236}">
                <a16:creationId xmlns:a16="http://schemas.microsoft.com/office/drawing/2014/main" id="{ABC455A3-9748-4F37-98F8-41A0A7EC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357" y="2403153"/>
            <a:ext cx="36386" cy="98936"/>
          </a:xfrm>
          <a:custGeom xmlns:a="http://schemas.openxmlformats.org/drawingml/2006/main">
            <a:pathLst>
              <a:path w="36373" h="116393">
                <a:moveTo>
                  <a:pt x="0" y="116393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74">
            <a:solidFill>
              <a:srgbClr val="A4B0B9"/>
            </a:solidFill>
            <a:prstDash val="solid"/>
          </a:ln>
        </p:spPr>
      </p:sp>
      <p:sp>
        <p:nvSpPr>
          <p:cNvPr id="225" name="G0017_grid___C__1164__rect">
            <a:extLst xmlns:a="http://schemas.openxmlformats.org/drawingml/2006/main">
              <a:ext uri="{FF2B5EF4-FFF2-40B4-BE49-F238E27FC236}">
                <a16:creationId xmlns:a16="http://schemas.microsoft.com/office/drawing/2014/main" id="{EAE9CD9D-7DF8-42C0-A39D-13BE1794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26" name="G0017_grid___C__1165__rect">
            <a:extLst xmlns:a="http://schemas.openxmlformats.org/drawingml/2006/main">
              <a:ext uri="{FF2B5EF4-FFF2-40B4-BE49-F238E27FC236}">
                <a16:creationId xmlns:a16="http://schemas.microsoft.com/office/drawing/2014/main" id="{3017F433-4244-4D27-BC6B-1AB0EF16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5304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27" name="G0017_grid___C__1166__rect">
            <a:extLst xmlns:a="http://schemas.openxmlformats.org/drawingml/2006/main">
              <a:ext uri="{FF2B5EF4-FFF2-40B4-BE49-F238E27FC236}">
                <a16:creationId xmlns:a16="http://schemas.microsoft.com/office/drawing/2014/main" id="{9274FF59-A774-4B46-94DF-6721922C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4907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28" name="G0017_grid___C__1167__rect">
            <a:extLst xmlns:a="http://schemas.openxmlformats.org/drawingml/2006/main">
              <a:ext uri="{FF2B5EF4-FFF2-40B4-BE49-F238E27FC236}">
                <a16:creationId xmlns:a16="http://schemas.microsoft.com/office/drawing/2014/main" id="{8D9F4F29-0FEB-4C25-8A7B-91DD8CD7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4511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29" name="G0017_grid___C__1168__rect">
            <a:extLst xmlns:a="http://schemas.openxmlformats.org/drawingml/2006/main">
              <a:ext uri="{FF2B5EF4-FFF2-40B4-BE49-F238E27FC236}">
                <a16:creationId xmlns:a16="http://schemas.microsoft.com/office/drawing/2014/main" id="{C5EF95E6-A2C7-4935-AB09-ED982F2E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185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0" name="G0017_grid___C__1169__rect">
            <a:extLst xmlns:a="http://schemas.openxmlformats.org/drawingml/2006/main">
              <a:ext uri="{FF2B5EF4-FFF2-40B4-BE49-F238E27FC236}">
                <a16:creationId xmlns:a16="http://schemas.microsoft.com/office/drawing/2014/main" id="{5273C537-2E3F-4D70-BBEB-9981F044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3789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1" name="G0017_grid___C__1170__rect">
            <a:extLst xmlns:a="http://schemas.openxmlformats.org/drawingml/2006/main">
              <a:ext uri="{FF2B5EF4-FFF2-40B4-BE49-F238E27FC236}">
                <a16:creationId xmlns:a16="http://schemas.microsoft.com/office/drawing/2014/main" id="{831C99DE-3338-4D6D-9134-3E002E85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3393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2" name="G0017_grid___C__1171__rect">
            <a:extLst xmlns:a="http://schemas.openxmlformats.org/drawingml/2006/main">
              <a:ext uri="{FF2B5EF4-FFF2-40B4-BE49-F238E27FC236}">
                <a16:creationId xmlns:a16="http://schemas.microsoft.com/office/drawing/2014/main" id="{117EC7C9-6C0D-4FAE-95ED-57DEE734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2996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3" name="G0017_grid___C__1172__rect">
            <a:extLst xmlns:a="http://schemas.openxmlformats.org/drawingml/2006/main">
              <a:ext uri="{FF2B5EF4-FFF2-40B4-BE49-F238E27FC236}">
                <a16:creationId xmlns:a16="http://schemas.microsoft.com/office/drawing/2014/main" id="{E4C628C8-9D31-4689-A5DB-FB5EEFEA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32600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4" name="G0017_grid___C__1173__rect">
            <a:extLst xmlns:a="http://schemas.openxmlformats.org/drawingml/2006/main">
              <a:ext uri="{FF2B5EF4-FFF2-40B4-BE49-F238E27FC236}">
                <a16:creationId xmlns:a16="http://schemas.microsoft.com/office/drawing/2014/main" id="{71BE7777-23FC-479D-A350-113BE378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204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5" name="G0017_grid___C__1174__rect">
            <a:extLst xmlns:a="http://schemas.openxmlformats.org/drawingml/2006/main">
              <a:ext uri="{FF2B5EF4-FFF2-40B4-BE49-F238E27FC236}">
                <a16:creationId xmlns:a16="http://schemas.microsoft.com/office/drawing/2014/main" id="{E8BE073E-93ED-4931-9F24-2777FB24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6" name="G0017_grid___C__1175__rect">
            <a:extLst xmlns:a="http://schemas.openxmlformats.org/drawingml/2006/main">
              <a:ext uri="{FF2B5EF4-FFF2-40B4-BE49-F238E27FC236}">
                <a16:creationId xmlns:a16="http://schemas.microsoft.com/office/drawing/2014/main" id="{EA585FE7-248D-4052-B90D-4461492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5304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7" name="G0017_grid___C__1176__rect">
            <a:extLst xmlns:a="http://schemas.openxmlformats.org/drawingml/2006/main">
              <a:ext uri="{FF2B5EF4-FFF2-40B4-BE49-F238E27FC236}">
                <a16:creationId xmlns:a16="http://schemas.microsoft.com/office/drawing/2014/main" id="{24CC6897-BC9C-410B-8808-F081E601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4907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8" name="G0017_grid___C__1177__rect">
            <a:extLst xmlns:a="http://schemas.openxmlformats.org/drawingml/2006/main">
              <a:ext uri="{FF2B5EF4-FFF2-40B4-BE49-F238E27FC236}">
                <a16:creationId xmlns:a16="http://schemas.microsoft.com/office/drawing/2014/main" id="{2222781D-EF79-41D4-A49A-B5951E26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4511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9" name="G0017_grid___C__1178__rect">
            <a:extLst xmlns:a="http://schemas.openxmlformats.org/drawingml/2006/main">
              <a:ext uri="{FF2B5EF4-FFF2-40B4-BE49-F238E27FC236}">
                <a16:creationId xmlns:a16="http://schemas.microsoft.com/office/drawing/2014/main" id="{3E51CF28-6BDC-427D-A7E9-2EF71D69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185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0" name="G0017_grid___C__1179__rect">
            <a:extLst xmlns:a="http://schemas.openxmlformats.org/drawingml/2006/main">
              <a:ext uri="{FF2B5EF4-FFF2-40B4-BE49-F238E27FC236}">
                <a16:creationId xmlns:a16="http://schemas.microsoft.com/office/drawing/2014/main" id="{7EE46E8D-C7B0-42D0-B90D-54CAFA82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3789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1" name="G0017_grid___C__1180__rect">
            <a:extLst xmlns:a="http://schemas.openxmlformats.org/drawingml/2006/main">
              <a:ext uri="{FF2B5EF4-FFF2-40B4-BE49-F238E27FC236}">
                <a16:creationId xmlns:a16="http://schemas.microsoft.com/office/drawing/2014/main" id="{3BF77FE4-0269-456E-BCB2-98CDE4A0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3393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2" name="G0017_grid___C__1181__rect">
            <a:extLst xmlns:a="http://schemas.openxmlformats.org/drawingml/2006/main">
              <a:ext uri="{FF2B5EF4-FFF2-40B4-BE49-F238E27FC236}">
                <a16:creationId xmlns:a16="http://schemas.microsoft.com/office/drawing/2014/main" id="{751FE9D8-5A6A-4EB3-BA45-B753729B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2996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3" name="G0017_grid___C__1182__rect">
            <a:extLst xmlns:a="http://schemas.openxmlformats.org/drawingml/2006/main">
              <a:ext uri="{FF2B5EF4-FFF2-40B4-BE49-F238E27FC236}">
                <a16:creationId xmlns:a16="http://schemas.microsoft.com/office/drawing/2014/main" id="{AFE0384F-90B8-4C15-A902-066D01A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32600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4" name="G0017_grid___C__1183__rect">
            <a:extLst xmlns:a="http://schemas.openxmlformats.org/drawingml/2006/main">
              <a:ext uri="{FF2B5EF4-FFF2-40B4-BE49-F238E27FC236}">
                <a16:creationId xmlns:a16="http://schemas.microsoft.com/office/drawing/2014/main" id="{56FA35F7-7ED8-4387-BE7D-4EAB9D1A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204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5" name="G0017_grid___C__1184__rect">
            <a:extLst xmlns:a="http://schemas.openxmlformats.org/drawingml/2006/main">
              <a:ext uri="{FF2B5EF4-FFF2-40B4-BE49-F238E27FC236}">
                <a16:creationId xmlns:a16="http://schemas.microsoft.com/office/drawing/2014/main" id="{390501A1-DEB9-4FB3-AAF5-176E22F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6" name="G0017_grid___C__1185__rect">
            <a:extLst xmlns:a="http://schemas.openxmlformats.org/drawingml/2006/main">
              <a:ext uri="{FF2B5EF4-FFF2-40B4-BE49-F238E27FC236}">
                <a16:creationId xmlns:a16="http://schemas.microsoft.com/office/drawing/2014/main" id="{BC74F648-A8BE-48A8-8E57-8040975B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5304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7" name="G0017_grid___C__1186__rect">
            <a:extLst xmlns:a="http://schemas.openxmlformats.org/drawingml/2006/main">
              <a:ext uri="{FF2B5EF4-FFF2-40B4-BE49-F238E27FC236}">
                <a16:creationId xmlns:a16="http://schemas.microsoft.com/office/drawing/2014/main" id="{4C315CA7-A11B-485C-A307-1397C265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4907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8" name="G0017_grid___C__1187__rect">
            <a:extLst xmlns:a="http://schemas.openxmlformats.org/drawingml/2006/main">
              <a:ext uri="{FF2B5EF4-FFF2-40B4-BE49-F238E27FC236}">
                <a16:creationId xmlns:a16="http://schemas.microsoft.com/office/drawing/2014/main" id="{98721CE5-7F73-4CFA-9036-A54E3D76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4511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9" name="G0017_grid___C__1188__rect">
            <a:extLst xmlns:a="http://schemas.openxmlformats.org/drawingml/2006/main">
              <a:ext uri="{FF2B5EF4-FFF2-40B4-BE49-F238E27FC236}">
                <a16:creationId xmlns:a16="http://schemas.microsoft.com/office/drawing/2014/main" id="{EE1C6AAF-E2EA-48CC-96D5-FE8698D2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185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0" name="G0017_grid___C__1189__rect">
            <a:extLst xmlns:a="http://schemas.openxmlformats.org/drawingml/2006/main">
              <a:ext uri="{FF2B5EF4-FFF2-40B4-BE49-F238E27FC236}">
                <a16:creationId xmlns:a16="http://schemas.microsoft.com/office/drawing/2014/main" id="{538A0C16-9CA0-4DBD-ABEC-910728B6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3789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1" name="G0017_grid___C__1190__rect">
            <a:extLst xmlns:a="http://schemas.openxmlformats.org/drawingml/2006/main">
              <a:ext uri="{FF2B5EF4-FFF2-40B4-BE49-F238E27FC236}">
                <a16:creationId xmlns:a16="http://schemas.microsoft.com/office/drawing/2014/main" id="{122EC14C-660B-4926-B53E-7F7BD22C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3393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2" name="G0017_grid___C__1191__rect">
            <a:extLst xmlns:a="http://schemas.openxmlformats.org/drawingml/2006/main">
              <a:ext uri="{FF2B5EF4-FFF2-40B4-BE49-F238E27FC236}">
                <a16:creationId xmlns:a16="http://schemas.microsoft.com/office/drawing/2014/main" id="{7A5C88BF-42A2-4BCA-A319-1C9D88AD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2996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3" name="G0017_grid___C__1192__rect">
            <a:extLst xmlns:a="http://schemas.openxmlformats.org/drawingml/2006/main">
              <a:ext uri="{FF2B5EF4-FFF2-40B4-BE49-F238E27FC236}">
                <a16:creationId xmlns:a16="http://schemas.microsoft.com/office/drawing/2014/main" id="{331E1F0A-5EFC-4E2E-B91A-CF2D541C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32600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4" name="G0017_grid___C__1193__rect">
            <a:extLst xmlns:a="http://schemas.openxmlformats.org/drawingml/2006/main">
              <a:ext uri="{FF2B5EF4-FFF2-40B4-BE49-F238E27FC236}">
                <a16:creationId xmlns:a16="http://schemas.microsoft.com/office/drawing/2014/main" id="{2B8273F7-8B95-4282-A58F-AACAB50F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204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5" name="G0017_grid___C__1194__rect">
            <a:extLst xmlns:a="http://schemas.openxmlformats.org/drawingml/2006/main">
              <a:ext uri="{FF2B5EF4-FFF2-40B4-BE49-F238E27FC236}">
                <a16:creationId xmlns:a16="http://schemas.microsoft.com/office/drawing/2014/main" id="{7299910B-61D8-441C-9399-0FA9EA4B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6" name="G0017_grid___C__1195__rect">
            <a:extLst xmlns:a="http://schemas.openxmlformats.org/drawingml/2006/main">
              <a:ext uri="{FF2B5EF4-FFF2-40B4-BE49-F238E27FC236}">
                <a16:creationId xmlns:a16="http://schemas.microsoft.com/office/drawing/2014/main" id="{D099E1DC-89B6-4702-8520-28303EE1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5304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7" name="G0017_grid___C__1196__rect">
            <a:extLst xmlns:a="http://schemas.openxmlformats.org/drawingml/2006/main">
              <a:ext uri="{FF2B5EF4-FFF2-40B4-BE49-F238E27FC236}">
                <a16:creationId xmlns:a16="http://schemas.microsoft.com/office/drawing/2014/main" id="{970AD98D-50E3-4250-9967-C5E21E8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4907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8" name="G0017_grid___C__1197__rect">
            <a:extLst xmlns:a="http://schemas.openxmlformats.org/drawingml/2006/main">
              <a:ext uri="{FF2B5EF4-FFF2-40B4-BE49-F238E27FC236}">
                <a16:creationId xmlns:a16="http://schemas.microsoft.com/office/drawing/2014/main" id="{278B41B2-8B6A-4224-AC29-E6EB6D53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4511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9" name="G0017_grid___C__1198__rect">
            <a:extLst xmlns:a="http://schemas.openxmlformats.org/drawingml/2006/main">
              <a:ext uri="{FF2B5EF4-FFF2-40B4-BE49-F238E27FC236}">
                <a16:creationId xmlns:a16="http://schemas.microsoft.com/office/drawing/2014/main" id="{3B2BD59B-7A5C-4216-8FFF-300F9056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185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0" name="G0017_grid___C__1199__rect">
            <a:extLst xmlns:a="http://schemas.openxmlformats.org/drawingml/2006/main">
              <a:ext uri="{FF2B5EF4-FFF2-40B4-BE49-F238E27FC236}">
                <a16:creationId xmlns:a16="http://schemas.microsoft.com/office/drawing/2014/main" id="{19BCE99F-CA54-4D48-A9DE-5EE2443D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3789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1" name="G0017_grid___C__1200__rect">
            <a:extLst xmlns:a="http://schemas.openxmlformats.org/drawingml/2006/main">
              <a:ext uri="{FF2B5EF4-FFF2-40B4-BE49-F238E27FC236}">
                <a16:creationId xmlns:a16="http://schemas.microsoft.com/office/drawing/2014/main" id="{672A6207-8EE4-4042-AA6E-AEF264FD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3393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2" name="G0017_grid___C__1201__rect">
            <a:extLst xmlns:a="http://schemas.openxmlformats.org/drawingml/2006/main">
              <a:ext uri="{FF2B5EF4-FFF2-40B4-BE49-F238E27FC236}">
                <a16:creationId xmlns:a16="http://schemas.microsoft.com/office/drawing/2014/main" id="{F91A437C-EE12-4068-8668-15F8BA44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2996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3" name="G0017_grid___C__1202__rect">
            <a:extLst xmlns:a="http://schemas.openxmlformats.org/drawingml/2006/main">
              <a:ext uri="{FF2B5EF4-FFF2-40B4-BE49-F238E27FC236}">
                <a16:creationId xmlns:a16="http://schemas.microsoft.com/office/drawing/2014/main" id="{3CF2795B-AD97-49CF-A91D-5FB293AF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32600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4" name="G0017_grid___C__1203__rect">
            <a:extLst xmlns:a="http://schemas.openxmlformats.org/drawingml/2006/main">
              <a:ext uri="{FF2B5EF4-FFF2-40B4-BE49-F238E27FC236}">
                <a16:creationId xmlns:a16="http://schemas.microsoft.com/office/drawing/2014/main" id="{6BBE5A25-F802-4A90-902D-92594C5D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204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5" name="G0017_grid___C__1204__rect">
            <a:extLst xmlns:a="http://schemas.openxmlformats.org/drawingml/2006/main">
              <a:ext uri="{FF2B5EF4-FFF2-40B4-BE49-F238E27FC236}">
                <a16:creationId xmlns:a16="http://schemas.microsoft.com/office/drawing/2014/main" id="{FD3392B5-9E3D-4F5F-B545-738120CD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6" name="G0017_grid___C__1205__rect">
            <a:extLst xmlns:a="http://schemas.openxmlformats.org/drawingml/2006/main">
              <a:ext uri="{FF2B5EF4-FFF2-40B4-BE49-F238E27FC236}">
                <a16:creationId xmlns:a16="http://schemas.microsoft.com/office/drawing/2014/main" id="{581F1180-E347-48BE-9E15-D48790A8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5304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7" name="G0017_grid___C__1206__rect">
            <a:extLst xmlns:a="http://schemas.openxmlformats.org/drawingml/2006/main">
              <a:ext uri="{FF2B5EF4-FFF2-40B4-BE49-F238E27FC236}">
                <a16:creationId xmlns:a16="http://schemas.microsoft.com/office/drawing/2014/main" id="{F810A0D8-CC9C-4C53-BAAC-E4BCA100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4907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8" name="G0017_grid___C__1207__rect">
            <a:extLst xmlns:a="http://schemas.openxmlformats.org/drawingml/2006/main">
              <a:ext uri="{FF2B5EF4-FFF2-40B4-BE49-F238E27FC236}">
                <a16:creationId xmlns:a16="http://schemas.microsoft.com/office/drawing/2014/main" id="{665DD73B-F15A-4E0C-8917-75CC32D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4511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9" name="G0017_grid___C__1208__rect">
            <a:extLst xmlns:a="http://schemas.openxmlformats.org/drawingml/2006/main">
              <a:ext uri="{FF2B5EF4-FFF2-40B4-BE49-F238E27FC236}">
                <a16:creationId xmlns:a16="http://schemas.microsoft.com/office/drawing/2014/main" id="{A33E97DB-792B-4498-A541-F7F1266F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185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0" name="G0017_grid___C__1209__rect">
            <a:extLst xmlns:a="http://schemas.openxmlformats.org/drawingml/2006/main">
              <a:ext uri="{FF2B5EF4-FFF2-40B4-BE49-F238E27FC236}">
                <a16:creationId xmlns:a16="http://schemas.microsoft.com/office/drawing/2014/main" id="{DA5D48CE-3389-4534-91B5-AE06EBC1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3789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1" name="G0017_grid___C__1210__rect">
            <a:extLst xmlns:a="http://schemas.openxmlformats.org/drawingml/2006/main">
              <a:ext uri="{FF2B5EF4-FFF2-40B4-BE49-F238E27FC236}">
                <a16:creationId xmlns:a16="http://schemas.microsoft.com/office/drawing/2014/main" id="{744B23D4-E76A-4D88-A1D7-EF4F50E4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3393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2" name="G0017_grid___C__1211__rect">
            <a:extLst xmlns:a="http://schemas.openxmlformats.org/drawingml/2006/main">
              <a:ext uri="{FF2B5EF4-FFF2-40B4-BE49-F238E27FC236}">
                <a16:creationId xmlns:a16="http://schemas.microsoft.com/office/drawing/2014/main" id="{598D1D67-7773-46EE-96A6-54C86759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2996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3" name="G0017_grid___C__1212__rect">
            <a:extLst xmlns:a="http://schemas.openxmlformats.org/drawingml/2006/main">
              <a:ext uri="{FF2B5EF4-FFF2-40B4-BE49-F238E27FC236}">
                <a16:creationId xmlns:a16="http://schemas.microsoft.com/office/drawing/2014/main" id="{39F2DEBE-ED90-433B-929C-B63B1C14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32600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4" name="G0017_grid___C__1213__rect">
            <a:extLst xmlns:a="http://schemas.openxmlformats.org/drawingml/2006/main">
              <a:ext uri="{FF2B5EF4-FFF2-40B4-BE49-F238E27FC236}">
                <a16:creationId xmlns:a16="http://schemas.microsoft.com/office/drawing/2014/main" id="{A3BFECEE-0FB3-499C-8A4F-DA456BCE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204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5" name="G0017_grid___C__1214__rect">
            <a:extLst xmlns:a="http://schemas.openxmlformats.org/drawingml/2006/main">
              <a:ext uri="{FF2B5EF4-FFF2-40B4-BE49-F238E27FC236}">
                <a16:creationId xmlns:a16="http://schemas.microsoft.com/office/drawing/2014/main" id="{F3DDEC99-95E1-4B7B-A34E-7298AFFB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6" name="G0017_grid___C__1215__rect">
            <a:extLst xmlns:a="http://schemas.openxmlformats.org/drawingml/2006/main">
              <a:ext uri="{FF2B5EF4-FFF2-40B4-BE49-F238E27FC236}">
                <a16:creationId xmlns:a16="http://schemas.microsoft.com/office/drawing/2014/main" id="{57B4DF13-E060-46E4-A119-D4E65B15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5304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7" name="G0017_grid___C__1216__rect">
            <a:extLst xmlns:a="http://schemas.openxmlformats.org/drawingml/2006/main">
              <a:ext uri="{FF2B5EF4-FFF2-40B4-BE49-F238E27FC236}">
                <a16:creationId xmlns:a16="http://schemas.microsoft.com/office/drawing/2014/main" id="{C772AE7F-3DE2-45E6-B7A8-4F1C68A8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4907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8" name="G0017_grid___C__1217__rect">
            <a:extLst xmlns:a="http://schemas.openxmlformats.org/drawingml/2006/main">
              <a:ext uri="{FF2B5EF4-FFF2-40B4-BE49-F238E27FC236}">
                <a16:creationId xmlns:a16="http://schemas.microsoft.com/office/drawing/2014/main" id="{1F349DB1-26C1-4BF1-9784-F34F4999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4511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9" name="G0017_grid___C__1218__rect">
            <a:extLst xmlns:a="http://schemas.openxmlformats.org/drawingml/2006/main">
              <a:ext uri="{FF2B5EF4-FFF2-40B4-BE49-F238E27FC236}">
                <a16:creationId xmlns:a16="http://schemas.microsoft.com/office/drawing/2014/main" id="{1B42107E-C4D9-4896-80A3-8A820D68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185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0" name="G0017_grid___C__1219__rect">
            <a:extLst xmlns:a="http://schemas.openxmlformats.org/drawingml/2006/main">
              <a:ext uri="{FF2B5EF4-FFF2-40B4-BE49-F238E27FC236}">
                <a16:creationId xmlns:a16="http://schemas.microsoft.com/office/drawing/2014/main" id="{882FAEB0-486F-4410-A354-18CAABF8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3789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1" name="G0017_grid___C__1220__rect">
            <a:extLst xmlns:a="http://schemas.openxmlformats.org/drawingml/2006/main">
              <a:ext uri="{FF2B5EF4-FFF2-40B4-BE49-F238E27FC236}">
                <a16:creationId xmlns:a16="http://schemas.microsoft.com/office/drawing/2014/main" id="{6165F1A2-FD83-4D1A-88F4-701D51C2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3393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2" name="G0017_grid___C__1221__rect">
            <a:extLst xmlns:a="http://schemas.openxmlformats.org/drawingml/2006/main">
              <a:ext uri="{FF2B5EF4-FFF2-40B4-BE49-F238E27FC236}">
                <a16:creationId xmlns:a16="http://schemas.microsoft.com/office/drawing/2014/main" id="{66FB39B9-0E34-438C-82CB-09EF9000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2996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3" name="G0017_grid___C__1222__rect">
            <a:extLst xmlns:a="http://schemas.openxmlformats.org/drawingml/2006/main">
              <a:ext uri="{FF2B5EF4-FFF2-40B4-BE49-F238E27FC236}">
                <a16:creationId xmlns:a16="http://schemas.microsoft.com/office/drawing/2014/main" id="{5813F7D6-2CBB-4E13-824E-F7475402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32600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4" name="G0017_grid___C__1223__rect">
            <a:extLst xmlns:a="http://schemas.openxmlformats.org/drawingml/2006/main">
              <a:ext uri="{FF2B5EF4-FFF2-40B4-BE49-F238E27FC236}">
                <a16:creationId xmlns:a16="http://schemas.microsoft.com/office/drawing/2014/main" id="{4B83D7D3-29C1-4E1D-B3FE-9119E782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204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5" name="G0017_grid___C__1224__rect">
            <a:extLst xmlns:a="http://schemas.openxmlformats.org/drawingml/2006/main">
              <a:ext uri="{FF2B5EF4-FFF2-40B4-BE49-F238E27FC236}">
                <a16:creationId xmlns:a16="http://schemas.microsoft.com/office/drawing/2014/main" id="{E89C7994-BB2C-4DCE-BBB5-0B16C9F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6" name="G0017_grid___C__1225__rect">
            <a:extLst xmlns:a="http://schemas.openxmlformats.org/drawingml/2006/main">
              <a:ext uri="{FF2B5EF4-FFF2-40B4-BE49-F238E27FC236}">
                <a16:creationId xmlns:a16="http://schemas.microsoft.com/office/drawing/2014/main" id="{C2E92EA5-3BC7-4382-B4F7-CDBC141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5304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7" name="G0017_grid___C__1226__rect">
            <a:extLst xmlns:a="http://schemas.openxmlformats.org/drawingml/2006/main">
              <a:ext uri="{FF2B5EF4-FFF2-40B4-BE49-F238E27FC236}">
                <a16:creationId xmlns:a16="http://schemas.microsoft.com/office/drawing/2014/main" id="{EC5C1885-6D56-45A5-84B0-95A8BA8A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4907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8" name="G0017_grid___C__1227__rect">
            <a:extLst xmlns:a="http://schemas.openxmlformats.org/drawingml/2006/main">
              <a:ext uri="{FF2B5EF4-FFF2-40B4-BE49-F238E27FC236}">
                <a16:creationId xmlns:a16="http://schemas.microsoft.com/office/drawing/2014/main" id="{3E3FC1A2-B8F5-4EFE-91E6-BDC16E25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4511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9" name="G0017_grid___C__1228__rect">
            <a:extLst xmlns:a="http://schemas.openxmlformats.org/drawingml/2006/main">
              <a:ext uri="{FF2B5EF4-FFF2-40B4-BE49-F238E27FC236}">
                <a16:creationId xmlns:a16="http://schemas.microsoft.com/office/drawing/2014/main" id="{0BEF68C6-C3C1-42D1-83B3-95A604B1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185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0" name="G0017_grid___C__1229__rect">
            <a:extLst xmlns:a="http://schemas.openxmlformats.org/drawingml/2006/main">
              <a:ext uri="{FF2B5EF4-FFF2-40B4-BE49-F238E27FC236}">
                <a16:creationId xmlns:a16="http://schemas.microsoft.com/office/drawing/2014/main" id="{C0A68C2E-6608-46B6-BB25-013555CE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3789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1" name="G0017_grid___C__1230__rect">
            <a:extLst xmlns:a="http://schemas.openxmlformats.org/drawingml/2006/main">
              <a:ext uri="{FF2B5EF4-FFF2-40B4-BE49-F238E27FC236}">
                <a16:creationId xmlns:a16="http://schemas.microsoft.com/office/drawing/2014/main" id="{AD43EF27-3DD3-4337-9649-CFC47509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3393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2" name="G0017_grid___C__1231__rect">
            <a:extLst xmlns:a="http://schemas.openxmlformats.org/drawingml/2006/main">
              <a:ext uri="{FF2B5EF4-FFF2-40B4-BE49-F238E27FC236}">
                <a16:creationId xmlns:a16="http://schemas.microsoft.com/office/drawing/2014/main" id="{E4722789-3329-4C94-AC13-4F6B8555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2996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3" name="G0017_grid___C__1232__rect">
            <a:extLst xmlns:a="http://schemas.openxmlformats.org/drawingml/2006/main">
              <a:ext uri="{FF2B5EF4-FFF2-40B4-BE49-F238E27FC236}">
                <a16:creationId xmlns:a16="http://schemas.microsoft.com/office/drawing/2014/main" id="{2444BE24-2E52-4B6B-9DC6-336690DD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32600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4" name="G0017_grid___C__1233__rect">
            <a:extLst xmlns:a="http://schemas.openxmlformats.org/drawingml/2006/main">
              <a:ext uri="{FF2B5EF4-FFF2-40B4-BE49-F238E27FC236}">
                <a16:creationId xmlns:a16="http://schemas.microsoft.com/office/drawing/2014/main" id="{4B62F56F-A95F-4A6D-AA6E-34B2045B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204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5" name="G0017_grid___C__1234__rect">
            <a:extLst xmlns:a="http://schemas.openxmlformats.org/drawingml/2006/main">
              <a:ext uri="{FF2B5EF4-FFF2-40B4-BE49-F238E27FC236}">
                <a16:creationId xmlns:a16="http://schemas.microsoft.com/office/drawing/2014/main" id="{4626D74A-CA17-461B-A9B9-9567A372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6" name="G0017_grid___C__1235__rect">
            <a:extLst xmlns:a="http://schemas.openxmlformats.org/drawingml/2006/main">
              <a:ext uri="{FF2B5EF4-FFF2-40B4-BE49-F238E27FC236}">
                <a16:creationId xmlns:a16="http://schemas.microsoft.com/office/drawing/2014/main" id="{7067A0F9-8659-431D-8C35-3396EA3B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5304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7" name="G0017_grid___C__1236__rect">
            <a:extLst xmlns:a="http://schemas.openxmlformats.org/drawingml/2006/main">
              <a:ext uri="{FF2B5EF4-FFF2-40B4-BE49-F238E27FC236}">
                <a16:creationId xmlns:a16="http://schemas.microsoft.com/office/drawing/2014/main" id="{1F2262BD-F911-414A-9B70-1C464AFB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4907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8" name="G0017_grid___C__1237__rect">
            <a:extLst xmlns:a="http://schemas.openxmlformats.org/drawingml/2006/main">
              <a:ext uri="{FF2B5EF4-FFF2-40B4-BE49-F238E27FC236}">
                <a16:creationId xmlns:a16="http://schemas.microsoft.com/office/drawing/2014/main" id="{0C2D89E9-C570-480A-8B8E-5E52E411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4511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9" name="G0017_grid___C__1238__rect">
            <a:extLst xmlns:a="http://schemas.openxmlformats.org/drawingml/2006/main">
              <a:ext uri="{FF2B5EF4-FFF2-40B4-BE49-F238E27FC236}">
                <a16:creationId xmlns:a16="http://schemas.microsoft.com/office/drawing/2014/main" id="{0490B1B3-AD78-4A75-A939-57A6B9CA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185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0" name="G0017_grid___C__1239__rect">
            <a:extLst xmlns:a="http://schemas.openxmlformats.org/drawingml/2006/main">
              <a:ext uri="{FF2B5EF4-FFF2-40B4-BE49-F238E27FC236}">
                <a16:creationId xmlns:a16="http://schemas.microsoft.com/office/drawing/2014/main" id="{CF43F5D6-D37E-4896-BDA8-B25BE48A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3789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1" name="G0017_grid___C__1240__rect">
            <a:extLst xmlns:a="http://schemas.openxmlformats.org/drawingml/2006/main">
              <a:ext uri="{FF2B5EF4-FFF2-40B4-BE49-F238E27FC236}">
                <a16:creationId xmlns:a16="http://schemas.microsoft.com/office/drawing/2014/main" id="{4335639B-9481-4A6B-B553-5E672404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3393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2" name="G0017_grid___C__1241__rect">
            <a:extLst xmlns:a="http://schemas.openxmlformats.org/drawingml/2006/main">
              <a:ext uri="{FF2B5EF4-FFF2-40B4-BE49-F238E27FC236}">
                <a16:creationId xmlns:a16="http://schemas.microsoft.com/office/drawing/2014/main" id="{8491F25C-C7E2-4A14-8EBC-0ECED65E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2996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3" name="G0017_grid___C__1242__rect">
            <a:extLst xmlns:a="http://schemas.openxmlformats.org/drawingml/2006/main">
              <a:ext uri="{FF2B5EF4-FFF2-40B4-BE49-F238E27FC236}">
                <a16:creationId xmlns:a16="http://schemas.microsoft.com/office/drawing/2014/main" id="{B4CA23FC-E88F-4426-ACDB-B9A9BC09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32600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4" name="G0017_grid___C__1243__rect">
            <a:extLst xmlns:a="http://schemas.openxmlformats.org/drawingml/2006/main">
              <a:ext uri="{FF2B5EF4-FFF2-40B4-BE49-F238E27FC236}">
                <a16:creationId xmlns:a16="http://schemas.microsoft.com/office/drawing/2014/main" id="{1AA36B33-7717-4DEA-B04B-40A15483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204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5" name="G0017_grid___C__1244__rect">
            <a:extLst xmlns:a="http://schemas.openxmlformats.org/drawingml/2006/main">
              <a:ext uri="{FF2B5EF4-FFF2-40B4-BE49-F238E27FC236}">
                <a16:creationId xmlns:a16="http://schemas.microsoft.com/office/drawing/2014/main" id="{31D04D73-AAE0-4327-9815-F5E266A5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6" name="G0017_grid___C__1245__rect">
            <a:extLst xmlns:a="http://schemas.openxmlformats.org/drawingml/2006/main">
              <a:ext uri="{FF2B5EF4-FFF2-40B4-BE49-F238E27FC236}">
                <a16:creationId xmlns:a16="http://schemas.microsoft.com/office/drawing/2014/main" id="{6418F375-E976-49CF-AEAD-66A5F087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5304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7" name="G0017_grid___C__1246__rect">
            <a:extLst xmlns:a="http://schemas.openxmlformats.org/drawingml/2006/main">
              <a:ext uri="{FF2B5EF4-FFF2-40B4-BE49-F238E27FC236}">
                <a16:creationId xmlns:a16="http://schemas.microsoft.com/office/drawing/2014/main" id="{D0CD38D6-7419-410A-8390-BE2E295D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4907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8" name="G0017_grid___C__1247__rect">
            <a:extLst xmlns:a="http://schemas.openxmlformats.org/drawingml/2006/main">
              <a:ext uri="{FF2B5EF4-FFF2-40B4-BE49-F238E27FC236}">
                <a16:creationId xmlns:a16="http://schemas.microsoft.com/office/drawing/2014/main" id="{7151BF88-6B53-4E67-896F-31AD003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4511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9" name="G0017_grid___C__1248__rect">
            <a:extLst xmlns:a="http://schemas.openxmlformats.org/drawingml/2006/main">
              <a:ext uri="{FF2B5EF4-FFF2-40B4-BE49-F238E27FC236}">
                <a16:creationId xmlns:a16="http://schemas.microsoft.com/office/drawing/2014/main" id="{C6AA1600-AEB4-414F-9CF7-65B88A0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185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0" name="G0017_grid___C__1249__rect">
            <a:extLst xmlns:a="http://schemas.openxmlformats.org/drawingml/2006/main">
              <a:ext uri="{FF2B5EF4-FFF2-40B4-BE49-F238E27FC236}">
                <a16:creationId xmlns:a16="http://schemas.microsoft.com/office/drawing/2014/main" id="{918C076E-835D-470E-B65B-57CAC4CC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3789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1" name="G0017_grid___C__1250__rect">
            <a:extLst xmlns:a="http://schemas.openxmlformats.org/drawingml/2006/main">
              <a:ext uri="{FF2B5EF4-FFF2-40B4-BE49-F238E27FC236}">
                <a16:creationId xmlns:a16="http://schemas.microsoft.com/office/drawing/2014/main" id="{C9A4C2D9-3D11-4C4D-8F72-95C08C6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3393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2" name="G0017_grid___C__1251__rect">
            <a:extLst xmlns:a="http://schemas.openxmlformats.org/drawingml/2006/main">
              <a:ext uri="{FF2B5EF4-FFF2-40B4-BE49-F238E27FC236}">
                <a16:creationId xmlns:a16="http://schemas.microsoft.com/office/drawing/2014/main" id="{A8B1C3E7-0DAB-4BBC-8BE8-BD58C5E0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2996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3" name="G0017_grid___C__1252__rect">
            <a:extLst xmlns:a="http://schemas.openxmlformats.org/drawingml/2006/main">
              <a:ext uri="{FF2B5EF4-FFF2-40B4-BE49-F238E27FC236}">
                <a16:creationId xmlns:a16="http://schemas.microsoft.com/office/drawing/2014/main" id="{B4AEAB70-B52F-4225-90E8-AA960ADB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32600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4" name="G0017_grid___C__1253__rect">
            <a:extLst xmlns:a="http://schemas.openxmlformats.org/drawingml/2006/main">
              <a:ext uri="{FF2B5EF4-FFF2-40B4-BE49-F238E27FC236}">
                <a16:creationId xmlns:a16="http://schemas.microsoft.com/office/drawing/2014/main" id="{04C152D0-4FA9-40C3-A343-12B4B4C4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204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5" name="G0017_grid___C__1254__rect">
            <a:extLst xmlns:a="http://schemas.openxmlformats.org/drawingml/2006/main">
              <a:ext uri="{FF2B5EF4-FFF2-40B4-BE49-F238E27FC236}">
                <a16:creationId xmlns:a16="http://schemas.microsoft.com/office/drawing/2014/main" id="{AE98EE67-3D52-4A5B-89EC-EE9C0E2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6" name="G0017_grid___C__1255__rect">
            <a:extLst xmlns:a="http://schemas.openxmlformats.org/drawingml/2006/main">
              <a:ext uri="{FF2B5EF4-FFF2-40B4-BE49-F238E27FC236}">
                <a16:creationId xmlns:a16="http://schemas.microsoft.com/office/drawing/2014/main" id="{33902DC3-F9AE-40BE-8D8D-ACF9DA5A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5304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7" name="G0017_grid___C__1256__rect">
            <a:extLst xmlns:a="http://schemas.openxmlformats.org/drawingml/2006/main">
              <a:ext uri="{FF2B5EF4-FFF2-40B4-BE49-F238E27FC236}">
                <a16:creationId xmlns:a16="http://schemas.microsoft.com/office/drawing/2014/main" id="{DFDCAA22-3BA9-4C22-BA36-C9EE1E61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4907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8" name="G0017_grid___C__1257__rect">
            <a:extLst xmlns:a="http://schemas.openxmlformats.org/drawingml/2006/main">
              <a:ext uri="{FF2B5EF4-FFF2-40B4-BE49-F238E27FC236}">
                <a16:creationId xmlns:a16="http://schemas.microsoft.com/office/drawing/2014/main" id="{B7F9F04A-9537-4F49-8B8F-DFB01BAB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4511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9" name="G0017_grid___C__1258__rect">
            <a:extLst xmlns:a="http://schemas.openxmlformats.org/drawingml/2006/main">
              <a:ext uri="{FF2B5EF4-FFF2-40B4-BE49-F238E27FC236}">
                <a16:creationId xmlns:a16="http://schemas.microsoft.com/office/drawing/2014/main" id="{F3FF81D9-01D6-4FE5-AF66-2CCFB067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185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0" name="G0017_grid___C__1259__rect">
            <a:extLst xmlns:a="http://schemas.openxmlformats.org/drawingml/2006/main">
              <a:ext uri="{FF2B5EF4-FFF2-40B4-BE49-F238E27FC236}">
                <a16:creationId xmlns:a16="http://schemas.microsoft.com/office/drawing/2014/main" id="{383E742A-E229-4F08-A597-315547F5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3789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1" name="G0017_grid___C__1260__rect">
            <a:extLst xmlns:a="http://schemas.openxmlformats.org/drawingml/2006/main">
              <a:ext uri="{FF2B5EF4-FFF2-40B4-BE49-F238E27FC236}">
                <a16:creationId xmlns:a16="http://schemas.microsoft.com/office/drawing/2014/main" id="{CBD7A7CD-7654-42E3-972F-5D13D5A2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3393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2" name="G0017_grid___C__1261__rect">
            <a:extLst xmlns:a="http://schemas.openxmlformats.org/drawingml/2006/main">
              <a:ext uri="{FF2B5EF4-FFF2-40B4-BE49-F238E27FC236}">
                <a16:creationId xmlns:a16="http://schemas.microsoft.com/office/drawing/2014/main" id="{8F40F080-CF92-41B3-ACFF-34858B43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2996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3" name="G0017_grid___C__1262__rect">
            <a:extLst xmlns:a="http://schemas.openxmlformats.org/drawingml/2006/main">
              <a:ext uri="{FF2B5EF4-FFF2-40B4-BE49-F238E27FC236}">
                <a16:creationId xmlns:a16="http://schemas.microsoft.com/office/drawing/2014/main" id="{4B9F7A26-4781-4AD2-944A-AC61D291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32600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4" name="G0017_grid___C__1263__rect">
            <a:extLst xmlns:a="http://schemas.openxmlformats.org/drawingml/2006/main">
              <a:ext uri="{FF2B5EF4-FFF2-40B4-BE49-F238E27FC236}">
                <a16:creationId xmlns:a16="http://schemas.microsoft.com/office/drawing/2014/main" id="{8A342DBE-AAAC-4F55-B554-0B94810F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204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1452" name="G0017_grid___C__1264__rect">
            <a:extLst xmlns:a="http://schemas.openxmlformats.org/drawingml/2006/main">
              <a:ext uri="{FF2B5EF4-FFF2-40B4-BE49-F238E27FC236}">
                <a16:creationId xmlns:a16="http://schemas.microsoft.com/office/drawing/2014/main" id="{A5766F60-34A6-4ADD-AA46-B4103D65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2076450"/>
            <a:ext cx="296107" cy="251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92">
            <a:solidFill>
              <a:srgbClr val="BD8D47"/>
            </a:solidFill>
            <a:prstDash val="solid"/>
          </a:ln>
        </p:spPr>
      </p:sp>
      <p:sp>
        <p:nvSpPr>
          <p:cNvPr id="444" name="G0021_grid___C__1407__rect">
            <a:extLst xmlns:a="http://schemas.openxmlformats.org/drawingml/2006/main">
              <a:ext uri="{FF2B5EF4-FFF2-40B4-BE49-F238E27FC236}">
                <a16:creationId xmlns:a16="http://schemas.microsoft.com/office/drawing/2014/main" id="{D6C3F732-C52A-4CFE-8F2D-A8321CBA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5" name="G0021_grid___C__1408__rect">
            <a:extLst xmlns:a="http://schemas.openxmlformats.org/drawingml/2006/main">
              <a:ext uri="{FF2B5EF4-FFF2-40B4-BE49-F238E27FC236}">
                <a16:creationId xmlns:a16="http://schemas.microsoft.com/office/drawing/2014/main" id="{6BAE119B-34CC-4727-984C-64F016B4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6" name="G0021_grid___C__1409__rect">
            <a:extLst xmlns:a="http://schemas.openxmlformats.org/drawingml/2006/main">
              <a:ext uri="{FF2B5EF4-FFF2-40B4-BE49-F238E27FC236}">
                <a16:creationId xmlns:a16="http://schemas.microsoft.com/office/drawing/2014/main" id="{DC808DAD-B285-4F31-A2D7-BA11B271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7" name="G0021_grid___C__1410__rect">
            <a:extLst xmlns:a="http://schemas.openxmlformats.org/drawingml/2006/main">
              <a:ext uri="{FF2B5EF4-FFF2-40B4-BE49-F238E27FC236}">
                <a16:creationId xmlns:a16="http://schemas.microsoft.com/office/drawing/2014/main" id="{A7367D32-CACE-455D-BE40-076F339F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8" name="G0021_grid___C__1411__rect">
            <a:extLst xmlns:a="http://schemas.openxmlformats.org/drawingml/2006/main">
              <a:ext uri="{FF2B5EF4-FFF2-40B4-BE49-F238E27FC236}">
                <a16:creationId xmlns:a16="http://schemas.microsoft.com/office/drawing/2014/main" id="{503DC1D7-7F3B-4E0E-B420-75B4E1D6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9" name="G0021_grid___C__1412__rect">
            <a:extLst xmlns:a="http://schemas.openxmlformats.org/drawingml/2006/main">
              <a:ext uri="{FF2B5EF4-FFF2-40B4-BE49-F238E27FC236}">
                <a16:creationId xmlns:a16="http://schemas.microsoft.com/office/drawing/2014/main" id="{534ECC66-81CF-44D3-B377-98DB1D57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0" name="G0021_grid___C__1413__rect">
            <a:extLst xmlns:a="http://schemas.openxmlformats.org/drawingml/2006/main">
              <a:ext uri="{FF2B5EF4-FFF2-40B4-BE49-F238E27FC236}">
                <a16:creationId xmlns:a16="http://schemas.microsoft.com/office/drawing/2014/main" id="{B03A5242-E8C2-461A-B490-D1840A76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1" name="G0021_grid___C__1414__rect">
            <a:extLst xmlns:a="http://schemas.openxmlformats.org/drawingml/2006/main">
              <a:ext uri="{FF2B5EF4-FFF2-40B4-BE49-F238E27FC236}">
                <a16:creationId xmlns:a16="http://schemas.microsoft.com/office/drawing/2014/main" id="{DAEF8343-45B8-4658-9D6A-C4DA2012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2" name="G0021_grid___C__1415__rect">
            <a:extLst xmlns:a="http://schemas.openxmlformats.org/drawingml/2006/main">
              <a:ext uri="{FF2B5EF4-FFF2-40B4-BE49-F238E27FC236}">
                <a16:creationId xmlns:a16="http://schemas.microsoft.com/office/drawing/2014/main" id="{900CF6D5-5971-472F-B872-3719B290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3" name="G0021_grid___C__1416__rect">
            <a:extLst xmlns:a="http://schemas.openxmlformats.org/drawingml/2006/main">
              <a:ext uri="{FF2B5EF4-FFF2-40B4-BE49-F238E27FC236}">
                <a16:creationId xmlns:a16="http://schemas.microsoft.com/office/drawing/2014/main" id="{39330B00-6BC3-453E-AB19-42F3C4E2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4" name="G0021_grid___C__1417__rect">
            <a:extLst xmlns:a="http://schemas.openxmlformats.org/drawingml/2006/main">
              <a:ext uri="{FF2B5EF4-FFF2-40B4-BE49-F238E27FC236}">
                <a16:creationId xmlns:a16="http://schemas.microsoft.com/office/drawing/2014/main" id="{72B49A57-DB7B-4AC5-BACC-7A8A81AE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5" name="G0021_grid___C__1418__rect">
            <a:extLst xmlns:a="http://schemas.openxmlformats.org/drawingml/2006/main">
              <a:ext uri="{FF2B5EF4-FFF2-40B4-BE49-F238E27FC236}">
                <a16:creationId xmlns:a16="http://schemas.microsoft.com/office/drawing/2014/main" id="{9A147CA2-2236-4D6E-9EF3-A59F7595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6" name="G0021_grid___C__1419__rect">
            <a:extLst xmlns:a="http://schemas.openxmlformats.org/drawingml/2006/main">
              <a:ext uri="{FF2B5EF4-FFF2-40B4-BE49-F238E27FC236}">
                <a16:creationId xmlns:a16="http://schemas.microsoft.com/office/drawing/2014/main" id="{202FC72D-83D2-4DE6-BD67-5F77F3C4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5908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7" name="G0021_grid___C__1420__rect">
            <a:extLst xmlns:a="http://schemas.openxmlformats.org/drawingml/2006/main">
              <a:ext uri="{FF2B5EF4-FFF2-40B4-BE49-F238E27FC236}">
                <a16:creationId xmlns:a16="http://schemas.microsoft.com/office/drawing/2014/main" id="{EF45E1C0-9237-467A-87E1-8041AF6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8" name="G0021_grid___C__1421__rect">
            <a:extLst xmlns:a="http://schemas.openxmlformats.org/drawingml/2006/main">
              <a:ext uri="{FF2B5EF4-FFF2-40B4-BE49-F238E27FC236}">
                <a16:creationId xmlns:a16="http://schemas.microsoft.com/office/drawing/2014/main" id="{CA96CA09-A0C6-4B34-8B14-FFCC8CEC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9" name="G0021_grid___C__1422__rect">
            <a:extLst xmlns:a="http://schemas.openxmlformats.org/drawingml/2006/main">
              <a:ext uri="{FF2B5EF4-FFF2-40B4-BE49-F238E27FC236}">
                <a16:creationId xmlns:a16="http://schemas.microsoft.com/office/drawing/2014/main" id="{2617B075-5667-4F4A-A763-D59D8A26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0" name="G0021_grid___C__1423__rect">
            <a:extLst xmlns:a="http://schemas.openxmlformats.org/drawingml/2006/main">
              <a:ext uri="{FF2B5EF4-FFF2-40B4-BE49-F238E27FC236}">
                <a16:creationId xmlns:a16="http://schemas.microsoft.com/office/drawing/2014/main" id="{B01B805C-5883-4249-9DFC-4F64CD16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1" name="G0021_grid___C__1424__rect">
            <a:extLst xmlns:a="http://schemas.openxmlformats.org/drawingml/2006/main">
              <a:ext uri="{FF2B5EF4-FFF2-40B4-BE49-F238E27FC236}">
                <a16:creationId xmlns:a16="http://schemas.microsoft.com/office/drawing/2014/main" id="{A97F34F4-8D36-4A0F-BF61-B1138297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2" name="G0021_grid___C__1425__rect">
            <a:extLst xmlns:a="http://schemas.openxmlformats.org/drawingml/2006/main">
              <a:ext uri="{FF2B5EF4-FFF2-40B4-BE49-F238E27FC236}">
                <a16:creationId xmlns:a16="http://schemas.microsoft.com/office/drawing/2014/main" id="{41D82E1F-D0D9-4F01-9CFF-21A9DE94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3" name="G0021_grid___C__1426__rect">
            <a:extLst xmlns:a="http://schemas.openxmlformats.org/drawingml/2006/main">
              <a:ext uri="{FF2B5EF4-FFF2-40B4-BE49-F238E27FC236}">
                <a16:creationId xmlns:a16="http://schemas.microsoft.com/office/drawing/2014/main" id="{A1DA8C8B-B610-477B-B629-814C6192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4" name="G0021_grid___C__1427__rect">
            <a:extLst xmlns:a="http://schemas.openxmlformats.org/drawingml/2006/main">
              <a:ext uri="{FF2B5EF4-FFF2-40B4-BE49-F238E27FC236}">
                <a16:creationId xmlns:a16="http://schemas.microsoft.com/office/drawing/2014/main" id="{318044C9-24E8-4979-A3D6-0A8F81F6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5" name="G0021_grid___C__1428__rect">
            <a:extLst xmlns:a="http://schemas.openxmlformats.org/drawingml/2006/main">
              <a:ext uri="{FF2B5EF4-FFF2-40B4-BE49-F238E27FC236}">
                <a16:creationId xmlns:a16="http://schemas.microsoft.com/office/drawing/2014/main" id="{F6A25DEF-F452-4EA3-86C4-D4A4A766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6" name="G0021_grid___C__1429__rect">
            <a:extLst xmlns:a="http://schemas.openxmlformats.org/drawingml/2006/main">
              <a:ext uri="{FF2B5EF4-FFF2-40B4-BE49-F238E27FC236}">
                <a16:creationId xmlns:a16="http://schemas.microsoft.com/office/drawing/2014/main" id="{FE993A66-7DC1-4346-8FED-61B3BFB2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7" name="G0021_grid___C__1430__rect">
            <a:extLst xmlns:a="http://schemas.openxmlformats.org/drawingml/2006/main">
              <a:ext uri="{FF2B5EF4-FFF2-40B4-BE49-F238E27FC236}">
                <a16:creationId xmlns:a16="http://schemas.microsoft.com/office/drawing/2014/main" id="{1BE955B8-2C7C-4BCF-8DAD-A25A09EB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8" name="G0021_grid___C__1431__rect">
            <a:extLst xmlns:a="http://schemas.openxmlformats.org/drawingml/2006/main">
              <a:ext uri="{FF2B5EF4-FFF2-40B4-BE49-F238E27FC236}">
                <a16:creationId xmlns:a16="http://schemas.microsoft.com/office/drawing/2014/main" id="{346159F7-2F56-41BD-A368-45E2FE16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9" name="G0021_grid___C__1432__rect">
            <a:extLst xmlns:a="http://schemas.openxmlformats.org/drawingml/2006/main">
              <a:ext uri="{FF2B5EF4-FFF2-40B4-BE49-F238E27FC236}">
                <a16:creationId xmlns:a16="http://schemas.microsoft.com/office/drawing/2014/main" id="{499A11ED-4574-491E-B4E8-15C314E3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603251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0" name="G0021_grid___C__1433__rect">
            <a:extLst xmlns:a="http://schemas.openxmlformats.org/drawingml/2006/main">
              <a:ext uri="{FF2B5EF4-FFF2-40B4-BE49-F238E27FC236}">
                <a16:creationId xmlns:a16="http://schemas.microsoft.com/office/drawing/2014/main" id="{036DF393-7F4F-4260-BDE9-C4188375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1" name="G0021_grid___C__1434__rect">
            <a:extLst xmlns:a="http://schemas.openxmlformats.org/drawingml/2006/main">
              <a:ext uri="{FF2B5EF4-FFF2-40B4-BE49-F238E27FC236}">
                <a16:creationId xmlns:a16="http://schemas.microsoft.com/office/drawing/2014/main" id="{8621118C-43AD-40B6-ABCB-A5CA117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2" name="G0021_grid___C__1435__rect">
            <a:extLst xmlns:a="http://schemas.openxmlformats.org/drawingml/2006/main">
              <a:ext uri="{FF2B5EF4-FFF2-40B4-BE49-F238E27FC236}">
                <a16:creationId xmlns:a16="http://schemas.microsoft.com/office/drawing/2014/main" id="{3D1EE446-565C-4AE3-BEEC-3302EB4D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3" name="G0021_grid___C__1436__rect">
            <a:extLst xmlns:a="http://schemas.openxmlformats.org/drawingml/2006/main">
              <a:ext uri="{FF2B5EF4-FFF2-40B4-BE49-F238E27FC236}">
                <a16:creationId xmlns:a16="http://schemas.microsoft.com/office/drawing/2014/main" id="{DF99B98B-787B-4231-B760-D50D8611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4" name="G0021_grid___C__1437__rect">
            <a:extLst xmlns:a="http://schemas.openxmlformats.org/drawingml/2006/main">
              <a:ext uri="{FF2B5EF4-FFF2-40B4-BE49-F238E27FC236}">
                <a16:creationId xmlns:a16="http://schemas.microsoft.com/office/drawing/2014/main" id="{E4612FAE-D2A4-4168-971F-11350148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5" name="G0021_grid___C__1438__rect">
            <a:extLst xmlns:a="http://schemas.openxmlformats.org/drawingml/2006/main">
              <a:ext uri="{FF2B5EF4-FFF2-40B4-BE49-F238E27FC236}">
                <a16:creationId xmlns:a16="http://schemas.microsoft.com/office/drawing/2014/main" id="{61647F8A-2901-4EEA-977C-0AE4477C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6" name="G0021_grid___C__1439__rect">
            <a:extLst xmlns:a="http://schemas.openxmlformats.org/drawingml/2006/main">
              <a:ext uri="{FF2B5EF4-FFF2-40B4-BE49-F238E27FC236}">
                <a16:creationId xmlns:a16="http://schemas.microsoft.com/office/drawing/2014/main" id="{53EFB7D6-9CFF-4B3D-BDFB-9AAD63F5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7" name="G0021_grid___C__1440__rect">
            <a:extLst xmlns:a="http://schemas.openxmlformats.org/drawingml/2006/main">
              <a:ext uri="{FF2B5EF4-FFF2-40B4-BE49-F238E27FC236}">
                <a16:creationId xmlns:a16="http://schemas.microsoft.com/office/drawing/2014/main" id="{7FC115D0-AF9C-4BE7-9491-74E30B47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8" name="G0021_grid___C__1441__rect">
            <a:extLst xmlns:a="http://schemas.openxmlformats.org/drawingml/2006/main">
              <a:ext uri="{FF2B5EF4-FFF2-40B4-BE49-F238E27FC236}">
                <a16:creationId xmlns:a16="http://schemas.microsoft.com/office/drawing/2014/main" id="{8BC8D86A-ABF2-4BD7-B445-6AE8861A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9" name="G0021_grid___C__1442__rect">
            <a:extLst xmlns:a="http://schemas.openxmlformats.org/drawingml/2006/main">
              <a:ext uri="{FF2B5EF4-FFF2-40B4-BE49-F238E27FC236}">
                <a16:creationId xmlns:a16="http://schemas.microsoft.com/office/drawing/2014/main" id="{3662A9AE-1DA2-4B1D-B789-BDB8CA6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0" name="G0021_grid___C__1443__rect">
            <a:extLst xmlns:a="http://schemas.openxmlformats.org/drawingml/2006/main">
              <a:ext uri="{FF2B5EF4-FFF2-40B4-BE49-F238E27FC236}">
                <a16:creationId xmlns:a16="http://schemas.microsoft.com/office/drawing/2014/main" id="{B2715C97-3FBD-458C-BE0C-7A7720A8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1" name="G0021_grid___C__1444__rect">
            <a:extLst xmlns:a="http://schemas.openxmlformats.org/drawingml/2006/main">
              <a:ext uri="{FF2B5EF4-FFF2-40B4-BE49-F238E27FC236}">
                <a16:creationId xmlns:a16="http://schemas.microsoft.com/office/drawing/2014/main" id="{A4C201DD-39ED-4CBD-A9C7-E501DF86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2" name="G0021_grid___C__1445__rect">
            <a:extLst xmlns:a="http://schemas.openxmlformats.org/drawingml/2006/main">
              <a:ext uri="{FF2B5EF4-FFF2-40B4-BE49-F238E27FC236}">
                <a16:creationId xmlns:a16="http://schemas.microsoft.com/office/drawing/2014/main" id="{D49F5D9F-242F-45B6-A4CB-0FA99954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61574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3" name="G0021_grid___C__1446__rect">
            <a:extLst xmlns:a="http://schemas.openxmlformats.org/drawingml/2006/main">
              <a:ext uri="{FF2B5EF4-FFF2-40B4-BE49-F238E27FC236}">
                <a16:creationId xmlns:a16="http://schemas.microsoft.com/office/drawing/2014/main" id="{6313C0FB-1C20-4B6C-8D70-925B5CEC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4" name="G0021_grid___C__1447__rect">
            <a:extLst xmlns:a="http://schemas.openxmlformats.org/drawingml/2006/main">
              <a:ext uri="{FF2B5EF4-FFF2-40B4-BE49-F238E27FC236}">
                <a16:creationId xmlns:a16="http://schemas.microsoft.com/office/drawing/2014/main" id="{6F7F7298-C46B-4386-8C86-42C46806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5" name="G0021_grid___C__1448__rect">
            <a:extLst xmlns:a="http://schemas.openxmlformats.org/drawingml/2006/main">
              <a:ext uri="{FF2B5EF4-FFF2-40B4-BE49-F238E27FC236}">
                <a16:creationId xmlns:a16="http://schemas.microsoft.com/office/drawing/2014/main" id="{9818A78E-E0B8-45A7-8692-081E23F8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6" name="G0021_grid___C__1449__rect">
            <a:extLst xmlns:a="http://schemas.openxmlformats.org/drawingml/2006/main">
              <a:ext uri="{FF2B5EF4-FFF2-40B4-BE49-F238E27FC236}">
                <a16:creationId xmlns:a16="http://schemas.microsoft.com/office/drawing/2014/main" id="{86FC7DC7-41BB-47B5-A5B3-3FD26E79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7" name="G0021_grid___C__1450__rect">
            <a:extLst xmlns:a="http://schemas.openxmlformats.org/drawingml/2006/main">
              <a:ext uri="{FF2B5EF4-FFF2-40B4-BE49-F238E27FC236}">
                <a16:creationId xmlns:a16="http://schemas.microsoft.com/office/drawing/2014/main" id="{8BDE549B-B4A1-48EA-B26F-AE0EEF52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8" name="G0021_grid___C__1451__rect">
            <a:extLst xmlns:a="http://schemas.openxmlformats.org/drawingml/2006/main">
              <a:ext uri="{FF2B5EF4-FFF2-40B4-BE49-F238E27FC236}">
                <a16:creationId xmlns:a16="http://schemas.microsoft.com/office/drawing/2014/main" id="{7FB08CAE-8011-4C0D-84C4-EC6E0533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9" name="G0021_grid___C__1452__rect">
            <a:extLst xmlns:a="http://schemas.openxmlformats.org/drawingml/2006/main">
              <a:ext uri="{FF2B5EF4-FFF2-40B4-BE49-F238E27FC236}">
                <a16:creationId xmlns:a16="http://schemas.microsoft.com/office/drawing/2014/main" id="{1DF4DBBD-5483-4571-A41C-0F170B95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0" name="G0021_grid___C__1453__rect">
            <a:extLst xmlns:a="http://schemas.openxmlformats.org/drawingml/2006/main">
              <a:ext uri="{FF2B5EF4-FFF2-40B4-BE49-F238E27FC236}">
                <a16:creationId xmlns:a16="http://schemas.microsoft.com/office/drawing/2014/main" id="{801493C5-EDB6-4C85-95CF-E98B8400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1" name="G0021_grid___C__1454__rect">
            <a:extLst xmlns:a="http://schemas.openxmlformats.org/drawingml/2006/main">
              <a:ext uri="{FF2B5EF4-FFF2-40B4-BE49-F238E27FC236}">
                <a16:creationId xmlns:a16="http://schemas.microsoft.com/office/drawing/2014/main" id="{C709050A-5B78-4BCF-B271-4671D554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2" name="G0021_grid___C__1455__rect">
            <a:extLst xmlns:a="http://schemas.openxmlformats.org/drawingml/2006/main">
              <a:ext uri="{FF2B5EF4-FFF2-40B4-BE49-F238E27FC236}">
                <a16:creationId xmlns:a16="http://schemas.microsoft.com/office/drawing/2014/main" id="{FC8870A1-45AB-48D4-96CB-0ACA230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3" name="G0021_grid___C__1456__rect">
            <a:extLst xmlns:a="http://schemas.openxmlformats.org/drawingml/2006/main">
              <a:ext uri="{FF2B5EF4-FFF2-40B4-BE49-F238E27FC236}">
                <a16:creationId xmlns:a16="http://schemas.microsoft.com/office/drawing/2014/main" id="{2E1CD050-8C8E-4F72-AE39-E42A75BD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4" name="G0021_grid___C__1457__rect">
            <a:extLst xmlns:a="http://schemas.openxmlformats.org/drawingml/2006/main">
              <a:ext uri="{FF2B5EF4-FFF2-40B4-BE49-F238E27FC236}">
                <a16:creationId xmlns:a16="http://schemas.microsoft.com/office/drawing/2014/main" id="{C30E7571-CCB9-4554-A98C-46D1EDF4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5" name="G0021_grid___C__1458__rect">
            <a:extLst xmlns:a="http://schemas.openxmlformats.org/drawingml/2006/main">
              <a:ext uri="{FF2B5EF4-FFF2-40B4-BE49-F238E27FC236}">
                <a16:creationId xmlns:a16="http://schemas.microsoft.com/office/drawing/2014/main" id="{0C9C6BD2-ED8E-494B-BDBE-6CBCFAB4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628194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6" name="G0021_grid___C__1459__rect">
            <a:extLst xmlns:a="http://schemas.openxmlformats.org/drawingml/2006/main">
              <a:ext uri="{FF2B5EF4-FFF2-40B4-BE49-F238E27FC236}">
                <a16:creationId xmlns:a16="http://schemas.microsoft.com/office/drawing/2014/main" id="{F37EA6CD-C29F-43AF-B855-07883EDB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7" name="G0021_grid___C__1460__rect">
            <a:extLst xmlns:a="http://schemas.openxmlformats.org/drawingml/2006/main">
              <a:ext uri="{FF2B5EF4-FFF2-40B4-BE49-F238E27FC236}">
                <a16:creationId xmlns:a16="http://schemas.microsoft.com/office/drawing/2014/main" id="{5E90D3C6-4F1C-40D2-BAE1-89554AC1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8" name="G0021_grid___C__1461__rect">
            <a:extLst xmlns:a="http://schemas.openxmlformats.org/drawingml/2006/main">
              <a:ext uri="{FF2B5EF4-FFF2-40B4-BE49-F238E27FC236}">
                <a16:creationId xmlns:a16="http://schemas.microsoft.com/office/drawing/2014/main" id="{835940F2-ABFA-4D4B-B8D5-C07E7D6E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9" name="G0021_grid___C__1462__rect">
            <a:extLst xmlns:a="http://schemas.openxmlformats.org/drawingml/2006/main">
              <a:ext uri="{FF2B5EF4-FFF2-40B4-BE49-F238E27FC236}">
                <a16:creationId xmlns:a16="http://schemas.microsoft.com/office/drawing/2014/main" id="{EB198FC2-2AD8-4EB0-995C-75FC5CFA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0" name="G0021_grid___C__1463__rect">
            <a:extLst xmlns:a="http://schemas.openxmlformats.org/drawingml/2006/main">
              <a:ext uri="{FF2B5EF4-FFF2-40B4-BE49-F238E27FC236}">
                <a16:creationId xmlns:a16="http://schemas.microsoft.com/office/drawing/2014/main" id="{465CB333-0EDB-4C17-AB56-3EF4CF26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1" name="G0021_grid___C__1464__rect">
            <a:extLst xmlns:a="http://schemas.openxmlformats.org/drawingml/2006/main">
              <a:ext uri="{FF2B5EF4-FFF2-40B4-BE49-F238E27FC236}">
                <a16:creationId xmlns:a16="http://schemas.microsoft.com/office/drawing/2014/main" id="{B26ED371-011D-4510-80F1-722C99DB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2" name="G0021_grid___C__1465__rect">
            <a:extLst xmlns:a="http://schemas.openxmlformats.org/drawingml/2006/main">
              <a:ext uri="{FF2B5EF4-FFF2-40B4-BE49-F238E27FC236}">
                <a16:creationId xmlns:a16="http://schemas.microsoft.com/office/drawing/2014/main" id="{2A7D8775-AB15-4AEA-B150-E2C0BE7D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3" name="G0021_grid___C__1466__rect">
            <a:extLst xmlns:a="http://schemas.openxmlformats.org/drawingml/2006/main">
              <a:ext uri="{FF2B5EF4-FFF2-40B4-BE49-F238E27FC236}">
                <a16:creationId xmlns:a16="http://schemas.microsoft.com/office/drawing/2014/main" id="{88D49E3E-4922-4E50-ACFF-E5FBC91B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4" name="G0021_grid___C__1467__rect">
            <a:extLst xmlns:a="http://schemas.openxmlformats.org/drawingml/2006/main">
              <a:ext uri="{FF2B5EF4-FFF2-40B4-BE49-F238E27FC236}">
                <a16:creationId xmlns:a16="http://schemas.microsoft.com/office/drawing/2014/main" id="{78B7CCA0-86A5-4F2C-A406-42BBFE36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5" name="G0021_grid___C__1468__rect">
            <a:extLst xmlns:a="http://schemas.openxmlformats.org/drawingml/2006/main">
              <a:ext uri="{FF2B5EF4-FFF2-40B4-BE49-F238E27FC236}">
                <a16:creationId xmlns:a16="http://schemas.microsoft.com/office/drawing/2014/main" id="{2F9BC30A-672A-4674-83CA-791BE183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6" name="G0021_grid___C__1469__rect">
            <a:extLst xmlns:a="http://schemas.openxmlformats.org/drawingml/2006/main">
              <a:ext uri="{FF2B5EF4-FFF2-40B4-BE49-F238E27FC236}">
                <a16:creationId xmlns:a16="http://schemas.microsoft.com/office/drawing/2014/main" id="{0A9AD096-EB88-4D61-9B08-8FF80A60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7" name="G0021_grid___C__1470__rect">
            <a:extLst xmlns:a="http://schemas.openxmlformats.org/drawingml/2006/main">
              <a:ext uri="{FF2B5EF4-FFF2-40B4-BE49-F238E27FC236}">
                <a16:creationId xmlns:a16="http://schemas.microsoft.com/office/drawing/2014/main" id="{8C7E8843-858A-4843-A9E8-C630D625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8" name="G0021_grid___C__1471__rect">
            <a:extLst xmlns:a="http://schemas.openxmlformats.org/drawingml/2006/main">
              <a:ext uri="{FF2B5EF4-FFF2-40B4-BE49-F238E27FC236}">
                <a16:creationId xmlns:a16="http://schemas.microsoft.com/office/drawing/2014/main" id="{1A33B8F6-9296-472D-8C92-DF7015AC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640686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9" name="G0021_grid___C__1472__rect">
            <a:extLst xmlns:a="http://schemas.openxmlformats.org/drawingml/2006/main">
              <a:ext uri="{FF2B5EF4-FFF2-40B4-BE49-F238E27FC236}">
                <a16:creationId xmlns:a16="http://schemas.microsoft.com/office/drawing/2014/main" id="{6D4FEA5A-D585-4759-B4E1-A5E170AA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0" name="G0021_grid___C__1473__rect">
            <a:extLst xmlns:a="http://schemas.openxmlformats.org/drawingml/2006/main">
              <a:ext uri="{FF2B5EF4-FFF2-40B4-BE49-F238E27FC236}">
                <a16:creationId xmlns:a16="http://schemas.microsoft.com/office/drawing/2014/main" id="{8DB7A771-779C-4A75-87E3-E97B43AD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1" name="G0021_grid___C__1474__rect">
            <a:extLst xmlns:a="http://schemas.openxmlformats.org/drawingml/2006/main">
              <a:ext uri="{FF2B5EF4-FFF2-40B4-BE49-F238E27FC236}">
                <a16:creationId xmlns:a16="http://schemas.microsoft.com/office/drawing/2014/main" id="{1196BC0E-C43E-43EA-9EB7-6519C77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2" name="G0021_grid___C__1475__rect">
            <a:extLst xmlns:a="http://schemas.openxmlformats.org/drawingml/2006/main">
              <a:ext uri="{FF2B5EF4-FFF2-40B4-BE49-F238E27FC236}">
                <a16:creationId xmlns:a16="http://schemas.microsoft.com/office/drawing/2014/main" id="{685D9D2F-97A9-4C06-A3A5-E202B75E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3" name="G0021_grid___C__1476__rect">
            <a:extLst xmlns:a="http://schemas.openxmlformats.org/drawingml/2006/main">
              <a:ext uri="{FF2B5EF4-FFF2-40B4-BE49-F238E27FC236}">
                <a16:creationId xmlns:a16="http://schemas.microsoft.com/office/drawing/2014/main" id="{13ECE283-D0B9-4EC0-B5A2-B2D8736F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4" name="G0021_grid___C__1477__rect">
            <a:extLst xmlns:a="http://schemas.openxmlformats.org/drawingml/2006/main">
              <a:ext uri="{FF2B5EF4-FFF2-40B4-BE49-F238E27FC236}">
                <a16:creationId xmlns:a16="http://schemas.microsoft.com/office/drawing/2014/main" id="{6A94B16A-6AE0-494A-B5AD-7DF20F02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5" name="G0021_grid___C__1478__rect">
            <a:extLst xmlns:a="http://schemas.openxmlformats.org/drawingml/2006/main">
              <a:ext uri="{FF2B5EF4-FFF2-40B4-BE49-F238E27FC236}">
                <a16:creationId xmlns:a16="http://schemas.microsoft.com/office/drawing/2014/main" id="{2D4400D3-517C-4D98-AFB0-76AA3AEE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6" name="G0021_grid___C__1479__rect">
            <a:extLst xmlns:a="http://schemas.openxmlformats.org/drawingml/2006/main">
              <a:ext uri="{FF2B5EF4-FFF2-40B4-BE49-F238E27FC236}">
                <a16:creationId xmlns:a16="http://schemas.microsoft.com/office/drawing/2014/main" id="{98EBEA52-7E80-4184-9355-03938EA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7" name="G0021_grid___C__1480__rect">
            <a:extLst xmlns:a="http://schemas.openxmlformats.org/drawingml/2006/main">
              <a:ext uri="{FF2B5EF4-FFF2-40B4-BE49-F238E27FC236}">
                <a16:creationId xmlns:a16="http://schemas.microsoft.com/office/drawing/2014/main" id="{9EF40B17-102B-4DFC-91B6-802C368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8" name="G0021_grid___C__1481__rect">
            <a:extLst xmlns:a="http://schemas.openxmlformats.org/drawingml/2006/main">
              <a:ext uri="{FF2B5EF4-FFF2-40B4-BE49-F238E27FC236}">
                <a16:creationId xmlns:a16="http://schemas.microsoft.com/office/drawing/2014/main" id="{989F79F3-1822-4E6B-83B9-4B8A8143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9" name="G0021_grid___C__1482__rect">
            <a:extLst xmlns:a="http://schemas.openxmlformats.org/drawingml/2006/main">
              <a:ext uri="{FF2B5EF4-FFF2-40B4-BE49-F238E27FC236}">
                <a16:creationId xmlns:a16="http://schemas.microsoft.com/office/drawing/2014/main" id="{E74972BE-DEE7-4C7C-9E3C-DFC46CD1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0" name="G0021_grid___C__1483__rect">
            <a:extLst xmlns:a="http://schemas.openxmlformats.org/drawingml/2006/main">
              <a:ext uri="{FF2B5EF4-FFF2-40B4-BE49-F238E27FC236}">
                <a16:creationId xmlns:a16="http://schemas.microsoft.com/office/drawing/2014/main" id="{27811C59-035D-4463-A745-C945E4EE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1" name="G0021_grid___C__1484__rect">
            <a:extLst xmlns:a="http://schemas.openxmlformats.org/drawingml/2006/main">
              <a:ext uri="{FF2B5EF4-FFF2-40B4-BE49-F238E27FC236}">
                <a16:creationId xmlns:a16="http://schemas.microsoft.com/office/drawing/2014/main" id="{19C27292-32CB-4C78-ACBE-59B55FD3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65317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2" name="G0021_grid___C__1485__rect">
            <a:extLst xmlns:a="http://schemas.openxmlformats.org/drawingml/2006/main">
              <a:ext uri="{FF2B5EF4-FFF2-40B4-BE49-F238E27FC236}">
                <a16:creationId xmlns:a16="http://schemas.microsoft.com/office/drawing/2014/main" id="{DD44A427-3072-4C73-AD22-E407B4A5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3" name="G0021_grid___C__1486__rect">
            <a:extLst xmlns:a="http://schemas.openxmlformats.org/drawingml/2006/main">
              <a:ext uri="{FF2B5EF4-FFF2-40B4-BE49-F238E27FC236}">
                <a16:creationId xmlns:a16="http://schemas.microsoft.com/office/drawing/2014/main" id="{85976ACF-1EB3-4504-9ED2-AA52A5B3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4" name="G0021_grid___C__1487__rect">
            <a:extLst xmlns:a="http://schemas.openxmlformats.org/drawingml/2006/main">
              <a:ext uri="{FF2B5EF4-FFF2-40B4-BE49-F238E27FC236}">
                <a16:creationId xmlns:a16="http://schemas.microsoft.com/office/drawing/2014/main" id="{DA0A5FFF-FE83-4BA9-B2BE-F21460E4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5" name="G0021_grid___C__1488__rect">
            <a:extLst xmlns:a="http://schemas.openxmlformats.org/drawingml/2006/main">
              <a:ext uri="{FF2B5EF4-FFF2-40B4-BE49-F238E27FC236}">
                <a16:creationId xmlns:a16="http://schemas.microsoft.com/office/drawing/2014/main" id="{9C642DD3-0D8B-4240-901F-C5A901D8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6" name="G0021_grid___C__1489__rect">
            <a:extLst xmlns:a="http://schemas.openxmlformats.org/drawingml/2006/main">
              <a:ext uri="{FF2B5EF4-FFF2-40B4-BE49-F238E27FC236}">
                <a16:creationId xmlns:a16="http://schemas.microsoft.com/office/drawing/2014/main" id="{D88B4C2A-A36F-4B42-AF8B-249EFB74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7" name="G0021_grid___C__1490__rect">
            <a:extLst xmlns:a="http://schemas.openxmlformats.org/drawingml/2006/main">
              <a:ext uri="{FF2B5EF4-FFF2-40B4-BE49-F238E27FC236}">
                <a16:creationId xmlns:a16="http://schemas.microsoft.com/office/drawing/2014/main" id="{47051F1C-7C0C-410B-A2CD-CCE670C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8" name="G0021_grid___C__1491__rect">
            <a:extLst xmlns:a="http://schemas.openxmlformats.org/drawingml/2006/main">
              <a:ext uri="{FF2B5EF4-FFF2-40B4-BE49-F238E27FC236}">
                <a16:creationId xmlns:a16="http://schemas.microsoft.com/office/drawing/2014/main" id="{615C576E-ECB8-45BF-8AB5-FAB5875A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9" name="G0021_grid___C__1492__rect">
            <a:extLst xmlns:a="http://schemas.openxmlformats.org/drawingml/2006/main">
              <a:ext uri="{FF2B5EF4-FFF2-40B4-BE49-F238E27FC236}">
                <a16:creationId xmlns:a16="http://schemas.microsoft.com/office/drawing/2014/main" id="{6A81E23C-36BD-4300-9C7A-376C2DBB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0" name="G0021_grid___C__1493__rect">
            <a:extLst xmlns:a="http://schemas.openxmlformats.org/drawingml/2006/main">
              <a:ext uri="{FF2B5EF4-FFF2-40B4-BE49-F238E27FC236}">
                <a16:creationId xmlns:a16="http://schemas.microsoft.com/office/drawing/2014/main" id="{21018A52-B4FE-46F7-B51F-78F2225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1" name="G0021_grid___C__1494__rect">
            <a:extLst xmlns:a="http://schemas.openxmlformats.org/drawingml/2006/main">
              <a:ext uri="{FF2B5EF4-FFF2-40B4-BE49-F238E27FC236}">
                <a16:creationId xmlns:a16="http://schemas.microsoft.com/office/drawing/2014/main" id="{822E5E25-4ABC-4574-BD9E-20D107C1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2" name="G0021_grid___C__1495__rect">
            <a:extLst xmlns:a="http://schemas.openxmlformats.org/drawingml/2006/main">
              <a:ext uri="{FF2B5EF4-FFF2-40B4-BE49-F238E27FC236}">
                <a16:creationId xmlns:a16="http://schemas.microsoft.com/office/drawing/2014/main" id="{AEE11285-0AE6-4E2E-8335-9BC7467E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3" name="G0021_grid___C__1496__rect">
            <a:extLst xmlns:a="http://schemas.openxmlformats.org/drawingml/2006/main">
              <a:ext uri="{FF2B5EF4-FFF2-40B4-BE49-F238E27FC236}">
                <a16:creationId xmlns:a16="http://schemas.microsoft.com/office/drawing/2014/main" id="{28AF3422-6738-4782-A17C-06A4E9C4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4" name="G0021_grid___C__1497__rect">
            <a:extLst xmlns:a="http://schemas.openxmlformats.org/drawingml/2006/main">
              <a:ext uri="{FF2B5EF4-FFF2-40B4-BE49-F238E27FC236}">
                <a16:creationId xmlns:a16="http://schemas.microsoft.com/office/drawing/2014/main" id="{9A4DEE55-588E-4AB7-B07E-B8F83312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665629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5" name="G0021_grid___C__1498__rect">
            <a:extLst xmlns:a="http://schemas.openxmlformats.org/drawingml/2006/main">
              <a:ext uri="{FF2B5EF4-FFF2-40B4-BE49-F238E27FC236}">
                <a16:creationId xmlns:a16="http://schemas.microsoft.com/office/drawing/2014/main" id="{9A7B0F44-E2C3-40C6-ADDB-BFF97477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6" name="G0021_grid___C__1499__rect">
            <a:extLst xmlns:a="http://schemas.openxmlformats.org/drawingml/2006/main">
              <a:ext uri="{FF2B5EF4-FFF2-40B4-BE49-F238E27FC236}">
                <a16:creationId xmlns:a16="http://schemas.microsoft.com/office/drawing/2014/main" id="{2CBF96DC-6CB2-4904-B220-0DCF22D2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7" name="G0021_grid___C__1500__rect">
            <a:extLst xmlns:a="http://schemas.openxmlformats.org/drawingml/2006/main">
              <a:ext uri="{FF2B5EF4-FFF2-40B4-BE49-F238E27FC236}">
                <a16:creationId xmlns:a16="http://schemas.microsoft.com/office/drawing/2014/main" id="{7E460513-6D83-4A5E-A6C7-DBBA8726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8" name="G0021_grid___C__1501__rect">
            <a:extLst xmlns:a="http://schemas.openxmlformats.org/drawingml/2006/main">
              <a:ext uri="{FF2B5EF4-FFF2-40B4-BE49-F238E27FC236}">
                <a16:creationId xmlns:a16="http://schemas.microsoft.com/office/drawing/2014/main" id="{1DCD70EA-B6E0-42F4-9EFC-BF6EC1D8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9" name="G0021_grid___C__1502__rect">
            <a:extLst xmlns:a="http://schemas.openxmlformats.org/drawingml/2006/main">
              <a:ext uri="{FF2B5EF4-FFF2-40B4-BE49-F238E27FC236}">
                <a16:creationId xmlns:a16="http://schemas.microsoft.com/office/drawing/2014/main" id="{AD1B3A19-C0EB-4C18-8CE7-EB8C88A9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0" name="G0021_grid___C__1503__rect">
            <a:extLst xmlns:a="http://schemas.openxmlformats.org/drawingml/2006/main">
              <a:ext uri="{FF2B5EF4-FFF2-40B4-BE49-F238E27FC236}">
                <a16:creationId xmlns:a16="http://schemas.microsoft.com/office/drawing/2014/main" id="{1C294808-2220-4876-828A-9813D098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1" name="G0021_grid___C__1504__rect">
            <a:extLst xmlns:a="http://schemas.openxmlformats.org/drawingml/2006/main">
              <a:ext uri="{FF2B5EF4-FFF2-40B4-BE49-F238E27FC236}">
                <a16:creationId xmlns:a16="http://schemas.microsoft.com/office/drawing/2014/main" id="{36508149-49FC-4AEB-8161-0E9C029E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2" name="G0021_grid___C__1505__rect">
            <a:extLst xmlns:a="http://schemas.openxmlformats.org/drawingml/2006/main">
              <a:ext uri="{FF2B5EF4-FFF2-40B4-BE49-F238E27FC236}">
                <a16:creationId xmlns:a16="http://schemas.microsoft.com/office/drawing/2014/main" id="{E380D295-8F04-4804-867D-5033B89C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3" name="G0021_grid___C__1506__rect">
            <a:extLst xmlns:a="http://schemas.openxmlformats.org/drawingml/2006/main">
              <a:ext uri="{FF2B5EF4-FFF2-40B4-BE49-F238E27FC236}">
                <a16:creationId xmlns:a16="http://schemas.microsoft.com/office/drawing/2014/main" id="{70571B47-820E-41D2-BE05-13AB4397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4" name="G0021_grid___C__1507__rect">
            <a:extLst xmlns:a="http://schemas.openxmlformats.org/drawingml/2006/main">
              <a:ext uri="{FF2B5EF4-FFF2-40B4-BE49-F238E27FC236}">
                <a16:creationId xmlns:a16="http://schemas.microsoft.com/office/drawing/2014/main" id="{3299EC24-D962-432F-AE7A-177AF02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5" name="G0021_grid___C__1508__rect">
            <a:extLst xmlns:a="http://schemas.openxmlformats.org/drawingml/2006/main">
              <a:ext uri="{FF2B5EF4-FFF2-40B4-BE49-F238E27FC236}">
                <a16:creationId xmlns:a16="http://schemas.microsoft.com/office/drawing/2014/main" id="{233E60F7-FB9F-405F-BC68-B85130BD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6" name="G0021_grid___C__1509__rect">
            <a:extLst xmlns:a="http://schemas.openxmlformats.org/drawingml/2006/main">
              <a:ext uri="{FF2B5EF4-FFF2-40B4-BE49-F238E27FC236}">
                <a16:creationId xmlns:a16="http://schemas.microsoft.com/office/drawing/2014/main" id="{B762E8EF-A1E5-45F3-A096-2631DD11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7" name="G0021_grid___C__1510__rect">
            <a:extLst xmlns:a="http://schemas.openxmlformats.org/drawingml/2006/main">
              <a:ext uri="{FF2B5EF4-FFF2-40B4-BE49-F238E27FC236}">
                <a16:creationId xmlns:a16="http://schemas.microsoft.com/office/drawing/2014/main" id="{E2DB38CD-6701-4606-BB53-53DC7D0B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67808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8" name="G0021_grid___C__1511__rect">
            <a:extLst xmlns:a="http://schemas.openxmlformats.org/drawingml/2006/main">
              <a:ext uri="{FF2B5EF4-FFF2-40B4-BE49-F238E27FC236}">
                <a16:creationId xmlns:a16="http://schemas.microsoft.com/office/drawing/2014/main" id="{0F265B80-015D-4094-A6D7-93882610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9" name="G0021_grid___C__1512__rect">
            <a:extLst xmlns:a="http://schemas.openxmlformats.org/drawingml/2006/main">
              <a:ext uri="{FF2B5EF4-FFF2-40B4-BE49-F238E27FC236}">
                <a16:creationId xmlns:a16="http://schemas.microsoft.com/office/drawing/2014/main" id="{44B40444-8795-4EF7-82E7-B037BCA8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0" name="G0021_grid___C__1513__rect">
            <a:extLst xmlns:a="http://schemas.openxmlformats.org/drawingml/2006/main">
              <a:ext uri="{FF2B5EF4-FFF2-40B4-BE49-F238E27FC236}">
                <a16:creationId xmlns:a16="http://schemas.microsoft.com/office/drawing/2014/main" id="{BE6B258D-6230-41E0-ACF3-69F3FD6B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1" name="G0021_grid___C__1514__rect">
            <a:extLst xmlns:a="http://schemas.openxmlformats.org/drawingml/2006/main">
              <a:ext uri="{FF2B5EF4-FFF2-40B4-BE49-F238E27FC236}">
                <a16:creationId xmlns:a16="http://schemas.microsoft.com/office/drawing/2014/main" id="{D53F2227-3A94-49CF-8577-DE81D8C1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2" name="G0021_grid___C__1515__rect">
            <a:extLst xmlns:a="http://schemas.openxmlformats.org/drawingml/2006/main">
              <a:ext uri="{FF2B5EF4-FFF2-40B4-BE49-F238E27FC236}">
                <a16:creationId xmlns:a16="http://schemas.microsoft.com/office/drawing/2014/main" id="{1CF0444C-77DB-4A46-BA8E-922EB485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3" name="G0021_grid___C__1516__rect">
            <a:extLst xmlns:a="http://schemas.openxmlformats.org/drawingml/2006/main">
              <a:ext uri="{FF2B5EF4-FFF2-40B4-BE49-F238E27FC236}">
                <a16:creationId xmlns:a16="http://schemas.microsoft.com/office/drawing/2014/main" id="{A3BDB749-D51A-49D2-BF91-A1D5554F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4" name="G0021_grid___C__1517__rect">
            <a:extLst xmlns:a="http://schemas.openxmlformats.org/drawingml/2006/main">
              <a:ext uri="{FF2B5EF4-FFF2-40B4-BE49-F238E27FC236}">
                <a16:creationId xmlns:a16="http://schemas.microsoft.com/office/drawing/2014/main" id="{1CA9D20D-923D-4B9A-B72D-E0177CB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5" name="G0021_grid___C__1518__rect">
            <a:extLst xmlns:a="http://schemas.openxmlformats.org/drawingml/2006/main">
              <a:ext uri="{FF2B5EF4-FFF2-40B4-BE49-F238E27FC236}">
                <a16:creationId xmlns:a16="http://schemas.microsoft.com/office/drawing/2014/main" id="{A6EE8858-AB8B-4C9A-AE5B-7582EE5E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6" name="G0021_grid___C__1519__rect">
            <a:extLst xmlns:a="http://schemas.openxmlformats.org/drawingml/2006/main">
              <a:ext uri="{FF2B5EF4-FFF2-40B4-BE49-F238E27FC236}">
                <a16:creationId xmlns:a16="http://schemas.microsoft.com/office/drawing/2014/main" id="{68DE432F-16CF-4A7D-887D-1DFAF0D9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7" name="G0021_grid___C__1520__rect">
            <a:extLst xmlns:a="http://schemas.openxmlformats.org/drawingml/2006/main">
              <a:ext uri="{FF2B5EF4-FFF2-40B4-BE49-F238E27FC236}">
                <a16:creationId xmlns:a16="http://schemas.microsoft.com/office/drawing/2014/main" id="{DD4D78E1-3001-43BF-BCF0-BFE6131F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8" name="G0021_grid___C__1521__rect">
            <a:extLst xmlns:a="http://schemas.openxmlformats.org/drawingml/2006/main">
              <a:ext uri="{FF2B5EF4-FFF2-40B4-BE49-F238E27FC236}">
                <a16:creationId xmlns:a16="http://schemas.microsoft.com/office/drawing/2014/main" id="{AFAC77FE-6CD3-411D-950B-B339F5E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9" name="G0021_grid___C__1522__rect">
            <a:extLst xmlns:a="http://schemas.openxmlformats.org/drawingml/2006/main">
              <a:ext uri="{FF2B5EF4-FFF2-40B4-BE49-F238E27FC236}">
                <a16:creationId xmlns:a16="http://schemas.microsoft.com/office/drawing/2014/main" id="{2CF68CC8-C331-4E0D-A2C0-CF9AD5C1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0" name="G0021_grid___C__1523__rect">
            <a:extLst xmlns:a="http://schemas.openxmlformats.org/drawingml/2006/main">
              <a:ext uri="{FF2B5EF4-FFF2-40B4-BE49-F238E27FC236}">
                <a16:creationId xmlns:a16="http://schemas.microsoft.com/office/drawing/2014/main" id="{B3EFFAF6-40EE-4BDE-A873-D99D104F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690613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1" name="G0021_grid___C__1524__rect">
            <a:extLst xmlns:a="http://schemas.openxmlformats.org/drawingml/2006/main">
              <a:ext uri="{FF2B5EF4-FFF2-40B4-BE49-F238E27FC236}">
                <a16:creationId xmlns:a16="http://schemas.microsoft.com/office/drawing/2014/main" id="{4CECB69F-555C-48CC-9879-0CCC28BA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2" name="G0021_grid___C__1525__rect">
            <a:extLst xmlns:a="http://schemas.openxmlformats.org/drawingml/2006/main">
              <a:ext uri="{FF2B5EF4-FFF2-40B4-BE49-F238E27FC236}">
                <a16:creationId xmlns:a16="http://schemas.microsoft.com/office/drawing/2014/main" id="{C2C796D2-4473-46F4-830C-3BB1BB26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3" name="G0021_grid___C__1526__rect">
            <a:extLst xmlns:a="http://schemas.openxmlformats.org/drawingml/2006/main">
              <a:ext uri="{FF2B5EF4-FFF2-40B4-BE49-F238E27FC236}">
                <a16:creationId xmlns:a16="http://schemas.microsoft.com/office/drawing/2014/main" id="{B5978D85-589D-4979-92C9-DE3954E8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4" name="G0021_grid___C__1527__rect">
            <a:extLst xmlns:a="http://schemas.openxmlformats.org/drawingml/2006/main">
              <a:ext uri="{FF2B5EF4-FFF2-40B4-BE49-F238E27FC236}">
                <a16:creationId xmlns:a16="http://schemas.microsoft.com/office/drawing/2014/main" id="{CFC544B6-581D-4772-B6C8-3D1651DA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5" name="G0021_grid___C__1528__rect">
            <a:extLst xmlns:a="http://schemas.openxmlformats.org/drawingml/2006/main">
              <a:ext uri="{FF2B5EF4-FFF2-40B4-BE49-F238E27FC236}">
                <a16:creationId xmlns:a16="http://schemas.microsoft.com/office/drawing/2014/main" id="{814193EF-46C9-430E-956D-041115B1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6" name="G0021_grid___C__1529__rect">
            <a:extLst xmlns:a="http://schemas.openxmlformats.org/drawingml/2006/main">
              <a:ext uri="{FF2B5EF4-FFF2-40B4-BE49-F238E27FC236}">
                <a16:creationId xmlns:a16="http://schemas.microsoft.com/office/drawing/2014/main" id="{38D999B6-2FFA-4387-B8D4-ECA4B31E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7" name="G0021_grid___C__1530__rect">
            <a:extLst xmlns:a="http://schemas.openxmlformats.org/drawingml/2006/main">
              <a:ext uri="{FF2B5EF4-FFF2-40B4-BE49-F238E27FC236}">
                <a16:creationId xmlns:a16="http://schemas.microsoft.com/office/drawing/2014/main" id="{A6CBAFE7-10A2-4753-A40A-B6805EE4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8" name="G0021_grid___C__1531__rect">
            <a:extLst xmlns:a="http://schemas.openxmlformats.org/drawingml/2006/main">
              <a:ext uri="{FF2B5EF4-FFF2-40B4-BE49-F238E27FC236}">
                <a16:creationId xmlns:a16="http://schemas.microsoft.com/office/drawing/2014/main" id="{16540B54-5331-4C4A-B6A7-2861D755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9" name="G0021_grid___C__1532__rect">
            <a:extLst xmlns:a="http://schemas.openxmlformats.org/drawingml/2006/main">
              <a:ext uri="{FF2B5EF4-FFF2-40B4-BE49-F238E27FC236}">
                <a16:creationId xmlns:a16="http://schemas.microsoft.com/office/drawing/2014/main" id="{497B0E3D-C38E-4B62-8143-574D0C3F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0" name="G0021_grid___C__1533__rect">
            <a:extLst xmlns:a="http://schemas.openxmlformats.org/drawingml/2006/main">
              <a:ext uri="{FF2B5EF4-FFF2-40B4-BE49-F238E27FC236}">
                <a16:creationId xmlns:a16="http://schemas.microsoft.com/office/drawing/2014/main" id="{CE960144-0FB9-465F-A7A2-D794F338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1" name="G0021_grid___C__1534__rect">
            <a:extLst xmlns:a="http://schemas.openxmlformats.org/drawingml/2006/main">
              <a:ext uri="{FF2B5EF4-FFF2-40B4-BE49-F238E27FC236}">
                <a16:creationId xmlns:a16="http://schemas.microsoft.com/office/drawing/2014/main" id="{FC638894-C794-4189-AD91-67612D0E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2" name="G0021_grid___C__1535__rect">
            <a:extLst xmlns:a="http://schemas.openxmlformats.org/drawingml/2006/main">
              <a:ext uri="{FF2B5EF4-FFF2-40B4-BE49-F238E27FC236}">
                <a16:creationId xmlns:a16="http://schemas.microsoft.com/office/drawing/2014/main" id="{01E2F7C0-9FC7-42CD-B3E5-06420D52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3" name="G0021_grid___C__1536__rect">
            <a:extLst xmlns:a="http://schemas.openxmlformats.org/drawingml/2006/main">
              <a:ext uri="{FF2B5EF4-FFF2-40B4-BE49-F238E27FC236}">
                <a16:creationId xmlns:a16="http://schemas.microsoft.com/office/drawing/2014/main" id="{ADC3FBB5-5973-481F-B48A-A57C9405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703065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4" name="G0021_grid___C__1537__rect">
            <a:extLst xmlns:a="http://schemas.openxmlformats.org/drawingml/2006/main">
              <a:ext uri="{FF2B5EF4-FFF2-40B4-BE49-F238E27FC236}">
                <a16:creationId xmlns:a16="http://schemas.microsoft.com/office/drawing/2014/main" id="{716FE84A-4071-4E80-9522-7BE3EA4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5" name="G0021_grid___C__1538__rect">
            <a:extLst xmlns:a="http://schemas.openxmlformats.org/drawingml/2006/main">
              <a:ext uri="{FF2B5EF4-FFF2-40B4-BE49-F238E27FC236}">
                <a16:creationId xmlns:a16="http://schemas.microsoft.com/office/drawing/2014/main" id="{613036B0-C07F-4865-B870-777D643A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6" name="G0021_grid___C__1539__rect">
            <a:extLst xmlns:a="http://schemas.openxmlformats.org/drawingml/2006/main">
              <a:ext uri="{FF2B5EF4-FFF2-40B4-BE49-F238E27FC236}">
                <a16:creationId xmlns:a16="http://schemas.microsoft.com/office/drawing/2014/main" id="{957E5DAC-766B-45F9-AA43-28B33A13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7" name="G0021_grid___C__1540__rect">
            <a:extLst xmlns:a="http://schemas.openxmlformats.org/drawingml/2006/main">
              <a:ext uri="{FF2B5EF4-FFF2-40B4-BE49-F238E27FC236}">
                <a16:creationId xmlns:a16="http://schemas.microsoft.com/office/drawing/2014/main" id="{C1989AE6-1082-418E-B9E3-52D083BD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8" name="G0021_grid___C__1541__rect">
            <a:extLst xmlns:a="http://schemas.openxmlformats.org/drawingml/2006/main">
              <a:ext uri="{FF2B5EF4-FFF2-40B4-BE49-F238E27FC236}">
                <a16:creationId xmlns:a16="http://schemas.microsoft.com/office/drawing/2014/main" id="{91AC6959-E7A2-42BC-A91B-732AC0A0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9" name="G0021_grid___C__1542__rect">
            <a:extLst xmlns:a="http://schemas.openxmlformats.org/drawingml/2006/main">
              <a:ext uri="{FF2B5EF4-FFF2-40B4-BE49-F238E27FC236}">
                <a16:creationId xmlns:a16="http://schemas.microsoft.com/office/drawing/2014/main" id="{FF93F750-E17B-4F38-B20E-98BC88EE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0" name="G0021_grid___C__1543__rect">
            <a:extLst xmlns:a="http://schemas.openxmlformats.org/drawingml/2006/main">
              <a:ext uri="{FF2B5EF4-FFF2-40B4-BE49-F238E27FC236}">
                <a16:creationId xmlns:a16="http://schemas.microsoft.com/office/drawing/2014/main" id="{576ECE0D-D688-4DEB-9A32-C7463BE6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1" name="G0021_grid___C__1544__rect">
            <a:extLst xmlns:a="http://schemas.openxmlformats.org/drawingml/2006/main">
              <a:ext uri="{FF2B5EF4-FFF2-40B4-BE49-F238E27FC236}">
                <a16:creationId xmlns:a16="http://schemas.microsoft.com/office/drawing/2014/main" id="{37C1A16E-DD76-47DA-8039-190991A4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2" name="G0021_grid___C__1545__rect">
            <a:extLst xmlns:a="http://schemas.openxmlformats.org/drawingml/2006/main">
              <a:ext uri="{FF2B5EF4-FFF2-40B4-BE49-F238E27FC236}">
                <a16:creationId xmlns:a16="http://schemas.microsoft.com/office/drawing/2014/main" id="{EA880E65-65CC-4D4C-848C-5BCA1823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3" name="G0021_grid___C__1546__rect">
            <a:extLst xmlns:a="http://schemas.openxmlformats.org/drawingml/2006/main">
              <a:ext uri="{FF2B5EF4-FFF2-40B4-BE49-F238E27FC236}">
                <a16:creationId xmlns:a16="http://schemas.microsoft.com/office/drawing/2014/main" id="{64FD83A5-A45F-4363-974E-358C459C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4" name="G0021_grid___C__1547__rect">
            <a:extLst xmlns:a="http://schemas.openxmlformats.org/drawingml/2006/main">
              <a:ext uri="{FF2B5EF4-FFF2-40B4-BE49-F238E27FC236}">
                <a16:creationId xmlns:a16="http://schemas.microsoft.com/office/drawing/2014/main" id="{9C0E88F3-FEE3-443A-A55B-BF97AC1F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5" name="G0021_grid___C__1548__rect">
            <a:extLst xmlns:a="http://schemas.openxmlformats.org/drawingml/2006/main">
              <a:ext uri="{FF2B5EF4-FFF2-40B4-BE49-F238E27FC236}">
                <a16:creationId xmlns:a16="http://schemas.microsoft.com/office/drawing/2014/main" id="{9F061EE7-B1D3-4260-8356-3F17AC45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6" name="G0021_grid___C__1549__rect">
            <a:extLst xmlns:a="http://schemas.openxmlformats.org/drawingml/2006/main">
              <a:ext uri="{FF2B5EF4-FFF2-40B4-BE49-F238E27FC236}">
                <a16:creationId xmlns:a16="http://schemas.microsoft.com/office/drawing/2014/main" id="{426A03C5-6473-4C0B-AE05-729BEF54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715557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7" name="G0021_grid___C__1550__rect">
            <a:extLst xmlns:a="http://schemas.openxmlformats.org/drawingml/2006/main">
              <a:ext uri="{FF2B5EF4-FFF2-40B4-BE49-F238E27FC236}">
                <a16:creationId xmlns:a16="http://schemas.microsoft.com/office/drawing/2014/main" id="{E022ED58-E4C2-4FD9-AC0F-84636DF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8" name="G0021_grid___C__1551__rect">
            <a:extLst xmlns:a="http://schemas.openxmlformats.org/drawingml/2006/main">
              <a:ext uri="{FF2B5EF4-FFF2-40B4-BE49-F238E27FC236}">
                <a16:creationId xmlns:a16="http://schemas.microsoft.com/office/drawing/2014/main" id="{9F8EF44D-D921-4C8E-8A70-41F14301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9" name="G0021_grid___C__1552__rect">
            <a:extLst xmlns:a="http://schemas.openxmlformats.org/drawingml/2006/main">
              <a:ext uri="{FF2B5EF4-FFF2-40B4-BE49-F238E27FC236}">
                <a16:creationId xmlns:a16="http://schemas.microsoft.com/office/drawing/2014/main" id="{E97975FC-0126-484E-9937-82006601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0" name="G0021_grid___C__1553__rect">
            <a:extLst xmlns:a="http://schemas.openxmlformats.org/drawingml/2006/main">
              <a:ext uri="{FF2B5EF4-FFF2-40B4-BE49-F238E27FC236}">
                <a16:creationId xmlns:a16="http://schemas.microsoft.com/office/drawing/2014/main" id="{71397D7B-B6D9-4680-A27C-B37A1F84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1" name="G0021_grid___C__1554__rect">
            <a:extLst xmlns:a="http://schemas.openxmlformats.org/drawingml/2006/main">
              <a:ext uri="{FF2B5EF4-FFF2-40B4-BE49-F238E27FC236}">
                <a16:creationId xmlns:a16="http://schemas.microsoft.com/office/drawing/2014/main" id="{FC264165-7586-49C4-A607-01B0251D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2" name="G0021_grid___C__1555__rect">
            <a:extLst xmlns:a="http://schemas.openxmlformats.org/drawingml/2006/main">
              <a:ext uri="{FF2B5EF4-FFF2-40B4-BE49-F238E27FC236}">
                <a16:creationId xmlns:a16="http://schemas.microsoft.com/office/drawing/2014/main" id="{4BE40879-6377-4A83-91DC-0354110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3" name="G0021_grid___C__1556__rect">
            <a:extLst xmlns:a="http://schemas.openxmlformats.org/drawingml/2006/main">
              <a:ext uri="{FF2B5EF4-FFF2-40B4-BE49-F238E27FC236}">
                <a16:creationId xmlns:a16="http://schemas.microsoft.com/office/drawing/2014/main" id="{6F81C58B-BC53-4F6F-AA4A-D7B6576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4" name="G0021_grid___C__1557__rect">
            <a:extLst xmlns:a="http://schemas.openxmlformats.org/drawingml/2006/main">
              <a:ext uri="{FF2B5EF4-FFF2-40B4-BE49-F238E27FC236}">
                <a16:creationId xmlns:a16="http://schemas.microsoft.com/office/drawing/2014/main" id="{FF210F0F-3C7B-4271-968C-9FA96A7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5" name="G0021_grid___C__1558__rect">
            <a:extLst xmlns:a="http://schemas.openxmlformats.org/drawingml/2006/main">
              <a:ext uri="{FF2B5EF4-FFF2-40B4-BE49-F238E27FC236}">
                <a16:creationId xmlns:a16="http://schemas.microsoft.com/office/drawing/2014/main" id="{AC023588-8C58-4199-86F2-C75F3C77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6" name="G0021_grid___C__1559__rect">
            <a:extLst xmlns:a="http://schemas.openxmlformats.org/drawingml/2006/main">
              <a:ext uri="{FF2B5EF4-FFF2-40B4-BE49-F238E27FC236}">
                <a16:creationId xmlns:a16="http://schemas.microsoft.com/office/drawing/2014/main" id="{17F39ACD-32A9-412C-85EF-132DE610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7" name="G0021_grid___C__1560__rect">
            <a:extLst xmlns:a="http://schemas.openxmlformats.org/drawingml/2006/main">
              <a:ext uri="{FF2B5EF4-FFF2-40B4-BE49-F238E27FC236}">
                <a16:creationId xmlns:a16="http://schemas.microsoft.com/office/drawing/2014/main" id="{DB73DD4B-E048-4ED2-B65D-57D959D3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8" name="G0021_grid___C__1561__rect">
            <a:extLst xmlns:a="http://schemas.openxmlformats.org/drawingml/2006/main">
              <a:ext uri="{FF2B5EF4-FFF2-40B4-BE49-F238E27FC236}">
                <a16:creationId xmlns:a16="http://schemas.microsoft.com/office/drawing/2014/main" id="{7A0AD620-2804-401A-B53C-356C63C4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9" name="G0021_grid___C__1562__rect">
            <a:extLst xmlns:a="http://schemas.openxmlformats.org/drawingml/2006/main">
              <a:ext uri="{FF2B5EF4-FFF2-40B4-BE49-F238E27FC236}">
                <a16:creationId xmlns:a16="http://schemas.microsoft.com/office/drawing/2014/main" id="{FD489E2A-5D96-4175-864C-A3EDCF19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728008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0" name="G0021_grid___C__1563__rect">
            <a:extLst xmlns:a="http://schemas.openxmlformats.org/drawingml/2006/main">
              <a:ext uri="{FF2B5EF4-FFF2-40B4-BE49-F238E27FC236}">
                <a16:creationId xmlns:a16="http://schemas.microsoft.com/office/drawing/2014/main" id="{25A9C63E-4479-49B6-BC4D-31B93B2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1" name="G0021_grid___C__1564__rect">
            <a:extLst xmlns:a="http://schemas.openxmlformats.org/drawingml/2006/main">
              <a:ext uri="{FF2B5EF4-FFF2-40B4-BE49-F238E27FC236}">
                <a16:creationId xmlns:a16="http://schemas.microsoft.com/office/drawing/2014/main" id="{7760B9A0-9EEB-4764-AEC0-6BC4983F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4488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2" name="G0021_grid___C__1565__rect">
            <a:extLst xmlns:a="http://schemas.openxmlformats.org/drawingml/2006/main">
              <a:ext uri="{FF2B5EF4-FFF2-40B4-BE49-F238E27FC236}">
                <a16:creationId xmlns:a16="http://schemas.microsoft.com/office/drawing/2014/main" id="{3B38F38A-8FF5-4345-B05B-0ED33FAE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151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3" name="G0021_grid___C__1566__rect">
            <a:extLst xmlns:a="http://schemas.openxmlformats.org/drawingml/2006/main">
              <a:ext uri="{FF2B5EF4-FFF2-40B4-BE49-F238E27FC236}">
                <a16:creationId xmlns:a16="http://schemas.microsoft.com/office/drawing/2014/main" id="{91D0FC01-86F8-4320-9F6F-54C845B7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854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4" name="G0021_grid___C__1567__rect">
            <a:extLst xmlns:a="http://schemas.openxmlformats.org/drawingml/2006/main">
              <a:ext uri="{FF2B5EF4-FFF2-40B4-BE49-F238E27FC236}">
                <a16:creationId xmlns:a16="http://schemas.microsoft.com/office/drawing/2014/main" id="{AC2DE756-3D21-4E1F-B85F-DEB5EBC5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17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5" name="G0021_grid___C__1568__rect">
            <a:extLst xmlns:a="http://schemas.openxmlformats.org/drawingml/2006/main">
              <a:ext uri="{FF2B5EF4-FFF2-40B4-BE49-F238E27FC236}">
                <a16:creationId xmlns:a16="http://schemas.microsoft.com/office/drawing/2014/main" id="{9B03F4BB-5F8A-4EBC-8D1E-E67F15B2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3180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6" name="G0021_grid___C__1569__rect">
            <a:extLst xmlns:a="http://schemas.openxmlformats.org/drawingml/2006/main">
              <a:ext uri="{FF2B5EF4-FFF2-40B4-BE49-F238E27FC236}">
                <a16:creationId xmlns:a16="http://schemas.microsoft.com/office/drawing/2014/main" id="{6A1E0C56-DCA2-476C-AA79-ABD505C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7884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7" name="G0021_grid___C__1570__rect">
            <a:extLst xmlns:a="http://schemas.openxmlformats.org/drawingml/2006/main">
              <a:ext uri="{FF2B5EF4-FFF2-40B4-BE49-F238E27FC236}">
                <a16:creationId xmlns:a16="http://schemas.microsoft.com/office/drawing/2014/main" id="{9F4D8A93-B4BE-47B9-A325-7B343D7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2546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8" name="G0021_grid___C__1571__rect">
            <a:extLst xmlns:a="http://schemas.openxmlformats.org/drawingml/2006/main">
              <a:ext uri="{FF2B5EF4-FFF2-40B4-BE49-F238E27FC236}">
                <a16:creationId xmlns:a16="http://schemas.microsoft.com/office/drawing/2014/main" id="{2A977062-EA9D-4706-9D26-C4C67857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250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9" name="G0021_grid___C__1572__rect">
            <a:extLst xmlns:a="http://schemas.openxmlformats.org/drawingml/2006/main">
              <a:ext uri="{FF2B5EF4-FFF2-40B4-BE49-F238E27FC236}">
                <a16:creationId xmlns:a16="http://schemas.microsoft.com/office/drawing/2014/main" id="{4CA84B2A-B6F4-413B-A061-93809E72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1913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10" name="G0021_grid___C__1573__rect">
            <a:extLst xmlns:a="http://schemas.openxmlformats.org/drawingml/2006/main">
              <a:ext uri="{FF2B5EF4-FFF2-40B4-BE49-F238E27FC236}">
                <a16:creationId xmlns:a16="http://schemas.microsoft.com/office/drawing/2014/main" id="{1367556B-F6B6-4AE4-9509-6A8A728F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6576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11" name="G0021_grid___C__1574__rect">
            <a:extLst xmlns:a="http://schemas.openxmlformats.org/drawingml/2006/main">
              <a:ext uri="{FF2B5EF4-FFF2-40B4-BE49-F238E27FC236}">
                <a16:creationId xmlns:a16="http://schemas.microsoft.com/office/drawing/2014/main" id="{13036D44-0C80-4CD7-AE98-D1187146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279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12" name="G0021_grid___C__1575__rect">
            <a:extLst xmlns:a="http://schemas.openxmlformats.org/drawingml/2006/main">
              <a:ext uri="{FF2B5EF4-FFF2-40B4-BE49-F238E27FC236}">
                <a16:creationId xmlns:a16="http://schemas.microsoft.com/office/drawing/2014/main" id="{E0EAE1EA-6208-438C-8EE2-80760940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5942" y="2740500"/>
            <a:ext cx="14663" cy="1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1454" name="G0021_grid___C__1576__rect">
            <a:extLst xmlns:a="http://schemas.openxmlformats.org/drawingml/2006/main">
              <a:ext uri="{FF2B5EF4-FFF2-40B4-BE49-F238E27FC236}">
                <a16:creationId xmlns:a16="http://schemas.microsoft.com/office/drawing/2014/main" id="{1B524CF3-3B3F-43CF-960A-DE5CAED7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2590800"/>
            <a:ext cx="190821" cy="162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92">
            <a:solidFill>
              <a:srgbClr val="BD8D47"/>
            </a:solidFill>
            <a:prstDash val="solid"/>
          </a:ln>
        </p:spPr>
      </p:sp>
      <p:sp>
        <p:nvSpPr>
          <p:cNvPr id="1455" name="A__0012__arrow">
            <a:extLst xmlns:a="http://schemas.openxmlformats.org/drawingml/2006/main">
              <a:ext uri="{FF2B5EF4-FFF2-40B4-BE49-F238E27FC236}">
                <a16:creationId xmlns:a16="http://schemas.microsoft.com/office/drawing/2014/main" id="{4DFE3506-F40B-4C97-ABB7-C24F0E39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" y="956394"/>
            <a:ext cx="55531" cy="14722"/>
          </a:xfrm>
          <a:custGeom xmlns:a="http://schemas.openxmlformats.org/drawingml/2006/main">
            <a:pathLst>
              <a:path w="55532" h="16004">
                <a:moveTo>
                  <a:pt x="0" y="8002"/>
                </a:moveTo>
                <a:quadBezTo>
                  <a:pt x="32736" y="8002"/>
                  <a:pt x="55532" y="8002"/>
                </a:quadBezTo>
                <a:moveTo>
                  <a:pt x="39528" y="0"/>
                </a:moveTo>
                <a:lnTo>
                  <a:pt x="55532" y="8002"/>
                </a:lnTo>
                <a:lnTo>
                  <a:pt x="39528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56" name="A__0016__arrow">
            <a:extLst xmlns:a="http://schemas.openxmlformats.org/drawingml/2006/main">
              <a:ext uri="{FF2B5EF4-FFF2-40B4-BE49-F238E27FC236}">
                <a16:creationId xmlns:a16="http://schemas.microsoft.com/office/drawing/2014/main" id="{523D8367-09EC-4B0C-9A25-14896608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05" y="956394"/>
            <a:ext cx="40958" cy="14722"/>
          </a:xfrm>
          <a:custGeom xmlns:a="http://schemas.openxmlformats.org/drawingml/2006/main">
            <a:pathLst>
              <a:path w="40983" h="16004">
                <a:moveTo>
                  <a:pt x="0" y="8002"/>
                </a:moveTo>
                <a:quadBezTo>
                  <a:pt x="25461" y="8002"/>
                  <a:pt x="40983" y="8002"/>
                </a:quadBezTo>
                <a:moveTo>
                  <a:pt x="24979" y="0"/>
                </a:moveTo>
                <a:lnTo>
                  <a:pt x="40983" y="8002"/>
                </a:lnTo>
                <a:lnTo>
                  <a:pt x="24979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57" name="A__0035__arrow">
            <a:extLst xmlns:a="http://schemas.openxmlformats.org/drawingml/2006/main">
              <a:ext uri="{FF2B5EF4-FFF2-40B4-BE49-F238E27FC236}">
                <a16:creationId xmlns:a16="http://schemas.microsoft.com/office/drawing/2014/main" id="{DC1140A9-1241-48FC-BD68-49340AA1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" y="1149092"/>
            <a:ext cx="107918" cy="10691"/>
          </a:xfrm>
          <a:custGeom xmlns:a="http://schemas.openxmlformats.org/drawingml/2006/main">
            <a:pathLst>
              <a:path w="107876" h="11639">
                <a:moveTo>
                  <a:pt x="107876" y="5820"/>
                </a:moveTo>
                <a:quadBezTo>
                  <a:pt x="51498" y="5820"/>
                  <a:pt x="0" y="5820"/>
                </a:quadBezTo>
                <a:moveTo>
                  <a:pt x="11639" y="11639"/>
                </a:moveTo>
                <a:lnTo>
                  <a:pt x="0" y="5820"/>
                </a:lnTo>
                <a:lnTo>
                  <a:pt x="11639" y="0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58" name="A__0038__arrow">
            <a:extLst xmlns:a="http://schemas.openxmlformats.org/drawingml/2006/main">
              <a:ext uri="{FF2B5EF4-FFF2-40B4-BE49-F238E27FC236}">
                <a16:creationId xmlns:a16="http://schemas.microsoft.com/office/drawing/2014/main" id="{BDE52DD2-4FFC-4722-9FCC-FA9E72E4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" y="1149092"/>
            <a:ext cx="35147" cy="10691"/>
          </a:xfrm>
          <a:custGeom xmlns:a="http://schemas.openxmlformats.org/drawingml/2006/main">
            <a:pathLst>
              <a:path w="35130" h="11639">
                <a:moveTo>
                  <a:pt x="35130" y="5820"/>
                </a:moveTo>
                <a:quadBezTo>
                  <a:pt x="15125" y="5820"/>
                  <a:pt x="0" y="5820"/>
                </a:quadBezTo>
                <a:moveTo>
                  <a:pt x="11639" y="11639"/>
                </a:moveTo>
                <a:lnTo>
                  <a:pt x="0" y="5820"/>
                </a:lnTo>
                <a:lnTo>
                  <a:pt x="11639" y="0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59" name="A__0043__arrow">
            <a:extLst xmlns:a="http://schemas.openxmlformats.org/drawingml/2006/main">
              <a:ext uri="{FF2B5EF4-FFF2-40B4-BE49-F238E27FC236}">
                <a16:creationId xmlns:a16="http://schemas.microsoft.com/office/drawing/2014/main" id="{C7695DBD-A4B5-48C1-9DF1-DB97AAB3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8" y="1077498"/>
            <a:ext cx="11621" cy="22258"/>
          </a:xfrm>
          <a:custGeom xmlns:a="http://schemas.openxmlformats.org/drawingml/2006/main">
            <a:pathLst>
              <a:path w="11639" h="24218">
                <a:moveTo>
                  <a:pt x="5820" y="0"/>
                </a:moveTo>
                <a:quadBezTo>
                  <a:pt x="5820" y="14549"/>
                  <a:pt x="5820" y="24218"/>
                </a:quadBezTo>
                <a:moveTo>
                  <a:pt x="11639" y="12579"/>
                </a:moveTo>
                <a:lnTo>
                  <a:pt x="5820" y="24218"/>
                </a:lnTo>
                <a:lnTo>
                  <a:pt x="0" y="12579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60" name="A__0044__arrow">
            <a:extLst xmlns:a="http://schemas.openxmlformats.org/drawingml/2006/main">
              <a:ext uri="{FF2B5EF4-FFF2-40B4-BE49-F238E27FC236}">
                <a16:creationId xmlns:a16="http://schemas.microsoft.com/office/drawing/2014/main" id="{424F07A0-7A49-4B25-8F02-9B2CC17A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8" y="1204650"/>
            <a:ext cx="11621" cy="82547"/>
          </a:xfrm>
          <a:custGeom xmlns:a="http://schemas.openxmlformats.org/drawingml/2006/main">
            <a:pathLst>
              <a:path w="11639" h="89689">
                <a:moveTo>
                  <a:pt x="5820" y="0"/>
                </a:moveTo>
                <a:quadBezTo>
                  <a:pt x="5820" y="47285"/>
                  <a:pt x="5820" y="89689"/>
                </a:quadBezTo>
                <a:moveTo>
                  <a:pt x="11639" y="78050"/>
                </a:moveTo>
                <a:lnTo>
                  <a:pt x="5820" y="89689"/>
                </a:lnTo>
                <a:lnTo>
                  <a:pt x="0" y="78050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61" name="A__0256__arrow">
            <a:extLst xmlns:a="http://schemas.openxmlformats.org/drawingml/2006/main">
              <a:ext uri="{FF2B5EF4-FFF2-40B4-BE49-F238E27FC236}">
                <a16:creationId xmlns:a16="http://schemas.microsoft.com/office/drawing/2014/main" id="{CB9573DA-5666-4CBB-9072-36DEDF62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" y="586946"/>
            <a:ext cx="408527" cy="10691"/>
          </a:xfrm>
          <a:custGeom xmlns:a="http://schemas.openxmlformats.org/drawingml/2006/main">
            <a:pathLst>
              <a:path w="408544" h="11639">
                <a:moveTo>
                  <a:pt x="0" y="5820"/>
                </a:moveTo>
                <a:quadBezTo>
                  <a:pt x="207325" y="5820"/>
                  <a:pt x="408544" y="5820"/>
                </a:quadBezTo>
                <a:moveTo>
                  <a:pt x="396905" y="0"/>
                </a:moveTo>
                <a:lnTo>
                  <a:pt x="408544" y="5820"/>
                </a:lnTo>
                <a:lnTo>
                  <a:pt x="396905" y="11639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1462" name="A__0258__arrow">
            <a:extLst xmlns:a="http://schemas.openxmlformats.org/drawingml/2006/main">
              <a:ext uri="{FF2B5EF4-FFF2-40B4-BE49-F238E27FC236}">
                <a16:creationId xmlns:a16="http://schemas.microsoft.com/office/drawing/2014/main" id="{CB048D6E-014A-4522-A51B-55392351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004" y="736180"/>
            <a:ext cx="13049" cy="78078"/>
          </a:xfrm>
          <a:custGeom xmlns:a="http://schemas.openxmlformats.org/drawingml/2006/main">
            <a:pathLst>
              <a:path w="13094" h="84826">
                <a:moveTo>
                  <a:pt x="6547" y="0"/>
                </a:moveTo>
                <a:quadBezTo>
                  <a:pt x="6547" y="45466"/>
                  <a:pt x="6547" y="84826"/>
                </a:quadBezTo>
                <a:moveTo>
                  <a:pt x="13094" y="71732"/>
                </a:moveTo>
                <a:lnTo>
                  <a:pt x="6547" y="84826"/>
                </a:lnTo>
                <a:lnTo>
                  <a:pt x="0" y="71732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1463" name="A__0263__arrow">
            <a:extLst xmlns:a="http://schemas.openxmlformats.org/drawingml/2006/main">
              <a:ext uri="{FF2B5EF4-FFF2-40B4-BE49-F238E27FC236}">
                <a16:creationId xmlns:a16="http://schemas.microsoft.com/office/drawing/2014/main" id="{882DAC4C-0C10-4F81-ACF3-E233CCA5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377" y="956394"/>
            <a:ext cx="62770" cy="14722"/>
          </a:xfrm>
          <a:custGeom xmlns:a="http://schemas.openxmlformats.org/drawingml/2006/main">
            <a:pathLst>
              <a:path w="62806" h="16004">
                <a:moveTo>
                  <a:pt x="0" y="8002"/>
                </a:moveTo>
                <a:quadBezTo>
                  <a:pt x="36373" y="8002"/>
                  <a:pt x="62806" y="8002"/>
                </a:quadBezTo>
                <a:moveTo>
                  <a:pt x="46802" y="0"/>
                </a:moveTo>
                <a:lnTo>
                  <a:pt x="62806" y="8002"/>
                </a:lnTo>
                <a:lnTo>
                  <a:pt x="46802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64" name="A__0271__arrow">
            <a:extLst xmlns:a="http://schemas.openxmlformats.org/drawingml/2006/main">
              <a:ext uri="{FF2B5EF4-FFF2-40B4-BE49-F238E27FC236}">
                <a16:creationId xmlns:a16="http://schemas.microsoft.com/office/drawing/2014/main" id="{0D39902D-6966-42CE-92ED-D85952AB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976" y="752917"/>
            <a:ext cx="11621" cy="151688"/>
          </a:xfrm>
          <a:custGeom xmlns:a="http://schemas.openxmlformats.org/drawingml/2006/main">
            <a:pathLst>
              <a:path w="11639" h="164852">
                <a:moveTo>
                  <a:pt x="5820" y="0"/>
                </a:moveTo>
                <a:quadBezTo>
                  <a:pt x="5820" y="85476"/>
                  <a:pt x="5820" y="164852"/>
                </a:quadBezTo>
                <a:moveTo>
                  <a:pt x="11639" y="153213"/>
                </a:moveTo>
                <a:lnTo>
                  <a:pt x="5820" y="164852"/>
                </a:lnTo>
                <a:lnTo>
                  <a:pt x="0" y="153213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56">
            <a:solidFill>
              <a:srgbClr val="8A759E"/>
            </a:solidFill>
            <a:prstDash val="solid"/>
          </a:ln>
        </p:spPr>
      </p:sp>
      <p:sp>
        <p:nvSpPr>
          <p:cNvPr id="1466" name="A__0293__arrow">
            <a:extLst xmlns:a="http://schemas.openxmlformats.org/drawingml/2006/main">
              <a:ext uri="{FF2B5EF4-FFF2-40B4-BE49-F238E27FC236}">
                <a16:creationId xmlns:a16="http://schemas.microsoft.com/office/drawing/2014/main" id="{A45A8773-79B6-49D6-BE4D-CB04418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520" y="956394"/>
            <a:ext cx="66485" cy="14722"/>
          </a:xfrm>
          <a:custGeom xmlns:a="http://schemas.openxmlformats.org/drawingml/2006/main">
            <a:pathLst>
              <a:path w="66444" h="16004">
                <a:moveTo>
                  <a:pt x="0" y="8002"/>
                </a:moveTo>
                <a:quadBezTo>
                  <a:pt x="38191" y="8002"/>
                  <a:pt x="66444" y="8002"/>
                </a:quadBezTo>
                <a:moveTo>
                  <a:pt x="50440" y="0"/>
                </a:moveTo>
                <a:lnTo>
                  <a:pt x="66444" y="8002"/>
                </a:lnTo>
                <a:lnTo>
                  <a:pt x="50440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67" name="A__0299__arrow">
            <a:extLst xmlns:a="http://schemas.openxmlformats.org/drawingml/2006/main">
              <a:ext uri="{FF2B5EF4-FFF2-40B4-BE49-F238E27FC236}">
                <a16:creationId xmlns:a16="http://schemas.microsoft.com/office/drawing/2014/main" id="{6753A629-3715-41F3-BBF4-4AEFF6E7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185" y="736180"/>
            <a:ext cx="13049" cy="78078"/>
          </a:xfrm>
          <a:custGeom xmlns:a="http://schemas.openxmlformats.org/drawingml/2006/main">
            <a:pathLst>
              <a:path w="13094" h="84826">
                <a:moveTo>
                  <a:pt x="6547" y="0"/>
                </a:moveTo>
                <a:quadBezTo>
                  <a:pt x="6547" y="45466"/>
                  <a:pt x="6547" y="84826"/>
                </a:quadBezTo>
                <a:moveTo>
                  <a:pt x="13094" y="71732"/>
                </a:moveTo>
                <a:lnTo>
                  <a:pt x="6547" y="84826"/>
                </a:lnTo>
                <a:lnTo>
                  <a:pt x="0" y="71732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1470" name="A__0921__arrow">
            <a:extLst xmlns:a="http://schemas.openxmlformats.org/drawingml/2006/main">
              <a:ext uri="{FF2B5EF4-FFF2-40B4-BE49-F238E27FC236}">
                <a16:creationId xmlns:a16="http://schemas.microsoft.com/office/drawing/2014/main" id="{1D5F5590-672D-421A-B8BA-AD3D025F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801" y="586946"/>
            <a:ext cx="92012" cy="10691"/>
          </a:xfrm>
          <a:custGeom xmlns:a="http://schemas.openxmlformats.org/drawingml/2006/main">
            <a:pathLst>
              <a:path w="91973" h="11639">
                <a:moveTo>
                  <a:pt x="91973" y="5820"/>
                </a:moveTo>
                <a:quadBezTo>
                  <a:pt x="42934" y="5820"/>
                  <a:pt x="0" y="5820"/>
                </a:quadBezTo>
                <a:moveTo>
                  <a:pt x="11639" y="11639"/>
                </a:moveTo>
                <a:lnTo>
                  <a:pt x="0" y="5820"/>
                </a:lnTo>
                <a:lnTo>
                  <a:pt x="11639" y="0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79" name="G0009_codebook___A__0932__rect">
            <a:extLst xmlns:a="http://schemas.openxmlformats.org/drawingml/2006/main">
              <a:ext uri="{FF2B5EF4-FFF2-40B4-BE49-F238E27FC236}">
                <a16:creationId xmlns:a16="http://schemas.microsoft.com/office/drawing/2014/main" id="{4F0BABED-3A17-46F1-AD95-9304E7B5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883398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0" name="G0009_codebook___A__0933__rect">
            <a:extLst xmlns:a="http://schemas.openxmlformats.org/drawingml/2006/main">
              <a:ext uri="{FF2B5EF4-FFF2-40B4-BE49-F238E27FC236}">
                <a16:creationId xmlns:a16="http://schemas.microsoft.com/office/drawing/2014/main" id="{0C3CA01E-4342-4A9F-B13B-38A31EB5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883398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1" name="G0009_codebook___A__0934__rect">
            <a:extLst xmlns:a="http://schemas.openxmlformats.org/drawingml/2006/main">
              <a:ext uri="{FF2B5EF4-FFF2-40B4-BE49-F238E27FC236}">
                <a16:creationId xmlns:a16="http://schemas.microsoft.com/office/drawing/2014/main" id="{320E51A5-9FB9-4FA8-A587-263F8746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883398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2" name="G0009_codebook___A__0935__rect">
            <a:extLst xmlns:a="http://schemas.openxmlformats.org/drawingml/2006/main">
              <a:ext uri="{FF2B5EF4-FFF2-40B4-BE49-F238E27FC236}">
                <a16:creationId xmlns:a16="http://schemas.microsoft.com/office/drawing/2014/main" id="{DF8CF503-5C4B-4739-8E04-669DA327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883398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3" name="G0009_codebook___A__0936__rect">
            <a:extLst xmlns:a="http://schemas.openxmlformats.org/drawingml/2006/main">
              <a:ext uri="{FF2B5EF4-FFF2-40B4-BE49-F238E27FC236}">
                <a16:creationId xmlns:a16="http://schemas.microsoft.com/office/drawing/2014/main" id="{169346BF-484E-419E-B121-EFDAC59E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91073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4" name="G0009_codebook___A__0937__rect">
            <a:extLst xmlns:a="http://schemas.openxmlformats.org/drawingml/2006/main">
              <a:ext uri="{FF2B5EF4-FFF2-40B4-BE49-F238E27FC236}">
                <a16:creationId xmlns:a16="http://schemas.microsoft.com/office/drawing/2014/main" id="{C8E33DA8-1D64-47FB-82FE-2E5A983B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91073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5" name="G0009_codebook___A__0938__rect">
            <a:extLst xmlns:a="http://schemas.openxmlformats.org/drawingml/2006/main">
              <a:ext uri="{FF2B5EF4-FFF2-40B4-BE49-F238E27FC236}">
                <a16:creationId xmlns:a16="http://schemas.microsoft.com/office/drawing/2014/main" id="{5139FA8B-EC85-4563-9B88-8D9C87AC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91073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6" name="G0009_codebook___A__0939__rect">
            <a:extLst xmlns:a="http://schemas.openxmlformats.org/drawingml/2006/main">
              <a:ext uri="{FF2B5EF4-FFF2-40B4-BE49-F238E27FC236}">
                <a16:creationId xmlns:a16="http://schemas.microsoft.com/office/drawing/2014/main" id="{45DEDACE-4005-42BA-9417-53E0B6B2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91073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7" name="G0009_codebook___A__0940__rect">
            <a:extLst xmlns:a="http://schemas.openxmlformats.org/drawingml/2006/main">
              <a:ext uri="{FF2B5EF4-FFF2-40B4-BE49-F238E27FC236}">
                <a16:creationId xmlns:a16="http://schemas.microsoft.com/office/drawing/2014/main" id="{BCD09036-C2F6-449A-8CFD-B6D03EB3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93807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8" name="G0009_codebook___A__0941__rect">
            <a:extLst xmlns:a="http://schemas.openxmlformats.org/drawingml/2006/main">
              <a:ext uri="{FF2B5EF4-FFF2-40B4-BE49-F238E27FC236}">
                <a16:creationId xmlns:a16="http://schemas.microsoft.com/office/drawing/2014/main" id="{5CDFF47B-564A-4ED8-87FD-A790B36B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93807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9" name="G0009_codebook___A__0942__rect">
            <a:extLst xmlns:a="http://schemas.openxmlformats.org/drawingml/2006/main">
              <a:ext uri="{FF2B5EF4-FFF2-40B4-BE49-F238E27FC236}">
                <a16:creationId xmlns:a16="http://schemas.microsoft.com/office/drawing/2014/main" id="{423C82D2-2D72-45A6-BA80-31F63052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93807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0" name="G0009_codebook___A__0943__rect">
            <a:extLst xmlns:a="http://schemas.openxmlformats.org/drawingml/2006/main">
              <a:ext uri="{FF2B5EF4-FFF2-40B4-BE49-F238E27FC236}">
                <a16:creationId xmlns:a16="http://schemas.microsoft.com/office/drawing/2014/main" id="{EC8A91B2-F409-474D-B7B1-FA00013D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93807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1" name="G0009_codebook___A__0944__rect">
            <a:extLst xmlns:a="http://schemas.openxmlformats.org/drawingml/2006/main">
              <a:ext uri="{FF2B5EF4-FFF2-40B4-BE49-F238E27FC236}">
                <a16:creationId xmlns:a16="http://schemas.microsoft.com/office/drawing/2014/main" id="{C7983302-B263-4324-A617-6D28E02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96542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2" name="G0009_codebook___A__0945__rect">
            <a:extLst xmlns:a="http://schemas.openxmlformats.org/drawingml/2006/main">
              <a:ext uri="{FF2B5EF4-FFF2-40B4-BE49-F238E27FC236}">
                <a16:creationId xmlns:a16="http://schemas.microsoft.com/office/drawing/2014/main" id="{27130A9D-A6CE-457A-8B94-E38B42E4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96542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3" name="G0009_codebook___A__0946__rect">
            <a:extLst xmlns:a="http://schemas.openxmlformats.org/drawingml/2006/main">
              <a:ext uri="{FF2B5EF4-FFF2-40B4-BE49-F238E27FC236}">
                <a16:creationId xmlns:a16="http://schemas.microsoft.com/office/drawing/2014/main" id="{C7CC082D-DB9C-4BDC-9925-947B4DF1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96542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4" name="G0009_codebook___A__0947__rect">
            <a:extLst xmlns:a="http://schemas.openxmlformats.org/drawingml/2006/main">
              <a:ext uri="{FF2B5EF4-FFF2-40B4-BE49-F238E27FC236}">
                <a16:creationId xmlns:a16="http://schemas.microsoft.com/office/drawing/2014/main" id="{D30A8E2D-E0D5-471F-A85F-C9C2A3A6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96542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5" name="G0009_codebook___A__0948__rect">
            <a:extLst xmlns:a="http://schemas.openxmlformats.org/drawingml/2006/main">
              <a:ext uri="{FF2B5EF4-FFF2-40B4-BE49-F238E27FC236}">
                <a16:creationId xmlns:a16="http://schemas.microsoft.com/office/drawing/2014/main" id="{2F3E8749-CC2E-4659-8B8A-89982F7B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99276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6" name="G0009_codebook___A__0949__rect">
            <a:extLst xmlns:a="http://schemas.openxmlformats.org/drawingml/2006/main">
              <a:ext uri="{FF2B5EF4-FFF2-40B4-BE49-F238E27FC236}">
                <a16:creationId xmlns:a16="http://schemas.microsoft.com/office/drawing/2014/main" id="{8B569455-F23F-4833-9BA1-4F40D9A6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99276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7" name="G0009_codebook___A__0950__rect">
            <a:extLst xmlns:a="http://schemas.openxmlformats.org/drawingml/2006/main">
              <a:ext uri="{FF2B5EF4-FFF2-40B4-BE49-F238E27FC236}">
                <a16:creationId xmlns:a16="http://schemas.microsoft.com/office/drawing/2014/main" id="{2D67CACD-34F7-4784-BA9A-0F3C955B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99276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8" name="G0009_codebook___A__0951__rect">
            <a:extLst xmlns:a="http://schemas.openxmlformats.org/drawingml/2006/main">
              <a:ext uri="{FF2B5EF4-FFF2-40B4-BE49-F238E27FC236}">
                <a16:creationId xmlns:a16="http://schemas.microsoft.com/office/drawing/2014/main" id="{B21CD1E2-02B7-4EE4-AB2F-77962C81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99276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9" name="G0009_codebook___A__0952__rect">
            <a:extLst xmlns:a="http://schemas.openxmlformats.org/drawingml/2006/main">
              <a:ext uri="{FF2B5EF4-FFF2-40B4-BE49-F238E27FC236}">
                <a16:creationId xmlns:a16="http://schemas.microsoft.com/office/drawing/2014/main" id="{6C9E7C1B-F304-4082-A385-F3896FDD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1020101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100" name="G0009_codebook___A__0953__rect">
            <a:extLst xmlns:a="http://schemas.openxmlformats.org/drawingml/2006/main">
              <a:ext uri="{FF2B5EF4-FFF2-40B4-BE49-F238E27FC236}">
                <a16:creationId xmlns:a16="http://schemas.microsoft.com/office/drawing/2014/main" id="{686DAEF0-7662-4DC7-B03A-FF665874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1020101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101" name="G0009_codebook___A__0954__rect">
            <a:extLst xmlns:a="http://schemas.openxmlformats.org/drawingml/2006/main">
              <a:ext uri="{FF2B5EF4-FFF2-40B4-BE49-F238E27FC236}">
                <a16:creationId xmlns:a16="http://schemas.microsoft.com/office/drawing/2014/main" id="{D075F2B9-4B09-48F5-B423-2F4BC59B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1020101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102" name="G0009_codebook___A__0955__rect">
            <a:extLst xmlns:a="http://schemas.openxmlformats.org/drawingml/2006/main">
              <a:ext uri="{FF2B5EF4-FFF2-40B4-BE49-F238E27FC236}">
                <a16:creationId xmlns:a16="http://schemas.microsoft.com/office/drawing/2014/main" id="{F1290C34-939E-4624-AB86-864ADE9E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1020101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1471" name="G0009_codebook___A__0956__rect">
            <a:extLst xmlns:a="http://schemas.openxmlformats.org/drawingml/2006/main">
              <a:ext uri="{FF2B5EF4-FFF2-40B4-BE49-F238E27FC236}">
                <a16:creationId xmlns:a16="http://schemas.microsoft.com/office/drawing/2014/main" id="{44C70946-39E2-4656-A4C8-FB90E426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4971" y="934749"/>
            <a:ext cx="123635" cy="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820">
            <a:solidFill>
              <a:srgbClr val="235F8C"/>
            </a:solidFill>
            <a:prstDash val="solid"/>
          </a:ln>
        </p:spPr>
      </p:sp>
      <p:sp>
        <p:nvSpPr>
          <p:cNvPr id="1472" name="A__0972__arrow">
            <a:extLst xmlns:a="http://schemas.openxmlformats.org/drawingml/2006/main">
              <a:ext uri="{FF2B5EF4-FFF2-40B4-BE49-F238E27FC236}">
                <a16:creationId xmlns:a16="http://schemas.microsoft.com/office/drawing/2014/main" id="{A1BD8897-E7C9-494B-9C0A-125ABE2A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878" y="958409"/>
            <a:ext cx="26479" cy="10691"/>
          </a:xfrm>
          <a:custGeom xmlns:a="http://schemas.openxmlformats.org/drawingml/2006/main">
            <a:pathLst>
              <a:path w="26433" h="11639">
                <a:moveTo>
                  <a:pt x="0" y="5820"/>
                </a:moveTo>
                <a:quadBezTo>
                  <a:pt x="18186" y="5820"/>
                  <a:pt x="26433" y="5820"/>
                </a:quadBezTo>
                <a:moveTo>
                  <a:pt x="14794" y="0"/>
                </a:moveTo>
                <a:lnTo>
                  <a:pt x="26433" y="5820"/>
                </a:lnTo>
                <a:lnTo>
                  <a:pt x="14794" y="11639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73" name="A__0976__arrow">
            <a:extLst xmlns:a="http://schemas.openxmlformats.org/drawingml/2006/main">
              <a:ext uri="{FF2B5EF4-FFF2-40B4-BE49-F238E27FC236}">
                <a16:creationId xmlns:a16="http://schemas.microsoft.com/office/drawing/2014/main" id="{F464D02E-5D98-472F-8EBD-3A9B4547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95" y="957708"/>
            <a:ext cx="51911" cy="12005"/>
          </a:xfrm>
          <a:custGeom xmlns:a="http://schemas.openxmlformats.org/drawingml/2006/main">
            <a:pathLst>
              <a:path w="51894" h="13094">
                <a:moveTo>
                  <a:pt x="0" y="6547"/>
                </a:moveTo>
                <a:quadBezTo>
                  <a:pt x="30917" y="6547"/>
                  <a:pt x="51894" y="6547"/>
                </a:quadBezTo>
                <a:moveTo>
                  <a:pt x="38800" y="0"/>
                </a:moveTo>
                <a:lnTo>
                  <a:pt x="51894" y="6547"/>
                </a:lnTo>
                <a:lnTo>
                  <a:pt x="38800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10" name="G0013_grid___B__0994__rect">
            <a:extLst xmlns:a="http://schemas.openxmlformats.org/drawingml/2006/main">
              <a:ext uri="{FF2B5EF4-FFF2-40B4-BE49-F238E27FC236}">
                <a16:creationId xmlns:a16="http://schemas.microsoft.com/office/drawing/2014/main" id="{D547CDBC-6E1C-4491-A254-B7199EE0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1" name="G0013_grid___B__0995__rect">
            <a:extLst xmlns:a="http://schemas.openxmlformats.org/drawingml/2006/main">
              <a:ext uri="{FF2B5EF4-FFF2-40B4-BE49-F238E27FC236}">
                <a16:creationId xmlns:a16="http://schemas.microsoft.com/office/drawing/2014/main" id="{093C6D61-469A-4293-A221-393E7CF6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2" name="G0013_grid___B__0996__rect">
            <a:extLst xmlns:a="http://schemas.openxmlformats.org/drawingml/2006/main">
              <a:ext uri="{FF2B5EF4-FFF2-40B4-BE49-F238E27FC236}">
                <a16:creationId xmlns:a16="http://schemas.microsoft.com/office/drawing/2014/main" id="{1AA9B474-E3FA-45B8-A3FD-4CE186B1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3" name="G0013_grid___B__0997__rect">
            <a:extLst xmlns:a="http://schemas.openxmlformats.org/drawingml/2006/main">
              <a:ext uri="{FF2B5EF4-FFF2-40B4-BE49-F238E27FC236}">
                <a16:creationId xmlns:a16="http://schemas.microsoft.com/office/drawing/2014/main" id="{CAB9BA7B-3784-4645-83A0-FFD267BE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4" name="G0013_grid___B__0998__rect">
            <a:extLst xmlns:a="http://schemas.openxmlformats.org/drawingml/2006/main">
              <a:ext uri="{FF2B5EF4-FFF2-40B4-BE49-F238E27FC236}">
                <a16:creationId xmlns:a16="http://schemas.microsoft.com/office/drawing/2014/main" id="{8B3B5764-6543-4A5D-BAB4-1C6BED9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5" name="G0013_grid___B__0999__rect">
            <a:extLst xmlns:a="http://schemas.openxmlformats.org/drawingml/2006/main">
              <a:ext uri="{FF2B5EF4-FFF2-40B4-BE49-F238E27FC236}">
                <a16:creationId xmlns:a16="http://schemas.microsoft.com/office/drawing/2014/main" id="{EC5DEC9B-0FD2-4B92-B235-363D4642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6" name="G0013_grid___B__1000__rect">
            <a:extLst xmlns:a="http://schemas.openxmlformats.org/drawingml/2006/main">
              <a:ext uri="{FF2B5EF4-FFF2-40B4-BE49-F238E27FC236}">
                <a16:creationId xmlns:a16="http://schemas.microsoft.com/office/drawing/2014/main" id="{5678407F-6DBB-4E55-9820-FF621F86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7" name="G0013_grid___B__1001__rect">
            <a:extLst xmlns:a="http://schemas.openxmlformats.org/drawingml/2006/main">
              <a:ext uri="{FF2B5EF4-FFF2-40B4-BE49-F238E27FC236}">
                <a16:creationId xmlns:a16="http://schemas.microsoft.com/office/drawing/2014/main" id="{B08E8783-F02F-46DA-BA16-E3E68BBB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8" name="G0013_grid___B__1002__rect">
            <a:extLst xmlns:a="http://schemas.openxmlformats.org/drawingml/2006/main">
              <a:ext uri="{FF2B5EF4-FFF2-40B4-BE49-F238E27FC236}">
                <a16:creationId xmlns:a16="http://schemas.microsoft.com/office/drawing/2014/main" id="{147E8FF7-484C-455D-A0A9-CD0AD0B5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9" name="G0013_grid___B__1003__rect">
            <a:extLst xmlns:a="http://schemas.openxmlformats.org/drawingml/2006/main">
              <a:ext uri="{FF2B5EF4-FFF2-40B4-BE49-F238E27FC236}">
                <a16:creationId xmlns:a16="http://schemas.microsoft.com/office/drawing/2014/main" id="{93E7F91B-8165-473A-8D9E-1BFFB7C5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0" name="G0013_grid___B__1004__rect">
            <a:extLst xmlns:a="http://schemas.openxmlformats.org/drawingml/2006/main">
              <a:ext uri="{FF2B5EF4-FFF2-40B4-BE49-F238E27FC236}">
                <a16:creationId xmlns:a16="http://schemas.microsoft.com/office/drawing/2014/main" id="{22F9DDB4-B594-4C0F-AF55-79BECCDA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1" name="G0013_grid___B__1005__rect">
            <a:extLst xmlns:a="http://schemas.openxmlformats.org/drawingml/2006/main">
              <a:ext uri="{FF2B5EF4-FFF2-40B4-BE49-F238E27FC236}">
                <a16:creationId xmlns:a16="http://schemas.microsoft.com/office/drawing/2014/main" id="{D637E342-9B0D-496F-8050-10EE0699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2" name="G0013_grid___B__1006__rect">
            <a:extLst xmlns:a="http://schemas.openxmlformats.org/drawingml/2006/main">
              <a:ext uri="{FF2B5EF4-FFF2-40B4-BE49-F238E27FC236}">
                <a16:creationId xmlns:a16="http://schemas.microsoft.com/office/drawing/2014/main" id="{02BA4408-4683-48A8-8D72-7CB9FF9F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3" name="G0013_grid___B__1007__rect">
            <a:extLst xmlns:a="http://schemas.openxmlformats.org/drawingml/2006/main">
              <a:ext uri="{FF2B5EF4-FFF2-40B4-BE49-F238E27FC236}">
                <a16:creationId xmlns:a16="http://schemas.microsoft.com/office/drawing/2014/main" id="{D05CBB55-27C7-45FB-9823-3462A84C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4" name="G0013_grid___B__1008__rect">
            <a:extLst xmlns:a="http://schemas.openxmlformats.org/drawingml/2006/main">
              <a:ext uri="{FF2B5EF4-FFF2-40B4-BE49-F238E27FC236}">
                <a16:creationId xmlns:a16="http://schemas.microsoft.com/office/drawing/2014/main" id="{6A3F0FC1-F8FD-496B-B512-EF2ED3E9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5" name="G0013_grid___B__1009__rect">
            <a:extLst xmlns:a="http://schemas.openxmlformats.org/drawingml/2006/main">
              <a:ext uri="{FF2B5EF4-FFF2-40B4-BE49-F238E27FC236}">
                <a16:creationId xmlns:a16="http://schemas.microsoft.com/office/drawing/2014/main" id="{6A1A324B-B981-4BE0-9D18-9939602A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6" name="G0013_grid___B__1010__rect">
            <a:extLst xmlns:a="http://schemas.openxmlformats.org/drawingml/2006/main">
              <a:ext uri="{FF2B5EF4-FFF2-40B4-BE49-F238E27FC236}">
                <a16:creationId xmlns:a16="http://schemas.microsoft.com/office/drawing/2014/main" id="{B40DF1AA-2B0A-4BEA-B7E3-05FA72E5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7" name="G0013_grid___B__1011__rect">
            <a:extLst xmlns:a="http://schemas.openxmlformats.org/drawingml/2006/main">
              <a:ext uri="{FF2B5EF4-FFF2-40B4-BE49-F238E27FC236}">
                <a16:creationId xmlns:a16="http://schemas.microsoft.com/office/drawing/2014/main" id="{0BD21AAA-F713-4ED7-A169-919C6D46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8" name="G0013_grid___B__1012__rect">
            <a:extLst xmlns:a="http://schemas.openxmlformats.org/drawingml/2006/main">
              <a:ext uri="{FF2B5EF4-FFF2-40B4-BE49-F238E27FC236}">
                <a16:creationId xmlns:a16="http://schemas.microsoft.com/office/drawing/2014/main" id="{E70584A7-0CB5-4477-8037-9F56F542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9" name="G0013_grid___B__1013__rect">
            <a:extLst xmlns:a="http://schemas.openxmlformats.org/drawingml/2006/main">
              <a:ext uri="{FF2B5EF4-FFF2-40B4-BE49-F238E27FC236}">
                <a16:creationId xmlns:a16="http://schemas.microsoft.com/office/drawing/2014/main" id="{97C594F1-3D43-403F-9AB4-24C1F7AD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0" name="G0013_grid___B__1014__rect">
            <a:extLst xmlns:a="http://schemas.openxmlformats.org/drawingml/2006/main">
              <a:ext uri="{FF2B5EF4-FFF2-40B4-BE49-F238E27FC236}">
                <a16:creationId xmlns:a16="http://schemas.microsoft.com/office/drawing/2014/main" id="{E6A38E54-175F-45C6-A0C2-F7C07AE6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1" name="G0013_grid___B__1015__rect">
            <a:extLst xmlns:a="http://schemas.openxmlformats.org/drawingml/2006/main">
              <a:ext uri="{FF2B5EF4-FFF2-40B4-BE49-F238E27FC236}">
                <a16:creationId xmlns:a16="http://schemas.microsoft.com/office/drawing/2014/main" id="{3C1A26E3-21D8-4D50-8787-182876BE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2" name="G0013_grid___B__1016__rect">
            <a:extLst xmlns:a="http://schemas.openxmlformats.org/drawingml/2006/main">
              <a:ext uri="{FF2B5EF4-FFF2-40B4-BE49-F238E27FC236}">
                <a16:creationId xmlns:a16="http://schemas.microsoft.com/office/drawing/2014/main" id="{CDFFB6FA-8210-47D5-A02D-6E4BF003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3" name="G0013_grid___B__1017__rect">
            <a:extLst xmlns:a="http://schemas.openxmlformats.org/drawingml/2006/main">
              <a:ext uri="{FF2B5EF4-FFF2-40B4-BE49-F238E27FC236}">
                <a16:creationId xmlns:a16="http://schemas.microsoft.com/office/drawing/2014/main" id="{5D1AC28B-148B-4C94-9757-1612480C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4" name="G0013_grid___B__1018__rect">
            <a:extLst xmlns:a="http://schemas.openxmlformats.org/drawingml/2006/main">
              <a:ext uri="{FF2B5EF4-FFF2-40B4-BE49-F238E27FC236}">
                <a16:creationId xmlns:a16="http://schemas.microsoft.com/office/drawing/2014/main" id="{E10226B7-A361-4D78-8B4E-283D82F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5" name="G0013_grid___B__1019__rect">
            <a:extLst xmlns:a="http://schemas.openxmlformats.org/drawingml/2006/main">
              <a:ext uri="{FF2B5EF4-FFF2-40B4-BE49-F238E27FC236}">
                <a16:creationId xmlns:a16="http://schemas.microsoft.com/office/drawing/2014/main" id="{2A02FF72-8D87-4B9C-96E6-7F4FABD7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6" name="G0013_grid___B__1020__rect">
            <a:extLst xmlns:a="http://schemas.openxmlformats.org/drawingml/2006/main">
              <a:ext uri="{FF2B5EF4-FFF2-40B4-BE49-F238E27FC236}">
                <a16:creationId xmlns:a16="http://schemas.microsoft.com/office/drawing/2014/main" id="{DFC84213-29D3-4A49-B896-C88CF12B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7" name="G0013_grid___B__1021__rect">
            <a:extLst xmlns:a="http://schemas.openxmlformats.org/drawingml/2006/main">
              <a:ext uri="{FF2B5EF4-FFF2-40B4-BE49-F238E27FC236}">
                <a16:creationId xmlns:a16="http://schemas.microsoft.com/office/drawing/2014/main" id="{E772DE25-DD1E-41C7-BFB3-10D3FEC7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8" name="G0013_grid___B__1022__rect">
            <a:extLst xmlns:a="http://schemas.openxmlformats.org/drawingml/2006/main">
              <a:ext uri="{FF2B5EF4-FFF2-40B4-BE49-F238E27FC236}">
                <a16:creationId xmlns:a16="http://schemas.microsoft.com/office/drawing/2014/main" id="{E66A108A-F703-4BCF-8929-35E0FD5A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9" name="G0013_grid___B__1023__rect">
            <a:extLst xmlns:a="http://schemas.openxmlformats.org/drawingml/2006/main">
              <a:ext uri="{FF2B5EF4-FFF2-40B4-BE49-F238E27FC236}">
                <a16:creationId xmlns:a16="http://schemas.microsoft.com/office/drawing/2014/main" id="{2E5DF939-A79A-4F67-947F-30C31ADC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0" name="G0013_grid___B__1024__rect">
            <a:extLst xmlns:a="http://schemas.openxmlformats.org/drawingml/2006/main">
              <a:ext uri="{FF2B5EF4-FFF2-40B4-BE49-F238E27FC236}">
                <a16:creationId xmlns:a16="http://schemas.microsoft.com/office/drawing/2014/main" id="{DA429EC4-33A5-4013-9B32-46D1E67B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1" name="G0013_grid___B__1025__rect">
            <a:extLst xmlns:a="http://schemas.openxmlformats.org/drawingml/2006/main">
              <a:ext uri="{FF2B5EF4-FFF2-40B4-BE49-F238E27FC236}">
                <a16:creationId xmlns:a16="http://schemas.microsoft.com/office/drawing/2014/main" id="{2E4CB8F3-45BF-4DFA-BBBA-F7162C83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2" name="G0013_grid___B__1026__rect">
            <a:extLst xmlns:a="http://schemas.openxmlformats.org/drawingml/2006/main">
              <a:ext uri="{FF2B5EF4-FFF2-40B4-BE49-F238E27FC236}">
                <a16:creationId xmlns:a16="http://schemas.microsoft.com/office/drawing/2014/main" id="{8D2B7048-05DB-4D6A-BAC6-D141B566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3" name="G0013_grid___B__1027__rect">
            <a:extLst xmlns:a="http://schemas.openxmlformats.org/drawingml/2006/main">
              <a:ext uri="{FF2B5EF4-FFF2-40B4-BE49-F238E27FC236}">
                <a16:creationId xmlns:a16="http://schemas.microsoft.com/office/drawing/2014/main" id="{5595BD19-E6D0-4455-A019-33E5A2E2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4" name="G0013_grid___B__1028__rect">
            <a:extLst xmlns:a="http://schemas.openxmlformats.org/drawingml/2006/main">
              <a:ext uri="{FF2B5EF4-FFF2-40B4-BE49-F238E27FC236}">
                <a16:creationId xmlns:a16="http://schemas.microsoft.com/office/drawing/2014/main" id="{AA487A21-B2B0-402D-A432-309E7CAD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5" name="G0013_grid___B__1029__rect">
            <a:extLst xmlns:a="http://schemas.openxmlformats.org/drawingml/2006/main">
              <a:ext uri="{FF2B5EF4-FFF2-40B4-BE49-F238E27FC236}">
                <a16:creationId xmlns:a16="http://schemas.microsoft.com/office/drawing/2014/main" id="{52A28798-B59F-43FF-A9AC-0F7A8B61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6" name="G0013_grid___B__1030__rect">
            <a:extLst xmlns:a="http://schemas.openxmlformats.org/drawingml/2006/main">
              <a:ext uri="{FF2B5EF4-FFF2-40B4-BE49-F238E27FC236}">
                <a16:creationId xmlns:a16="http://schemas.microsoft.com/office/drawing/2014/main" id="{412A3435-F02A-4D69-B2F8-9893FD61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7" name="G0013_grid___B__1031__rect">
            <a:extLst xmlns:a="http://schemas.openxmlformats.org/drawingml/2006/main">
              <a:ext uri="{FF2B5EF4-FFF2-40B4-BE49-F238E27FC236}">
                <a16:creationId xmlns:a16="http://schemas.microsoft.com/office/drawing/2014/main" id="{600C2170-40D1-4E2B-9F32-96DFD5AE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8" name="G0013_grid___B__1032__rect">
            <a:extLst xmlns:a="http://schemas.openxmlformats.org/drawingml/2006/main">
              <a:ext uri="{FF2B5EF4-FFF2-40B4-BE49-F238E27FC236}">
                <a16:creationId xmlns:a16="http://schemas.microsoft.com/office/drawing/2014/main" id="{44E8BE26-7CF7-47BC-8A5F-A961134B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9" name="G0013_grid___B__1033__rect">
            <a:extLst xmlns:a="http://schemas.openxmlformats.org/drawingml/2006/main">
              <a:ext uri="{FF2B5EF4-FFF2-40B4-BE49-F238E27FC236}">
                <a16:creationId xmlns:a16="http://schemas.microsoft.com/office/drawing/2014/main" id="{13D0C19E-D16F-4044-BDBB-7B5A743A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0" name="G0013_grid___B__1034__rect">
            <a:extLst xmlns:a="http://schemas.openxmlformats.org/drawingml/2006/main">
              <a:ext uri="{FF2B5EF4-FFF2-40B4-BE49-F238E27FC236}">
                <a16:creationId xmlns:a16="http://schemas.microsoft.com/office/drawing/2014/main" id="{86B09F62-84A7-40DC-889C-799FC29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1" name="G0013_grid___B__1035__rect">
            <a:extLst xmlns:a="http://schemas.openxmlformats.org/drawingml/2006/main">
              <a:ext uri="{FF2B5EF4-FFF2-40B4-BE49-F238E27FC236}">
                <a16:creationId xmlns:a16="http://schemas.microsoft.com/office/drawing/2014/main" id="{18405C13-F566-4BCE-9878-5880D532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2" name="G0013_grid___B__1036__rect">
            <a:extLst xmlns:a="http://schemas.openxmlformats.org/drawingml/2006/main">
              <a:ext uri="{FF2B5EF4-FFF2-40B4-BE49-F238E27FC236}">
                <a16:creationId xmlns:a16="http://schemas.microsoft.com/office/drawing/2014/main" id="{914DFE3C-52BB-4BED-B6DF-BDD25E20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3" name="G0013_grid___B__1037__rect">
            <a:extLst xmlns:a="http://schemas.openxmlformats.org/drawingml/2006/main">
              <a:ext uri="{FF2B5EF4-FFF2-40B4-BE49-F238E27FC236}">
                <a16:creationId xmlns:a16="http://schemas.microsoft.com/office/drawing/2014/main" id="{B063BEA2-3373-44B6-B806-BC6F2946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4" name="G0013_grid___B__1038__rect">
            <a:extLst xmlns:a="http://schemas.openxmlformats.org/drawingml/2006/main">
              <a:ext uri="{FF2B5EF4-FFF2-40B4-BE49-F238E27FC236}">
                <a16:creationId xmlns:a16="http://schemas.microsoft.com/office/drawing/2014/main" id="{8CC612BF-A114-4B82-84C3-03A348FB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5" name="G0013_grid___B__1039__rect">
            <a:extLst xmlns:a="http://schemas.openxmlformats.org/drawingml/2006/main">
              <a:ext uri="{FF2B5EF4-FFF2-40B4-BE49-F238E27FC236}">
                <a16:creationId xmlns:a16="http://schemas.microsoft.com/office/drawing/2014/main" id="{5F7934F9-6D0C-4A44-9E20-14877942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6" name="G0013_grid___B__1040__rect">
            <a:extLst xmlns:a="http://schemas.openxmlformats.org/drawingml/2006/main">
              <a:ext uri="{FF2B5EF4-FFF2-40B4-BE49-F238E27FC236}">
                <a16:creationId xmlns:a16="http://schemas.microsoft.com/office/drawing/2014/main" id="{FA8BC829-2E28-4F22-AC86-4E65EBEA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7" name="G0013_grid___B__1041__rect">
            <a:extLst xmlns:a="http://schemas.openxmlformats.org/drawingml/2006/main">
              <a:ext uri="{FF2B5EF4-FFF2-40B4-BE49-F238E27FC236}">
                <a16:creationId xmlns:a16="http://schemas.microsoft.com/office/drawing/2014/main" id="{3B36F74E-6248-4724-87C4-2C67324E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8" name="G0013_grid___B__1042__rect">
            <a:extLst xmlns:a="http://schemas.openxmlformats.org/drawingml/2006/main">
              <a:ext uri="{FF2B5EF4-FFF2-40B4-BE49-F238E27FC236}">
                <a16:creationId xmlns:a16="http://schemas.microsoft.com/office/drawing/2014/main" id="{A1BC92D6-12ED-479E-9B02-23B41C32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9" name="G0013_grid___B__1043__rect">
            <a:extLst xmlns:a="http://schemas.openxmlformats.org/drawingml/2006/main">
              <a:ext uri="{FF2B5EF4-FFF2-40B4-BE49-F238E27FC236}">
                <a16:creationId xmlns:a16="http://schemas.microsoft.com/office/drawing/2014/main" id="{6CA67896-A08B-4040-90BF-7F70F20B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0" name="G0013_grid___B__1044__rect">
            <a:extLst xmlns:a="http://schemas.openxmlformats.org/drawingml/2006/main">
              <a:ext uri="{FF2B5EF4-FFF2-40B4-BE49-F238E27FC236}">
                <a16:creationId xmlns:a16="http://schemas.microsoft.com/office/drawing/2014/main" id="{86D9A022-A054-4143-8C3C-35B44A90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1" name="G0013_grid___B__1045__rect">
            <a:extLst xmlns:a="http://schemas.openxmlformats.org/drawingml/2006/main">
              <a:ext uri="{FF2B5EF4-FFF2-40B4-BE49-F238E27FC236}">
                <a16:creationId xmlns:a16="http://schemas.microsoft.com/office/drawing/2014/main" id="{E0562EC0-6ED9-4750-820B-87E3EA95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2" name="G0013_grid___B__1046__rect">
            <a:extLst xmlns:a="http://schemas.openxmlformats.org/drawingml/2006/main">
              <a:ext uri="{FF2B5EF4-FFF2-40B4-BE49-F238E27FC236}">
                <a16:creationId xmlns:a16="http://schemas.microsoft.com/office/drawing/2014/main" id="{D7AF3B3F-70D2-4A91-B242-28EE58E5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3" name="G0013_grid___B__1047__rect">
            <a:extLst xmlns:a="http://schemas.openxmlformats.org/drawingml/2006/main">
              <a:ext uri="{FF2B5EF4-FFF2-40B4-BE49-F238E27FC236}">
                <a16:creationId xmlns:a16="http://schemas.microsoft.com/office/drawing/2014/main" id="{8423B2F2-742E-47F3-ACF8-DCE23989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4" name="G0013_grid___B__1048__rect">
            <a:extLst xmlns:a="http://schemas.openxmlformats.org/drawingml/2006/main">
              <a:ext uri="{FF2B5EF4-FFF2-40B4-BE49-F238E27FC236}">
                <a16:creationId xmlns:a16="http://schemas.microsoft.com/office/drawing/2014/main" id="{5257657A-700C-40E4-B134-EA63071E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5" name="G0013_grid___B__1049__rect">
            <a:extLst xmlns:a="http://schemas.openxmlformats.org/drawingml/2006/main">
              <a:ext uri="{FF2B5EF4-FFF2-40B4-BE49-F238E27FC236}">
                <a16:creationId xmlns:a16="http://schemas.microsoft.com/office/drawing/2014/main" id="{C510E44C-8CFC-42C0-8DBD-17C4811D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6" name="G0013_grid___B__1050__rect">
            <a:extLst xmlns:a="http://schemas.openxmlformats.org/drawingml/2006/main">
              <a:ext uri="{FF2B5EF4-FFF2-40B4-BE49-F238E27FC236}">
                <a16:creationId xmlns:a16="http://schemas.microsoft.com/office/drawing/2014/main" id="{C31B8E95-8AA3-4F80-A674-FF4A59F2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7" name="G0013_grid___B__1051__rect">
            <a:extLst xmlns:a="http://schemas.openxmlformats.org/drawingml/2006/main">
              <a:ext uri="{FF2B5EF4-FFF2-40B4-BE49-F238E27FC236}">
                <a16:creationId xmlns:a16="http://schemas.microsoft.com/office/drawing/2014/main" id="{2887854E-3C49-4A43-82CD-616261A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8" name="G0013_grid___B__1052__rect">
            <a:extLst xmlns:a="http://schemas.openxmlformats.org/drawingml/2006/main">
              <a:ext uri="{FF2B5EF4-FFF2-40B4-BE49-F238E27FC236}">
                <a16:creationId xmlns:a16="http://schemas.microsoft.com/office/drawing/2014/main" id="{CC8EE2B1-6C3D-41BD-8B6F-627C61D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9" name="G0013_grid___B__1053__rect">
            <a:extLst xmlns:a="http://schemas.openxmlformats.org/drawingml/2006/main">
              <a:ext uri="{FF2B5EF4-FFF2-40B4-BE49-F238E27FC236}">
                <a16:creationId xmlns:a16="http://schemas.microsoft.com/office/drawing/2014/main" id="{7848BB82-AA49-4391-BC47-2DB0085A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0" name="G0013_grid___B__1054__rect">
            <a:extLst xmlns:a="http://schemas.openxmlformats.org/drawingml/2006/main">
              <a:ext uri="{FF2B5EF4-FFF2-40B4-BE49-F238E27FC236}">
                <a16:creationId xmlns:a16="http://schemas.microsoft.com/office/drawing/2014/main" id="{E81CDE2D-BCF6-46DC-8858-9AFBEAA7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1" name="G0013_grid___B__1055__rect">
            <a:extLst xmlns:a="http://schemas.openxmlformats.org/drawingml/2006/main">
              <a:ext uri="{FF2B5EF4-FFF2-40B4-BE49-F238E27FC236}">
                <a16:creationId xmlns:a16="http://schemas.microsoft.com/office/drawing/2014/main" id="{3D2780BF-BF88-4D4F-8BB6-37BF6753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2" name="G0013_grid___B__1056__rect">
            <a:extLst xmlns:a="http://schemas.openxmlformats.org/drawingml/2006/main">
              <a:ext uri="{FF2B5EF4-FFF2-40B4-BE49-F238E27FC236}">
                <a16:creationId xmlns:a16="http://schemas.microsoft.com/office/drawing/2014/main" id="{4B54B4D8-4880-4776-B45F-F1596FB7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3" name="G0013_grid___B__1057__rect">
            <a:extLst xmlns:a="http://schemas.openxmlformats.org/drawingml/2006/main">
              <a:ext uri="{FF2B5EF4-FFF2-40B4-BE49-F238E27FC236}">
                <a16:creationId xmlns:a16="http://schemas.microsoft.com/office/drawing/2014/main" id="{607EE223-27F1-4438-9467-F0AC5EBF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4" name="G0013_grid___B__1058__rect">
            <a:extLst xmlns:a="http://schemas.openxmlformats.org/drawingml/2006/main">
              <a:ext uri="{FF2B5EF4-FFF2-40B4-BE49-F238E27FC236}">
                <a16:creationId xmlns:a16="http://schemas.microsoft.com/office/drawing/2014/main" id="{C54548F5-AC0D-4BB9-893A-0C2DF248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5" name="G0013_grid___B__1059__rect">
            <a:extLst xmlns:a="http://schemas.openxmlformats.org/drawingml/2006/main">
              <a:ext uri="{FF2B5EF4-FFF2-40B4-BE49-F238E27FC236}">
                <a16:creationId xmlns:a16="http://schemas.microsoft.com/office/drawing/2014/main" id="{A7BEBF56-EB55-445D-9FA8-11FF21A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6" name="G0013_grid___B__1060__rect">
            <a:extLst xmlns:a="http://schemas.openxmlformats.org/drawingml/2006/main">
              <a:ext uri="{FF2B5EF4-FFF2-40B4-BE49-F238E27FC236}">
                <a16:creationId xmlns:a16="http://schemas.microsoft.com/office/drawing/2014/main" id="{E0054C61-6380-4A25-88C4-EA91F23C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7" name="G0013_grid___B__1061__rect">
            <a:extLst xmlns:a="http://schemas.openxmlformats.org/drawingml/2006/main">
              <a:ext uri="{FF2B5EF4-FFF2-40B4-BE49-F238E27FC236}">
                <a16:creationId xmlns:a16="http://schemas.microsoft.com/office/drawing/2014/main" id="{17A9BFFA-6D9F-4F30-AEB6-D8DE0ECC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8" name="G0013_grid___B__1062__rect">
            <a:extLst xmlns:a="http://schemas.openxmlformats.org/drawingml/2006/main">
              <a:ext uri="{FF2B5EF4-FFF2-40B4-BE49-F238E27FC236}">
                <a16:creationId xmlns:a16="http://schemas.microsoft.com/office/drawing/2014/main" id="{83BD517D-DAEF-4E1E-A412-065E53D9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9" name="G0013_grid___B__1063__rect">
            <a:extLst xmlns:a="http://schemas.openxmlformats.org/drawingml/2006/main">
              <a:ext uri="{FF2B5EF4-FFF2-40B4-BE49-F238E27FC236}">
                <a16:creationId xmlns:a16="http://schemas.microsoft.com/office/drawing/2014/main" id="{FB4347D1-1397-4DE3-A5BE-5ABA3F77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0" name="G0013_grid___B__1064__rect">
            <a:extLst xmlns:a="http://schemas.openxmlformats.org/drawingml/2006/main">
              <a:ext uri="{FF2B5EF4-FFF2-40B4-BE49-F238E27FC236}">
                <a16:creationId xmlns:a16="http://schemas.microsoft.com/office/drawing/2014/main" id="{4E4A13B0-BE01-490C-9C98-2A325EF4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1" name="G0013_grid___B__1065__rect">
            <a:extLst xmlns:a="http://schemas.openxmlformats.org/drawingml/2006/main">
              <a:ext uri="{FF2B5EF4-FFF2-40B4-BE49-F238E27FC236}">
                <a16:creationId xmlns:a16="http://schemas.microsoft.com/office/drawing/2014/main" id="{67DBEC75-DF8C-445C-842D-1EDBBCE9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2" name="G0013_grid___B__1066__rect">
            <a:extLst xmlns:a="http://schemas.openxmlformats.org/drawingml/2006/main">
              <a:ext uri="{FF2B5EF4-FFF2-40B4-BE49-F238E27FC236}">
                <a16:creationId xmlns:a16="http://schemas.microsoft.com/office/drawing/2014/main" id="{EF611F64-A64F-41CA-B0E9-81A29EE6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3" name="G0013_grid___B__1067__rect">
            <a:extLst xmlns:a="http://schemas.openxmlformats.org/drawingml/2006/main">
              <a:ext uri="{FF2B5EF4-FFF2-40B4-BE49-F238E27FC236}">
                <a16:creationId xmlns:a16="http://schemas.microsoft.com/office/drawing/2014/main" id="{4A6AB7A3-DBB5-41BD-88D6-FB37800C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4" name="G0013_grid___B__1068__rect">
            <a:extLst xmlns:a="http://schemas.openxmlformats.org/drawingml/2006/main">
              <a:ext uri="{FF2B5EF4-FFF2-40B4-BE49-F238E27FC236}">
                <a16:creationId xmlns:a16="http://schemas.microsoft.com/office/drawing/2014/main" id="{123120C5-C2C2-44B7-85FC-F02DDA1F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5" name="G0013_grid___B__1069__rect">
            <a:extLst xmlns:a="http://schemas.openxmlformats.org/drawingml/2006/main">
              <a:ext uri="{FF2B5EF4-FFF2-40B4-BE49-F238E27FC236}">
                <a16:creationId xmlns:a16="http://schemas.microsoft.com/office/drawing/2014/main" id="{F88EA11A-2114-4269-95E5-D6BF6337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86" name="G0013_grid___B__1070__rect">
            <a:extLst xmlns:a="http://schemas.openxmlformats.org/drawingml/2006/main">
              <a:ext uri="{FF2B5EF4-FFF2-40B4-BE49-F238E27FC236}">
                <a16:creationId xmlns:a16="http://schemas.microsoft.com/office/drawing/2014/main" id="{EEA677EA-909C-4CFA-86F0-D472544F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87" name="G0013_grid___B__1071__rect">
            <a:extLst xmlns:a="http://schemas.openxmlformats.org/drawingml/2006/main">
              <a:ext uri="{FF2B5EF4-FFF2-40B4-BE49-F238E27FC236}">
                <a16:creationId xmlns:a16="http://schemas.microsoft.com/office/drawing/2014/main" id="{1D950255-DEB3-427E-BDA9-AB69FF27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88" name="G0013_grid___B__1072__rect">
            <a:extLst xmlns:a="http://schemas.openxmlformats.org/drawingml/2006/main">
              <a:ext uri="{FF2B5EF4-FFF2-40B4-BE49-F238E27FC236}">
                <a16:creationId xmlns:a16="http://schemas.microsoft.com/office/drawing/2014/main" id="{959698B7-55BB-4401-A27C-118F7518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89" name="G0013_grid___B__1073__rect">
            <a:extLst xmlns:a="http://schemas.openxmlformats.org/drawingml/2006/main">
              <a:ext uri="{FF2B5EF4-FFF2-40B4-BE49-F238E27FC236}">
                <a16:creationId xmlns:a16="http://schemas.microsoft.com/office/drawing/2014/main" id="{2D880E14-C28C-4BDD-8D64-36B1FC3B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0" name="G0013_grid___B__1074__rect">
            <a:extLst xmlns:a="http://schemas.openxmlformats.org/drawingml/2006/main">
              <a:ext uri="{FF2B5EF4-FFF2-40B4-BE49-F238E27FC236}">
                <a16:creationId xmlns:a16="http://schemas.microsoft.com/office/drawing/2014/main" id="{16C1ABCE-DD35-40CB-9387-D89D96B1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1" name="G0013_grid___B__1075__rect">
            <a:extLst xmlns:a="http://schemas.openxmlformats.org/drawingml/2006/main">
              <a:ext uri="{FF2B5EF4-FFF2-40B4-BE49-F238E27FC236}">
                <a16:creationId xmlns:a16="http://schemas.microsoft.com/office/drawing/2014/main" id="{25900B1C-9B5F-49DA-8AA1-63160468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2" name="G0013_grid___B__1076__rect">
            <a:extLst xmlns:a="http://schemas.openxmlformats.org/drawingml/2006/main">
              <a:ext uri="{FF2B5EF4-FFF2-40B4-BE49-F238E27FC236}">
                <a16:creationId xmlns:a16="http://schemas.microsoft.com/office/drawing/2014/main" id="{C2316D80-1C07-4484-AE63-484D4B86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3" name="G0013_grid___B__1077__rect">
            <a:extLst xmlns:a="http://schemas.openxmlformats.org/drawingml/2006/main">
              <a:ext uri="{FF2B5EF4-FFF2-40B4-BE49-F238E27FC236}">
                <a16:creationId xmlns:a16="http://schemas.microsoft.com/office/drawing/2014/main" id="{7DD34D20-EA0F-4D5A-9439-C12F248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4" name="G0013_grid___B__1078__rect">
            <a:extLst xmlns:a="http://schemas.openxmlformats.org/drawingml/2006/main">
              <a:ext uri="{FF2B5EF4-FFF2-40B4-BE49-F238E27FC236}">
                <a16:creationId xmlns:a16="http://schemas.microsoft.com/office/drawing/2014/main" id="{0FE31385-988E-436B-A22A-5661E469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5" name="G0013_grid___B__1079__rect">
            <a:extLst xmlns:a="http://schemas.openxmlformats.org/drawingml/2006/main">
              <a:ext uri="{FF2B5EF4-FFF2-40B4-BE49-F238E27FC236}">
                <a16:creationId xmlns:a16="http://schemas.microsoft.com/office/drawing/2014/main" id="{D38E54DC-0131-4449-B7EE-95D35420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6" name="G0013_grid___B__1080__rect">
            <a:extLst xmlns:a="http://schemas.openxmlformats.org/drawingml/2006/main">
              <a:ext uri="{FF2B5EF4-FFF2-40B4-BE49-F238E27FC236}">
                <a16:creationId xmlns:a16="http://schemas.microsoft.com/office/drawing/2014/main" id="{364DF53A-4736-43DB-B41B-29A33C39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7" name="G0013_grid___B__1081__rect">
            <a:extLst xmlns:a="http://schemas.openxmlformats.org/drawingml/2006/main">
              <a:ext uri="{FF2B5EF4-FFF2-40B4-BE49-F238E27FC236}">
                <a16:creationId xmlns:a16="http://schemas.microsoft.com/office/drawing/2014/main" id="{8D357CE2-46DA-43C8-B5CB-81D2077A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8" name="G0013_grid___B__1082__rect">
            <a:extLst xmlns:a="http://schemas.openxmlformats.org/drawingml/2006/main">
              <a:ext uri="{FF2B5EF4-FFF2-40B4-BE49-F238E27FC236}">
                <a16:creationId xmlns:a16="http://schemas.microsoft.com/office/drawing/2014/main" id="{0B064AA9-44D2-4933-A6E8-6385D61C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9" name="G0013_grid___B__1083__rect">
            <a:extLst xmlns:a="http://schemas.openxmlformats.org/drawingml/2006/main">
              <a:ext uri="{FF2B5EF4-FFF2-40B4-BE49-F238E27FC236}">
                <a16:creationId xmlns:a16="http://schemas.microsoft.com/office/drawing/2014/main" id="{2EB3CC28-5050-4157-8E04-C9C10D8B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0" name="G0013_grid___B__1084__rect">
            <a:extLst xmlns:a="http://schemas.openxmlformats.org/drawingml/2006/main">
              <a:ext uri="{FF2B5EF4-FFF2-40B4-BE49-F238E27FC236}">
                <a16:creationId xmlns:a16="http://schemas.microsoft.com/office/drawing/2014/main" id="{E05F304F-36EE-4B0F-925E-9CE23275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1" name="G0013_grid___B__1085__rect">
            <a:extLst xmlns:a="http://schemas.openxmlformats.org/drawingml/2006/main">
              <a:ext uri="{FF2B5EF4-FFF2-40B4-BE49-F238E27FC236}">
                <a16:creationId xmlns:a16="http://schemas.microsoft.com/office/drawing/2014/main" id="{1FA15C37-1AC8-4B4E-903C-8F88C48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2" name="G0013_grid___B__1086__rect">
            <a:extLst xmlns:a="http://schemas.openxmlformats.org/drawingml/2006/main">
              <a:ext uri="{FF2B5EF4-FFF2-40B4-BE49-F238E27FC236}">
                <a16:creationId xmlns:a16="http://schemas.microsoft.com/office/drawing/2014/main" id="{BFF496B1-BCBA-4E39-B8C9-AD5672FC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3" name="G0013_grid___B__1087__rect">
            <a:extLst xmlns:a="http://schemas.openxmlformats.org/drawingml/2006/main">
              <a:ext uri="{FF2B5EF4-FFF2-40B4-BE49-F238E27FC236}">
                <a16:creationId xmlns:a16="http://schemas.microsoft.com/office/drawing/2014/main" id="{91022163-D6DB-4A2B-9A26-2039AB3A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4" name="G0013_grid___B__1088__rect">
            <a:extLst xmlns:a="http://schemas.openxmlformats.org/drawingml/2006/main">
              <a:ext uri="{FF2B5EF4-FFF2-40B4-BE49-F238E27FC236}">
                <a16:creationId xmlns:a16="http://schemas.microsoft.com/office/drawing/2014/main" id="{DDCFA6EF-6B4E-41D4-868A-8C1246D4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5" name="G0013_grid___B__1089__rect">
            <a:extLst xmlns:a="http://schemas.openxmlformats.org/drawingml/2006/main">
              <a:ext uri="{FF2B5EF4-FFF2-40B4-BE49-F238E27FC236}">
                <a16:creationId xmlns:a16="http://schemas.microsoft.com/office/drawing/2014/main" id="{2D0507DE-EDFE-4187-A8E8-A3C44987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6" name="G0013_grid___B__1090__rect">
            <a:extLst xmlns:a="http://schemas.openxmlformats.org/drawingml/2006/main">
              <a:ext uri="{FF2B5EF4-FFF2-40B4-BE49-F238E27FC236}">
                <a16:creationId xmlns:a16="http://schemas.microsoft.com/office/drawing/2014/main" id="{1B96A92D-A3A0-4EC3-849C-605596DF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7" name="G0013_grid___B__1091__rect">
            <a:extLst xmlns:a="http://schemas.openxmlformats.org/drawingml/2006/main">
              <a:ext uri="{FF2B5EF4-FFF2-40B4-BE49-F238E27FC236}">
                <a16:creationId xmlns:a16="http://schemas.microsoft.com/office/drawing/2014/main" id="{D9A2A4BD-4AE9-482B-8899-F0EE4F69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8" name="G0013_grid___B__1092__rect">
            <a:extLst xmlns:a="http://schemas.openxmlformats.org/drawingml/2006/main">
              <a:ext uri="{FF2B5EF4-FFF2-40B4-BE49-F238E27FC236}">
                <a16:creationId xmlns:a16="http://schemas.microsoft.com/office/drawing/2014/main" id="{1A9E959B-E089-4480-92E2-F747AA1A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9" name="G0013_grid___B__1093__rect">
            <a:extLst xmlns:a="http://schemas.openxmlformats.org/drawingml/2006/main">
              <a:ext uri="{FF2B5EF4-FFF2-40B4-BE49-F238E27FC236}">
                <a16:creationId xmlns:a16="http://schemas.microsoft.com/office/drawing/2014/main" id="{DD6C4524-A483-4B73-B17D-8697BB54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449" name="G0013_grid___B__1094__rect">
            <a:extLst xmlns:a="http://schemas.openxmlformats.org/drawingml/2006/main">
              <a:ext uri="{FF2B5EF4-FFF2-40B4-BE49-F238E27FC236}">
                <a16:creationId xmlns:a16="http://schemas.microsoft.com/office/drawing/2014/main" id="{02B8C70A-029C-4E51-8E6A-DEE80DB3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38380"/>
            <a:ext cx="170974" cy="145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92">
            <a:solidFill>
              <a:srgbClr val="5488B3"/>
            </a:solidFill>
            <a:prstDash val="solid"/>
          </a:ln>
        </p:spPr>
      </p:sp>
      <p:sp>
        <p:nvSpPr>
          <p:cNvPr id="1474" name="G0013_grid___B__1095__line">
            <a:extLst xmlns:a="http://schemas.openxmlformats.org/drawingml/2006/main">
              <a:ext uri="{FF2B5EF4-FFF2-40B4-BE49-F238E27FC236}">
                <a16:creationId xmlns:a16="http://schemas.microsoft.com/office/drawing/2014/main" id="{CAFD99C0-5E3D-4932-9AC9-16AFD712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54643"/>
            <a:ext cx="85439" cy="0"/>
          </a:xfrm>
          <a:custGeom xmlns:a="http://schemas.openxmlformats.org/drawingml/2006/main">
            <a:pathLst>
              <a:path w="85476" h="4">
                <a:moveTo>
                  <a:pt x="0" y="0"/>
                </a:moveTo>
                <a:lnTo>
                  <a:pt x="85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75" name="G0013_grid___B__1096__line">
            <a:extLst xmlns:a="http://schemas.openxmlformats.org/drawingml/2006/main">
              <a:ext uri="{FF2B5EF4-FFF2-40B4-BE49-F238E27FC236}">
                <a16:creationId xmlns:a16="http://schemas.microsoft.com/office/drawing/2014/main" id="{96AC86DB-7E98-49D8-8756-AD6FAE71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40150"/>
            <a:ext cx="0" cy="14492"/>
          </a:xfrm>
          <a:custGeom xmlns:a="http://schemas.openxmlformats.org/drawingml/2006/main">
            <a:pathLst>
              <a:path w="4" h="17095">
                <a:moveTo>
                  <a:pt x="0" y="170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76" name="G0013_grid___B__1097__line">
            <a:extLst xmlns:a="http://schemas.openxmlformats.org/drawingml/2006/main">
              <a:ext uri="{FF2B5EF4-FFF2-40B4-BE49-F238E27FC236}">
                <a16:creationId xmlns:a16="http://schemas.microsoft.com/office/drawing/2014/main" id="{34DB7F5F-262A-4902-A55F-A16E088D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40150"/>
            <a:ext cx="85439" cy="0"/>
          </a:xfrm>
          <a:custGeom xmlns:a="http://schemas.openxmlformats.org/drawingml/2006/main">
            <a:pathLst>
              <a:path w="85476" h="4">
                <a:moveTo>
                  <a:pt x="0" y="0"/>
                </a:moveTo>
                <a:lnTo>
                  <a:pt x="85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77" name="B__1103__arrow">
            <a:extLst xmlns:a="http://schemas.openxmlformats.org/drawingml/2006/main">
              <a:ext uri="{FF2B5EF4-FFF2-40B4-BE49-F238E27FC236}">
                <a16:creationId xmlns:a16="http://schemas.microsoft.com/office/drawing/2014/main" id="{DD3C2714-7CBC-4B95-8FD9-F40B95EF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15052"/>
            <a:ext cx="110680" cy="13602"/>
          </a:xfrm>
          <a:custGeom xmlns:a="http://schemas.openxmlformats.org/drawingml/2006/main">
            <a:pathLst>
              <a:path w="110677" h="16004">
                <a:moveTo>
                  <a:pt x="0" y="8002"/>
                </a:moveTo>
                <a:quadBezTo>
                  <a:pt x="60015" y="8002"/>
                  <a:pt x="110677" y="8002"/>
                </a:quadBezTo>
                <a:moveTo>
                  <a:pt x="94673" y="0"/>
                </a:moveTo>
                <a:lnTo>
                  <a:pt x="110677" y="8002"/>
                </a:lnTo>
                <a:lnTo>
                  <a:pt x="94673" y="16004"/>
                </a:lnTo>
                <a:close/>
              </a:path>
            </a:pathLst>
          </a:custGeom>
          <a:solidFill xmlns:a="http://schemas.openxmlformats.org/drawingml/2006/main">
            <a:srgbClr val="235F8C"/>
          </a:solidFill>
          <a:ln xmlns:a="http://schemas.openxmlformats.org/drawingml/2006/main" w="8366">
            <a:solidFill>
              <a:srgbClr val="235F8C"/>
            </a:solidFill>
            <a:prstDash val="solid"/>
          </a:ln>
        </p:spPr>
      </p:sp>
      <p:sp>
        <p:nvSpPr>
          <p:cNvPr id="1479" name="B__1126__rect">
            <a:extLst xmlns:a="http://schemas.openxmlformats.org/drawingml/2006/main">
              <a:ext uri="{FF2B5EF4-FFF2-40B4-BE49-F238E27FC236}">
                <a16:creationId xmlns:a16="http://schemas.microsoft.com/office/drawing/2014/main" id="{35191AC5-777B-4BBD-8E62-03DA6CDD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542327"/>
            <a:ext cx="1527620" cy="98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38">
            <a:solidFill>
              <a:srgbClr val="235F8C"/>
            </a:solidFill>
            <a:prstDash val="solid"/>
          </a:ln>
        </p:spPr>
      </p:sp>
      <p:sp>
        <p:nvSpPr>
          <p:cNvPr id="325" name="G0018_grid___C__1268__rect">
            <a:extLst xmlns:a="http://schemas.openxmlformats.org/drawingml/2006/main">
              <a:ext uri="{FF2B5EF4-FFF2-40B4-BE49-F238E27FC236}">
                <a16:creationId xmlns:a16="http://schemas.microsoft.com/office/drawing/2014/main" id="{90D534E0-31F8-4E4A-81DE-940D743E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150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26" name="G0018_grid___C__1269__rect">
            <a:extLst xmlns:a="http://schemas.openxmlformats.org/drawingml/2006/main">
              <a:ext uri="{FF2B5EF4-FFF2-40B4-BE49-F238E27FC236}">
                <a16:creationId xmlns:a16="http://schemas.microsoft.com/office/drawing/2014/main" id="{AD936FDC-3F78-45AC-B413-8897237B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7754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27" name="G0018_grid___C__1270__rect">
            <a:extLst xmlns:a="http://schemas.openxmlformats.org/drawingml/2006/main">
              <a:ext uri="{FF2B5EF4-FFF2-40B4-BE49-F238E27FC236}">
                <a16:creationId xmlns:a16="http://schemas.microsoft.com/office/drawing/2014/main" id="{539EC364-25E2-47A6-B6CA-F18EAC0E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7357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28" name="G0018_grid___C__1271__rect">
            <a:extLst xmlns:a="http://schemas.openxmlformats.org/drawingml/2006/main">
              <a:ext uri="{FF2B5EF4-FFF2-40B4-BE49-F238E27FC236}">
                <a16:creationId xmlns:a16="http://schemas.microsoft.com/office/drawing/2014/main" id="{EDFF1D2F-2AA1-419A-A4E2-9BEA5FDD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961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29" name="G0018_grid___C__1272__rect">
            <a:extLst xmlns:a="http://schemas.openxmlformats.org/drawingml/2006/main">
              <a:ext uri="{FF2B5EF4-FFF2-40B4-BE49-F238E27FC236}">
                <a16:creationId xmlns:a16="http://schemas.microsoft.com/office/drawing/2014/main" id="{DC25DDD7-3075-480C-A898-BAA8086B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635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0" name="G0018_grid___C__1273__rect">
            <a:extLst xmlns:a="http://schemas.openxmlformats.org/drawingml/2006/main">
              <a:ext uri="{FF2B5EF4-FFF2-40B4-BE49-F238E27FC236}">
                <a16:creationId xmlns:a16="http://schemas.microsoft.com/office/drawing/2014/main" id="{B50A7001-2034-4733-9324-703E390D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239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1" name="G0018_grid___C__1274__rect">
            <a:extLst xmlns:a="http://schemas.openxmlformats.org/drawingml/2006/main">
              <a:ext uri="{FF2B5EF4-FFF2-40B4-BE49-F238E27FC236}">
                <a16:creationId xmlns:a16="http://schemas.microsoft.com/office/drawing/2014/main" id="{2FE3EAD9-3E62-496A-8481-39806C45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843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2" name="G0018_grid___C__1275__rect">
            <a:extLst xmlns:a="http://schemas.openxmlformats.org/drawingml/2006/main">
              <a:ext uri="{FF2B5EF4-FFF2-40B4-BE49-F238E27FC236}">
                <a16:creationId xmlns:a16="http://schemas.microsoft.com/office/drawing/2014/main" id="{31D80EC9-CE70-413B-92BE-A003EF04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5446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3" name="G0018_grid___C__1276__rect">
            <a:extLst xmlns:a="http://schemas.openxmlformats.org/drawingml/2006/main">
              <a:ext uri="{FF2B5EF4-FFF2-40B4-BE49-F238E27FC236}">
                <a16:creationId xmlns:a16="http://schemas.microsoft.com/office/drawing/2014/main" id="{969F5CBE-16FA-4594-A90B-92C25618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5050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4" name="G0018_grid___C__1277__rect">
            <a:extLst xmlns:a="http://schemas.openxmlformats.org/drawingml/2006/main">
              <a:ext uri="{FF2B5EF4-FFF2-40B4-BE49-F238E27FC236}">
                <a16:creationId xmlns:a16="http://schemas.microsoft.com/office/drawing/2014/main" id="{3DC4EC78-D821-4CDA-969D-0F21DE51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654" y="2076450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5" name="G0018_grid___C__1278__rect">
            <a:extLst xmlns:a="http://schemas.openxmlformats.org/drawingml/2006/main">
              <a:ext uri="{FF2B5EF4-FFF2-40B4-BE49-F238E27FC236}">
                <a16:creationId xmlns:a16="http://schemas.microsoft.com/office/drawing/2014/main" id="{28D2809D-5612-465E-9587-87E0478B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150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6" name="G0018_grid___C__1279__rect">
            <a:extLst xmlns:a="http://schemas.openxmlformats.org/drawingml/2006/main">
              <a:ext uri="{FF2B5EF4-FFF2-40B4-BE49-F238E27FC236}">
                <a16:creationId xmlns:a16="http://schemas.microsoft.com/office/drawing/2014/main" id="{0658B9C0-4079-4D08-97D3-B9EB1E0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7754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7" name="G0018_grid___C__1280__rect">
            <a:extLst xmlns:a="http://schemas.openxmlformats.org/drawingml/2006/main">
              <a:ext uri="{FF2B5EF4-FFF2-40B4-BE49-F238E27FC236}">
                <a16:creationId xmlns:a16="http://schemas.microsoft.com/office/drawing/2014/main" id="{079C650C-F0E4-4AEC-8885-B7A8EA87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7357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8" name="G0018_grid___C__1281__rect">
            <a:extLst xmlns:a="http://schemas.openxmlformats.org/drawingml/2006/main">
              <a:ext uri="{FF2B5EF4-FFF2-40B4-BE49-F238E27FC236}">
                <a16:creationId xmlns:a16="http://schemas.microsoft.com/office/drawing/2014/main" id="{8B5CDD4B-C85B-44DC-AB54-A908F142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961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9" name="G0018_grid___C__1282__rect">
            <a:extLst xmlns:a="http://schemas.openxmlformats.org/drawingml/2006/main">
              <a:ext uri="{FF2B5EF4-FFF2-40B4-BE49-F238E27FC236}">
                <a16:creationId xmlns:a16="http://schemas.microsoft.com/office/drawing/2014/main" id="{15925C38-14EE-48A5-8088-55D4CA61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635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0" name="G0018_grid___C__1283__rect">
            <a:extLst xmlns:a="http://schemas.openxmlformats.org/drawingml/2006/main">
              <a:ext uri="{FF2B5EF4-FFF2-40B4-BE49-F238E27FC236}">
                <a16:creationId xmlns:a16="http://schemas.microsoft.com/office/drawing/2014/main" id="{05CED839-41F7-47CA-A22A-31CC9A0B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239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1" name="G0018_grid___C__1284__rect">
            <a:extLst xmlns:a="http://schemas.openxmlformats.org/drawingml/2006/main">
              <a:ext uri="{FF2B5EF4-FFF2-40B4-BE49-F238E27FC236}">
                <a16:creationId xmlns:a16="http://schemas.microsoft.com/office/drawing/2014/main" id="{DBDE492D-34E3-44CD-9B2A-8DD54B22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843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2" name="G0018_grid___C__1285__rect">
            <a:extLst xmlns:a="http://schemas.openxmlformats.org/drawingml/2006/main">
              <a:ext uri="{FF2B5EF4-FFF2-40B4-BE49-F238E27FC236}">
                <a16:creationId xmlns:a16="http://schemas.microsoft.com/office/drawing/2014/main" id="{D94384D1-7FB8-4094-824A-4E78BE57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5446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3" name="G0018_grid___C__1286__rect">
            <a:extLst xmlns:a="http://schemas.openxmlformats.org/drawingml/2006/main">
              <a:ext uri="{FF2B5EF4-FFF2-40B4-BE49-F238E27FC236}">
                <a16:creationId xmlns:a16="http://schemas.microsoft.com/office/drawing/2014/main" id="{130C3BF8-7F50-4BCB-997E-A459C333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5050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4" name="G0018_grid___C__1287__rect">
            <a:extLst xmlns:a="http://schemas.openxmlformats.org/drawingml/2006/main">
              <a:ext uri="{FF2B5EF4-FFF2-40B4-BE49-F238E27FC236}">
                <a16:creationId xmlns:a16="http://schemas.microsoft.com/office/drawing/2014/main" id="{0EF4A0EE-6F9C-4B81-89E4-378E119D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654" y="210161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5" name="G0018_grid___C__1288__rect">
            <a:extLst xmlns:a="http://schemas.openxmlformats.org/drawingml/2006/main">
              <a:ext uri="{FF2B5EF4-FFF2-40B4-BE49-F238E27FC236}">
                <a16:creationId xmlns:a16="http://schemas.microsoft.com/office/drawing/2014/main" id="{27B84467-A067-40B6-B128-FF589839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150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6" name="G0018_grid___C__1289__rect">
            <a:extLst xmlns:a="http://schemas.openxmlformats.org/drawingml/2006/main">
              <a:ext uri="{FF2B5EF4-FFF2-40B4-BE49-F238E27FC236}">
                <a16:creationId xmlns:a16="http://schemas.microsoft.com/office/drawing/2014/main" id="{E1C850AE-AE03-43C0-9BAC-1E349FB1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7754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7" name="G0018_grid___C__1290__rect">
            <a:extLst xmlns:a="http://schemas.openxmlformats.org/drawingml/2006/main">
              <a:ext uri="{FF2B5EF4-FFF2-40B4-BE49-F238E27FC236}">
                <a16:creationId xmlns:a16="http://schemas.microsoft.com/office/drawing/2014/main" id="{70378BEB-AAE8-4726-9FC5-A132A7C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7357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8" name="G0018_grid___C__1291__rect">
            <a:extLst xmlns:a="http://schemas.openxmlformats.org/drawingml/2006/main">
              <a:ext uri="{FF2B5EF4-FFF2-40B4-BE49-F238E27FC236}">
                <a16:creationId xmlns:a16="http://schemas.microsoft.com/office/drawing/2014/main" id="{00FBE3FD-4707-4159-AA45-2F30C5F7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961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9" name="G0018_grid___C__1292__rect">
            <a:extLst xmlns:a="http://schemas.openxmlformats.org/drawingml/2006/main">
              <a:ext uri="{FF2B5EF4-FFF2-40B4-BE49-F238E27FC236}">
                <a16:creationId xmlns:a16="http://schemas.microsoft.com/office/drawing/2014/main" id="{DFD2F843-08E8-4D1F-AF5C-3966B3FC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635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0" name="G0018_grid___C__1293__rect">
            <a:extLst xmlns:a="http://schemas.openxmlformats.org/drawingml/2006/main">
              <a:ext uri="{FF2B5EF4-FFF2-40B4-BE49-F238E27FC236}">
                <a16:creationId xmlns:a16="http://schemas.microsoft.com/office/drawing/2014/main" id="{E10E6BAE-50BB-4F88-84AA-4379A7DF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239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1" name="G0018_grid___C__1294__rect">
            <a:extLst xmlns:a="http://schemas.openxmlformats.org/drawingml/2006/main">
              <a:ext uri="{FF2B5EF4-FFF2-40B4-BE49-F238E27FC236}">
                <a16:creationId xmlns:a16="http://schemas.microsoft.com/office/drawing/2014/main" id="{DA93174A-8200-415A-AB2C-F8589E1A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843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2" name="G0018_grid___C__1295__rect">
            <a:extLst xmlns:a="http://schemas.openxmlformats.org/drawingml/2006/main">
              <a:ext uri="{FF2B5EF4-FFF2-40B4-BE49-F238E27FC236}">
                <a16:creationId xmlns:a16="http://schemas.microsoft.com/office/drawing/2014/main" id="{9F73F97B-38FF-4AC7-84D4-DEA91E20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5446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3" name="G0018_grid___C__1296__rect">
            <a:extLst xmlns:a="http://schemas.openxmlformats.org/drawingml/2006/main">
              <a:ext uri="{FF2B5EF4-FFF2-40B4-BE49-F238E27FC236}">
                <a16:creationId xmlns:a16="http://schemas.microsoft.com/office/drawing/2014/main" id="{5439EB12-E57E-4BE9-B617-A53DCDA1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5050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4" name="G0018_grid___C__1297__rect">
            <a:extLst xmlns:a="http://schemas.openxmlformats.org/drawingml/2006/main">
              <a:ext uri="{FF2B5EF4-FFF2-40B4-BE49-F238E27FC236}">
                <a16:creationId xmlns:a16="http://schemas.microsoft.com/office/drawing/2014/main" id="{5EAED1E4-9930-4074-8EE4-7A7FBDB9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654" y="212677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5" name="G0018_grid___C__1298__rect">
            <a:extLst xmlns:a="http://schemas.openxmlformats.org/drawingml/2006/main">
              <a:ext uri="{FF2B5EF4-FFF2-40B4-BE49-F238E27FC236}">
                <a16:creationId xmlns:a16="http://schemas.microsoft.com/office/drawing/2014/main" id="{9E3A2FF3-2B0D-4CDB-B027-956383DA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150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6" name="G0018_grid___C__1299__rect">
            <a:extLst xmlns:a="http://schemas.openxmlformats.org/drawingml/2006/main">
              <a:ext uri="{FF2B5EF4-FFF2-40B4-BE49-F238E27FC236}">
                <a16:creationId xmlns:a16="http://schemas.microsoft.com/office/drawing/2014/main" id="{CF5E3D01-67EC-4DD7-964C-0C5F0E12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7754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7" name="G0018_grid___C__1300__rect">
            <a:extLst xmlns:a="http://schemas.openxmlformats.org/drawingml/2006/main">
              <a:ext uri="{FF2B5EF4-FFF2-40B4-BE49-F238E27FC236}">
                <a16:creationId xmlns:a16="http://schemas.microsoft.com/office/drawing/2014/main" id="{91CF5FFD-7172-4F35-A94A-8B8F09D5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7357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8" name="G0018_grid___C__1301__rect">
            <a:extLst xmlns:a="http://schemas.openxmlformats.org/drawingml/2006/main">
              <a:ext uri="{FF2B5EF4-FFF2-40B4-BE49-F238E27FC236}">
                <a16:creationId xmlns:a16="http://schemas.microsoft.com/office/drawing/2014/main" id="{AC083B57-1698-4E05-8B31-332BA2D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961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9" name="G0018_grid___C__1302__rect">
            <a:extLst xmlns:a="http://schemas.openxmlformats.org/drawingml/2006/main">
              <a:ext uri="{FF2B5EF4-FFF2-40B4-BE49-F238E27FC236}">
                <a16:creationId xmlns:a16="http://schemas.microsoft.com/office/drawing/2014/main" id="{7BF37699-3F66-4535-860B-A34371D5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635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0" name="G0018_grid___C__1303__rect">
            <a:extLst xmlns:a="http://schemas.openxmlformats.org/drawingml/2006/main">
              <a:ext uri="{FF2B5EF4-FFF2-40B4-BE49-F238E27FC236}">
                <a16:creationId xmlns:a16="http://schemas.microsoft.com/office/drawing/2014/main" id="{E99BC671-E2C6-4E55-8821-C434E1AA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239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1" name="G0018_grid___C__1304__rect">
            <a:extLst xmlns:a="http://schemas.openxmlformats.org/drawingml/2006/main">
              <a:ext uri="{FF2B5EF4-FFF2-40B4-BE49-F238E27FC236}">
                <a16:creationId xmlns:a16="http://schemas.microsoft.com/office/drawing/2014/main" id="{DCD38AF7-8E81-42E1-AC04-735D5D18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843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2" name="G0018_grid___C__1305__rect">
            <a:extLst xmlns:a="http://schemas.openxmlformats.org/drawingml/2006/main">
              <a:ext uri="{FF2B5EF4-FFF2-40B4-BE49-F238E27FC236}">
                <a16:creationId xmlns:a16="http://schemas.microsoft.com/office/drawing/2014/main" id="{0D01C095-C4A9-4313-9814-2A8BED28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5446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3" name="G0018_grid___C__1306__rect">
            <a:extLst xmlns:a="http://schemas.openxmlformats.org/drawingml/2006/main">
              <a:ext uri="{FF2B5EF4-FFF2-40B4-BE49-F238E27FC236}">
                <a16:creationId xmlns:a16="http://schemas.microsoft.com/office/drawing/2014/main" id="{AEFF1181-A87F-43B3-ABAF-11792ABF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5050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4" name="G0018_grid___C__1307__rect">
            <a:extLst xmlns:a="http://schemas.openxmlformats.org/drawingml/2006/main">
              <a:ext uri="{FF2B5EF4-FFF2-40B4-BE49-F238E27FC236}">
                <a16:creationId xmlns:a16="http://schemas.microsoft.com/office/drawing/2014/main" id="{FC24956D-D732-4BDE-B419-7FDB497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654" y="215193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5" name="G0018_grid___C__1308__rect">
            <a:extLst xmlns:a="http://schemas.openxmlformats.org/drawingml/2006/main">
              <a:ext uri="{FF2B5EF4-FFF2-40B4-BE49-F238E27FC236}">
                <a16:creationId xmlns:a16="http://schemas.microsoft.com/office/drawing/2014/main" id="{D37164C8-6D88-4A9C-BFDC-DFA4A338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150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6" name="G0018_grid___C__1309__rect">
            <a:extLst xmlns:a="http://schemas.openxmlformats.org/drawingml/2006/main">
              <a:ext uri="{FF2B5EF4-FFF2-40B4-BE49-F238E27FC236}">
                <a16:creationId xmlns:a16="http://schemas.microsoft.com/office/drawing/2014/main" id="{CFE3CB0A-FF81-462B-BE97-49691579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7754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7" name="G0018_grid___C__1310__rect">
            <a:extLst xmlns:a="http://schemas.openxmlformats.org/drawingml/2006/main">
              <a:ext uri="{FF2B5EF4-FFF2-40B4-BE49-F238E27FC236}">
                <a16:creationId xmlns:a16="http://schemas.microsoft.com/office/drawing/2014/main" id="{EA8A7EEA-EA8D-4D1D-A00E-D5E9E338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7357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8" name="G0018_grid___C__1311__rect">
            <a:extLst xmlns:a="http://schemas.openxmlformats.org/drawingml/2006/main">
              <a:ext uri="{FF2B5EF4-FFF2-40B4-BE49-F238E27FC236}">
                <a16:creationId xmlns:a16="http://schemas.microsoft.com/office/drawing/2014/main" id="{51393966-5005-4B97-AE66-EA38C7DE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961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9" name="G0018_grid___C__1312__rect">
            <a:extLst xmlns:a="http://schemas.openxmlformats.org/drawingml/2006/main">
              <a:ext uri="{FF2B5EF4-FFF2-40B4-BE49-F238E27FC236}">
                <a16:creationId xmlns:a16="http://schemas.microsoft.com/office/drawing/2014/main" id="{FE76A278-6E95-4099-98F6-C5374056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635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0" name="G0018_grid___C__1313__rect">
            <a:extLst xmlns:a="http://schemas.openxmlformats.org/drawingml/2006/main">
              <a:ext uri="{FF2B5EF4-FFF2-40B4-BE49-F238E27FC236}">
                <a16:creationId xmlns:a16="http://schemas.microsoft.com/office/drawing/2014/main" id="{3B6AD788-E5FF-4241-80AE-12F7650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239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1" name="G0018_grid___C__1314__rect">
            <a:extLst xmlns:a="http://schemas.openxmlformats.org/drawingml/2006/main">
              <a:ext uri="{FF2B5EF4-FFF2-40B4-BE49-F238E27FC236}">
                <a16:creationId xmlns:a16="http://schemas.microsoft.com/office/drawing/2014/main" id="{3C1D10BF-3FA5-4300-A83A-A0EE44A1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843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2" name="G0018_grid___C__1315__rect">
            <a:extLst xmlns:a="http://schemas.openxmlformats.org/drawingml/2006/main">
              <a:ext uri="{FF2B5EF4-FFF2-40B4-BE49-F238E27FC236}">
                <a16:creationId xmlns:a16="http://schemas.microsoft.com/office/drawing/2014/main" id="{A3D9FE3F-21B5-49A8-A575-DE91A4C2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5446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3" name="G0018_grid___C__1316__rect">
            <a:extLst xmlns:a="http://schemas.openxmlformats.org/drawingml/2006/main">
              <a:ext uri="{FF2B5EF4-FFF2-40B4-BE49-F238E27FC236}">
                <a16:creationId xmlns:a16="http://schemas.microsoft.com/office/drawing/2014/main" id="{E3CC1D17-27CE-47DD-8FD1-FB6BBF77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5050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4" name="G0018_grid___C__1317__rect">
            <a:extLst xmlns:a="http://schemas.openxmlformats.org/drawingml/2006/main">
              <a:ext uri="{FF2B5EF4-FFF2-40B4-BE49-F238E27FC236}">
                <a16:creationId xmlns:a16="http://schemas.microsoft.com/office/drawing/2014/main" id="{4609E844-B1A3-4667-9A8A-F36C7F52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654" y="2177103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5" name="G0018_grid___C__1318__rect">
            <a:extLst xmlns:a="http://schemas.openxmlformats.org/drawingml/2006/main">
              <a:ext uri="{FF2B5EF4-FFF2-40B4-BE49-F238E27FC236}">
                <a16:creationId xmlns:a16="http://schemas.microsoft.com/office/drawing/2014/main" id="{C68B1AB2-66C8-4BE8-9BC9-1260C115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150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6" name="G0018_grid___C__1319__rect">
            <a:extLst xmlns:a="http://schemas.openxmlformats.org/drawingml/2006/main">
              <a:ext uri="{FF2B5EF4-FFF2-40B4-BE49-F238E27FC236}">
                <a16:creationId xmlns:a16="http://schemas.microsoft.com/office/drawing/2014/main" id="{B3639A41-ED3B-40F2-9B47-489B90F1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7754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7" name="G0018_grid___C__1320__rect">
            <a:extLst xmlns:a="http://schemas.openxmlformats.org/drawingml/2006/main">
              <a:ext uri="{FF2B5EF4-FFF2-40B4-BE49-F238E27FC236}">
                <a16:creationId xmlns:a16="http://schemas.microsoft.com/office/drawing/2014/main" id="{8AF82E55-A441-4668-A1C9-CAE3BCF4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7357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8" name="G0018_grid___C__1321__rect">
            <a:extLst xmlns:a="http://schemas.openxmlformats.org/drawingml/2006/main">
              <a:ext uri="{FF2B5EF4-FFF2-40B4-BE49-F238E27FC236}">
                <a16:creationId xmlns:a16="http://schemas.microsoft.com/office/drawing/2014/main" id="{A196955B-A8D2-4793-98D7-231B28F4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961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9" name="G0018_grid___C__1322__rect">
            <a:extLst xmlns:a="http://schemas.openxmlformats.org/drawingml/2006/main">
              <a:ext uri="{FF2B5EF4-FFF2-40B4-BE49-F238E27FC236}">
                <a16:creationId xmlns:a16="http://schemas.microsoft.com/office/drawing/2014/main" id="{7063295A-F7D1-4E28-80BE-0E9BD07E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635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0" name="G0018_grid___C__1323__rect">
            <a:extLst xmlns:a="http://schemas.openxmlformats.org/drawingml/2006/main">
              <a:ext uri="{FF2B5EF4-FFF2-40B4-BE49-F238E27FC236}">
                <a16:creationId xmlns:a16="http://schemas.microsoft.com/office/drawing/2014/main" id="{C7642FC4-600C-403F-839E-809FC3A8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239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1" name="G0018_grid___C__1324__rect">
            <a:extLst xmlns:a="http://schemas.openxmlformats.org/drawingml/2006/main">
              <a:ext uri="{FF2B5EF4-FFF2-40B4-BE49-F238E27FC236}">
                <a16:creationId xmlns:a16="http://schemas.microsoft.com/office/drawing/2014/main" id="{7C7DF475-1D70-41E9-B4E7-0BD27682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843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2" name="G0018_grid___C__1325__rect">
            <a:extLst xmlns:a="http://schemas.openxmlformats.org/drawingml/2006/main">
              <a:ext uri="{FF2B5EF4-FFF2-40B4-BE49-F238E27FC236}">
                <a16:creationId xmlns:a16="http://schemas.microsoft.com/office/drawing/2014/main" id="{B4937EFD-32A4-40C7-A78A-A796EBBA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5446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3" name="G0018_grid___C__1326__rect">
            <a:extLst xmlns:a="http://schemas.openxmlformats.org/drawingml/2006/main">
              <a:ext uri="{FF2B5EF4-FFF2-40B4-BE49-F238E27FC236}">
                <a16:creationId xmlns:a16="http://schemas.microsoft.com/office/drawing/2014/main" id="{4832B6F3-80F0-4959-9754-D059DB4D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5050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4" name="G0018_grid___C__1327__rect">
            <a:extLst xmlns:a="http://schemas.openxmlformats.org/drawingml/2006/main">
              <a:ext uri="{FF2B5EF4-FFF2-40B4-BE49-F238E27FC236}">
                <a16:creationId xmlns:a16="http://schemas.microsoft.com/office/drawing/2014/main" id="{184CC47C-C43E-46FA-AD65-332A25FC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654" y="2202266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5" name="G0018_grid___C__1328__rect">
            <a:extLst xmlns:a="http://schemas.openxmlformats.org/drawingml/2006/main">
              <a:ext uri="{FF2B5EF4-FFF2-40B4-BE49-F238E27FC236}">
                <a16:creationId xmlns:a16="http://schemas.microsoft.com/office/drawing/2014/main" id="{7F05E685-4B3F-42A1-BD93-60A65B0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150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6" name="G0018_grid___C__1329__rect">
            <a:extLst xmlns:a="http://schemas.openxmlformats.org/drawingml/2006/main">
              <a:ext uri="{FF2B5EF4-FFF2-40B4-BE49-F238E27FC236}">
                <a16:creationId xmlns:a16="http://schemas.microsoft.com/office/drawing/2014/main" id="{07D08807-D1BD-4E40-8E40-BCB83033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7754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7" name="G0018_grid___C__1330__rect">
            <a:extLst xmlns:a="http://schemas.openxmlformats.org/drawingml/2006/main">
              <a:ext uri="{FF2B5EF4-FFF2-40B4-BE49-F238E27FC236}">
                <a16:creationId xmlns:a16="http://schemas.microsoft.com/office/drawing/2014/main" id="{4CB9CE70-E7EF-49DD-991A-98E8810B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7357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8" name="G0018_grid___C__1331__rect">
            <a:extLst xmlns:a="http://schemas.openxmlformats.org/drawingml/2006/main">
              <a:ext uri="{FF2B5EF4-FFF2-40B4-BE49-F238E27FC236}">
                <a16:creationId xmlns:a16="http://schemas.microsoft.com/office/drawing/2014/main" id="{558CC92C-1EF8-4E8B-A23E-F86BA9C6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961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9" name="G0018_grid___C__1332__rect">
            <a:extLst xmlns:a="http://schemas.openxmlformats.org/drawingml/2006/main">
              <a:ext uri="{FF2B5EF4-FFF2-40B4-BE49-F238E27FC236}">
                <a16:creationId xmlns:a16="http://schemas.microsoft.com/office/drawing/2014/main" id="{A51FB289-94AC-42E3-BBF3-369E0F9B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635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0" name="G0018_grid___C__1333__rect">
            <a:extLst xmlns:a="http://schemas.openxmlformats.org/drawingml/2006/main">
              <a:ext uri="{FF2B5EF4-FFF2-40B4-BE49-F238E27FC236}">
                <a16:creationId xmlns:a16="http://schemas.microsoft.com/office/drawing/2014/main" id="{F576BE3E-7D39-43C6-9859-F3514196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239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1" name="G0018_grid___C__1334__rect">
            <a:extLst xmlns:a="http://schemas.openxmlformats.org/drawingml/2006/main">
              <a:ext uri="{FF2B5EF4-FFF2-40B4-BE49-F238E27FC236}">
                <a16:creationId xmlns:a16="http://schemas.microsoft.com/office/drawing/2014/main" id="{DAA43A7B-5FD3-44D8-8F39-AB077B9A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843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2" name="G0018_grid___C__1335__rect">
            <a:extLst xmlns:a="http://schemas.openxmlformats.org/drawingml/2006/main">
              <a:ext uri="{FF2B5EF4-FFF2-40B4-BE49-F238E27FC236}">
                <a16:creationId xmlns:a16="http://schemas.microsoft.com/office/drawing/2014/main" id="{21E5BF05-FDC6-41A4-A50D-3D147230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5446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3" name="G0018_grid___C__1336__rect">
            <a:extLst xmlns:a="http://schemas.openxmlformats.org/drawingml/2006/main">
              <a:ext uri="{FF2B5EF4-FFF2-40B4-BE49-F238E27FC236}">
                <a16:creationId xmlns:a16="http://schemas.microsoft.com/office/drawing/2014/main" id="{B440C1CC-C53D-436D-901E-1E47FA3B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5050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4" name="G0018_grid___C__1337__rect">
            <a:extLst xmlns:a="http://schemas.openxmlformats.org/drawingml/2006/main">
              <a:ext uri="{FF2B5EF4-FFF2-40B4-BE49-F238E27FC236}">
                <a16:creationId xmlns:a16="http://schemas.microsoft.com/office/drawing/2014/main" id="{E840280E-1C43-4914-8A21-F965D2E9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654" y="2227429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5" name="G0018_grid___C__1338__rect">
            <a:extLst xmlns:a="http://schemas.openxmlformats.org/drawingml/2006/main">
              <a:ext uri="{FF2B5EF4-FFF2-40B4-BE49-F238E27FC236}">
                <a16:creationId xmlns:a16="http://schemas.microsoft.com/office/drawing/2014/main" id="{B1AF9EC5-295E-4A8C-A67C-1648F3A2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150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6" name="G0018_grid___C__1339__rect">
            <a:extLst xmlns:a="http://schemas.openxmlformats.org/drawingml/2006/main">
              <a:ext uri="{FF2B5EF4-FFF2-40B4-BE49-F238E27FC236}">
                <a16:creationId xmlns:a16="http://schemas.microsoft.com/office/drawing/2014/main" id="{06B09974-49CC-46C1-8D50-EAE26026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7754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7" name="G0018_grid___C__1340__rect">
            <a:extLst xmlns:a="http://schemas.openxmlformats.org/drawingml/2006/main">
              <a:ext uri="{FF2B5EF4-FFF2-40B4-BE49-F238E27FC236}">
                <a16:creationId xmlns:a16="http://schemas.microsoft.com/office/drawing/2014/main" id="{84A7A7B4-4B8D-4943-93D5-7FF847B0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7357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8" name="G0018_grid___C__1341__rect">
            <a:extLst xmlns:a="http://schemas.openxmlformats.org/drawingml/2006/main">
              <a:ext uri="{FF2B5EF4-FFF2-40B4-BE49-F238E27FC236}">
                <a16:creationId xmlns:a16="http://schemas.microsoft.com/office/drawing/2014/main" id="{F2304C06-5488-4CC3-86C8-93C74A74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961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9" name="G0018_grid___C__1342__rect">
            <a:extLst xmlns:a="http://schemas.openxmlformats.org/drawingml/2006/main">
              <a:ext uri="{FF2B5EF4-FFF2-40B4-BE49-F238E27FC236}">
                <a16:creationId xmlns:a16="http://schemas.microsoft.com/office/drawing/2014/main" id="{430295E6-4BBD-4B10-937E-AE19A380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635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00" name="G0018_grid___C__1343__rect">
            <a:extLst xmlns:a="http://schemas.openxmlformats.org/drawingml/2006/main">
              <a:ext uri="{FF2B5EF4-FFF2-40B4-BE49-F238E27FC236}">
                <a16:creationId xmlns:a16="http://schemas.microsoft.com/office/drawing/2014/main" id="{0684E8D4-C510-4AF4-82E0-E75E58B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239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1" name="G0018_grid___C__1344__rect">
            <a:extLst xmlns:a="http://schemas.openxmlformats.org/drawingml/2006/main">
              <a:ext uri="{FF2B5EF4-FFF2-40B4-BE49-F238E27FC236}">
                <a16:creationId xmlns:a16="http://schemas.microsoft.com/office/drawing/2014/main" id="{712C75EC-CDA1-4FE2-9266-3AC9B691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843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2" name="G0018_grid___C__1345__rect">
            <a:extLst xmlns:a="http://schemas.openxmlformats.org/drawingml/2006/main">
              <a:ext uri="{FF2B5EF4-FFF2-40B4-BE49-F238E27FC236}">
                <a16:creationId xmlns:a16="http://schemas.microsoft.com/office/drawing/2014/main" id="{53F039E8-8FDE-4C07-ACD9-DC09AA4B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5446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3" name="G0018_grid___C__1346__rect">
            <a:extLst xmlns:a="http://schemas.openxmlformats.org/drawingml/2006/main">
              <a:ext uri="{FF2B5EF4-FFF2-40B4-BE49-F238E27FC236}">
                <a16:creationId xmlns:a16="http://schemas.microsoft.com/office/drawing/2014/main" id="{354BE286-CC05-4D19-912C-AE256959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5050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4" name="G0018_grid___C__1347__rect">
            <a:extLst xmlns:a="http://schemas.openxmlformats.org/drawingml/2006/main">
              <a:ext uri="{FF2B5EF4-FFF2-40B4-BE49-F238E27FC236}">
                <a16:creationId xmlns:a16="http://schemas.microsoft.com/office/drawing/2014/main" id="{278DABDB-C0A1-4E87-A027-C1F31B85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654" y="2252592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5" name="G0018_grid___C__1348__rect">
            <a:extLst xmlns:a="http://schemas.openxmlformats.org/drawingml/2006/main">
              <a:ext uri="{FF2B5EF4-FFF2-40B4-BE49-F238E27FC236}">
                <a16:creationId xmlns:a16="http://schemas.microsoft.com/office/drawing/2014/main" id="{ECB3C802-49CC-4A06-927A-4F388B76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150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6" name="G0018_grid___C__1349__rect">
            <a:extLst xmlns:a="http://schemas.openxmlformats.org/drawingml/2006/main">
              <a:ext uri="{FF2B5EF4-FFF2-40B4-BE49-F238E27FC236}">
                <a16:creationId xmlns:a16="http://schemas.microsoft.com/office/drawing/2014/main" id="{81AEE28A-2196-4B10-99C3-8C448A8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7754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7" name="G0018_grid___C__1350__rect">
            <a:extLst xmlns:a="http://schemas.openxmlformats.org/drawingml/2006/main">
              <a:ext uri="{FF2B5EF4-FFF2-40B4-BE49-F238E27FC236}">
                <a16:creationId xmlns:a16="http://schemas.microsoft.com/office/drawing/2014/main" id="{B6632BE0-8429-4DDC-A60D-C2E728B8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7357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8" name="G0018_grid___C__1351__rect">
            <a:extLst xmlns:a="http://schemas.openxmlformats.org/drawingml/2006/main">
              <a:ext uri="{FF2B5EF4-FFF2-40B4-BE49-F238E27FC236}">
                <a16:creationId xmlns:a16="http://schemas.microsoft.com/office/drawing/2014/main" id="{8B954596-0A0B-4678-B8E7-B77E30EF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961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9" name="G0018_grid___C__1352__rect">
            <a:extLst xmlns:a="http://schemas.openxmlformats.org/drawingml/2006/main">
              <a:ext uri="{FF2B5EF4-FFF2-40B4-BE49-F238E27FC236}">
                <a16:creationId xmlns:a16="http://schemas.microsoft.com/office/drawing/2014/main" id="{9831CC18-3687-474F-885E-3D406410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635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0" name="G0018_grid___C__1353__rect">
            <a:extLst xmlns:a="http://schemas.openxmlformats.org/drawingml/2006/main">
              <a:ext uri="{FF2B5EF4-FFF2-40B4-BE49-F238E27FC236}">
                <a16:creationId xmlns:a16="http://schemas.microsoft.com/office/drawing/2014/main" id="{6121AB7E-CDB2-457F-B31C-103CDCC8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239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1" name="G0018_grid___C__1354__rect">
            <a:extLst xmlns:a="http://schemas.openxmlformats.org/drawingml/2006/main">
              <a:ext uri="{FF2B5EF4-FFF2-40B4-BE49-F238E27FC236}">
                <a16:creationId xmlns:a16="http://schemas.microsoft.com/office/drawing/2014/main" id="{EBB27F8A-1B22-466F-B65C-971B129D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843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2" name="G0018_grid___C__1355__rect">
            <a:extLst xmlns:a="http://schemas.openxmlformats.org/drawingml/2006/main">
              <a:ext uri="{FF2B5EF4-FFF2-40B4-BE49-F238E27FC236}">
                <a16:creationId xmlns:a16="http://schemas.microsoft.com/office/drawing/2014/main" id="{78359222-E44E-4CDF-B11E-F3DD55FA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5446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3" name="G0018_grid___C__1356__rect">
            <a:extLst xmlns:a="http://schemas.openxmlformats.org/drawingml/2006/main">
              <a:ext uri="{FF2B5EF4-FFF2-40B4-BE49-F238E27FC236}">
                <a16:creationId xmlns:a16="http://schemas.microsoft.com/office/drawing/2014/main" id="{5C227EF5-BEA9-43A1-AC8B-95F6193C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5050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4" name="G0018_grid___C__1357__rect">
            <a:extLst xmlns:a="http://schemas.openxmlformats.org/drawingml/2006/main">
              <a:ext uri="{FF2B5EF4-FFF2-40B4-BE49-F238E27FC236}">
                <a16:creationId xmlns:a16="http://schemas.microsoft.com/office/drawing/2014/main" id="{D766077A-F8EE-4697-8045-EA796711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654" y="2277755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5" name="G0018_grid___C__1358__rect">
            <a:extLst xmlns:a="http://schemas.openxmlformats.org/drawingml/2006/main">
              <a:ext uri="{FF2B5EF4-FFF2-40B4-BE49-F238E27FC236}">
                <a16:creationId xmlns:a16="http://schemas.microsoft.com/office/drawing/2014/main" id="{8CC9ABA9-2E06-47C9-8C78-B9FB9F35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150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6" name="G0018_grid___C__1359__rect">
            <a:extLst xmlns:a="http://schemas.openxmlformats.org/drawingml/2006/main">
              <a:ext uri="{FF2B5EF4-FFF2-40B4-BE49-F238E27FC236}">
                <a16:creationId xmlns:a16="http://schemas.microsoft.com/office/drawing/2014/main" id="{14E53ACD-B6B8-4F17-9491-A2FFAF2B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7754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7" name="G0018_grid___C__1360__rect">
            <a:extLst xmlns:a="http://schemas.openxmlformats.org/drawingml/2006/main">
              <a:ext uri="{FF2B5EF4-FFF2-40B4-BE49-F238E27FC236}">
                <a16:creationId xmlns:a16="http://schemas.microsoft.com/office/drawing/2014/main" id="{2B1884A2-6B29-49E1-9607-15C560D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7357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8" name="G0018_grid___C__1361__rect">
            <a:extLst xmlns:a="http://schemas.openxmlformats.org/drawingml/2006/main">
              <a:ext uri="{FF2B5EF4-FFF2-40B4-BE49-F238E27FC236}">
                <a16:creationId xmlns:a16="http://schemas.microsoft.com/office/drawing/2014/main" id="{4B4DE149-957F-422A-AF9B-F3AF77FB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961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9" name="G0018_grid___C__1362__rect">
            <a:extLst xmlns:a="http://schemas.openxmlformats.org/drawingml/2006/main">
              <a:ext uri="{FF2B5EF4-FFF2-40B4-BE49-F238E27FC236}">
                <a16:creationId xmlns:a16="http://schemas.microsoft.com/office/drawing/2014/main" id="{6F9FC23E-50D0-471B-A2C3-36E89002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635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0" name="G0018_grid___C__1363__rect">
            <a:extLst xmlns:a="http://schemas.openxmlformats.org/drawingml/2006/main">
              <a:ext uri="{FF2B5EF4-FFF2-40B4-BE49-F238E27FC236}">
                <a16:creationId xmlns:a16="http://schemas.microsoft.com/office/drawing/2014/main" id="{E7D14A84-4B44-48DB-A9A4-7E656B05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239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1" name="G0018_grid___C__1364__rect">
            <a:extLst xmlns:a="http://schemas.openxmlformats.org/drawingml/2006/main">
              <a:ext uri="{FF2B5EF4-FFF2-40B4-BE49-F238E27FC236}">
                <a16:creationId xmlns:a16="http://schemas.microsoft.com/office/drawing/2014/main" id="{15C83C1F-D57C-45E1-8237-BE9107A2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843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2" name="G0018_grid___C__1365__rect">
            <a:extLst xmlns:a="http://schemas.openxmlformats.org/drawingml/2006/main">
              <a:ext uri="{FF2B5EF4-FFF2-40B4-BE49-F238E27FC236}">
                <a16:creationId xmlns:a16="http://schemas.microsoft.com/office/drawing/2014/main" id="{344F6762-3CA1-4E18-AADA-892C37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5446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3" name="G0018_grid___C__1366__rect">
            <a:extLst xmlns:a="http://schemas.openxmlformats.org/drawingml/2006/main">
              <a:ext uri="{FF2B5EF4-FFF2-40B4-BE49-F238E27FC236}">
                <a16:creationId xmlns:a16="http://schemas.microsoft.com/office/drawing/2014/main" id="{EFFF5964-D5AD-44BE-8A21-B6CB8F0B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5050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4" name="G0018_grid___C__1367__rect">
            <a:extLst xmlns:a="http://schemas.openxmlformats.org/drawingml/2006/main">
              <a:ext uri="{FF2B5EF4-FFF2-40B4-BE49-F238E27FC236}">
                <a16:creationId xmlns:a16="http://schemas.microsoft.com/office/drawing/2014/main" id="{7046CC02-1793-4F42-B78B-B892CB75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654" y="2302918"/>
            <a:ext cx="29604" cy="25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1453" name="G0018_grid___C__1368__rect">
            <a:extLst xmlns:a="http://schemas.openxmlformats.org/drawingml/2006/main">
              <a:ext uri="{FF2B5EF4-FFF2-40B4-BE49-F238E27FC236}">
                <a16:creationId xmlns:a16="http://schemas.microsoft.com/office/drawing/2014/main" id="{CCB72BE8-D495-4472-8EC5-6AD6F065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150" y="2076450"/>
            <a:ext cx="296107" cy="251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92">
            <a:solidFill>
              <a:srgbClr val="5488B3"/>
            </a:solidFill>
            <a:prstDash val="solid"/>
          </a:ln>
        </p:spPr>
      </p:sp>
      <p:sp>
        <p:nvSpPr>
          <p:cNvPr id="1483" name="G0018_grid___B__1369__line">
            <a:extLst xmlns:a="http://schemas.openxmlformats.org/drawingml/2006/main">
              <a:ext uri="{FF2B5EF4-FFF2-40B4-BE49-F238E27FC236}">
                <a16:creationId xmlns:a16="http://schemas.microsoft.com/office/drawing/2014/main" id="{49BC4FE6-88E8-414A-BF73-9AC21473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150" y="2277755"/>
            <a:ext cx="148019" cy="0"/>
          </a:xfrm>
          <a:custGeom xmlns:a="http://schemas.openxmlformats.org/drawingml/2006/main">
            <a:pathLst>
              <a:path w="200050" h="4">
                <a:moveTo>
                  <a:pt x="0" y="0"/>
                </a:moveTo>
                <a:lnTo>
                  <a:pt x="2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84" name="G0018_grid___B__1370__line">
            <a:extLst xmlns:a="http://schemas.openxmlformats.org/drawingml/2006/main">
              <a:ext uri="{FF2B5EF4-FFF2-40B4-BE49-F238E27FC236}">
                <a16:creationId xmlns:a16="http://schemas.microsoft.com/office/drawing/2014/main" id="{65CB7993-F884-47FF-99CA-9F7A457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239" y="2252592"/>
            <a:ext cx="0" cy="25163"/>
          </a:xfrm>
          <a:custGeom xmlns:a="http://schemas.openxmlformats.org/drawingml/2006/main">
            <a:pathLst>
              <a:path w="4" h="40010">
                <a:moveTo>
                  <a:pt x="0" y="400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85" name="G0018_grid___B__1371__line">
            <a:extLst xmlns:a="http://schemas.openxmlformats.org/drawingml/2006/main">
              <a:ext uri="{FF2B5EF4-FFF2-40B4-BE49-F238E27FC236}">
                <a16:creationId xmlns:a16="http://schemas.microsoft.com/office/drawing/2014/main" id="{D7A659A5-36AD-4FAE-9776-77F75B27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239" y="2252592"/>
            <a:ext cx="148019" cy="0"/>
          </a:xfrm>
          <a:custGeom xmlns:a="http://schemas.openxmlformats.org/drawingml/2006/main">
            <a:pathLst>
              <a:path w="200050" h="4">
                <a:moveTo>
                  <a:pt x="0" y="0"/>
                </a:moveTo>
                <a:lnTo>
                  <a:pt x="2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9" name="G0003_scale_sequence___A__0048__line">
            <a:extLst xmlns:a="http://schemas.openxmlformats.org/drawingml/2006/main">
              <a:ext uri="{FF2B5EF4-FFF2-40B4-BE49-F238E27FC236}">
                <a16:creationId xmlns:a16="http://schemas.microsoft.com/office/drawing/2014/main" id="{071B17E0-E518-4553-B919-EF2185BA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752917"/>
            <a:ext cx="436436" cy="174647"/>
          </a:xfrm>
          <a:custGeom xmlns:a="http://schemas.openxmlformats.org/drawingml/2006/main">
            <a:pathLst>
              <a:path w="436474" h="189866">
                <a:moveTo>
                  <a:pt x="0" y="189866"/>
                </a:moveTo>
                <a:lnTo>
                  <a:pt x="436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0" name="G0003_scale_sequence___A__0049__line">
            <a:extLst xmlns:a="http://schemas.openxmlformats.org/drawingml/2006/main">
              <a:ext uri="{FF2B5EF4-FFF2-40B4-BE49-F238E27FC236}">
                <a16:creationId xmlns:a16="http://schemas.microsoft.com/office/drawing/2014/main" id="{40E2DEE1-BD99-477F-847F-55368357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3218" y="823196"/>
            <a:ext cx="626364" cy="116460"/>
          </a:xfrm>
          <a:custGeom xmlns:a="http://schemas.openxmlformats.org/drawingml/2006/main">
            <a:pathLst>
              <a:path w="626340" h="126577">
                <a:moveTo>
                  <a:pt x="0" y="126577"/>
                </a:moveTo>
                <a:lnTo>
                  <a:pt x="6263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1" name="G0003_scale_sequence___A__0050__line">
            <a:extLst xmlns:a="http://schemas.openxmlformats.org/drawingml/2006/main">
              <a:ext uri="{FF2B5EF4-FFF2-40B4-BE49-F238E27FC236}">
                <a16:creationId xmlns:a16="http://schemas.microsoft.com/office/drawing/2014/main" id="{FA44B7DF-B2CF-439B-9503-29F6C56A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3218" y="999858"/>
            <a:ext cx="626364" cy="174647"/>
          </a:xfrm>
          <a:custGeom xmlns:a="http://schemas.openxmlformats.org/drawingml/2006/main">
            <a:pathLst>
              <a:path w="626340" h="189866">
                <a:moveTo>
                  <a:pt x="0" y="0"/>
                </a:moveTo>
                <a:lnTo>
                  <a:pt x="626340" y="189866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2" name="G0003_scale_sequence___A__0051__line">
            <a:extLst xmlns:a="http://schemas.openxmlformats.org/drawingml/2006/main">
              <a:ext uri="{FF2B5EF4-FFF2-40B4-BE49-F238E27FC236}">
                <a16:creationId xmlns:a16="http://schemas.microsoft.com/office/drawing/2014/main" id="{E60A4542-7EC2-4720-A60B-FB795204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987853"/>
            <a:ext cx="436436" cy="116460"/>
          </a:xfrm>
          <a:custGeom xmlns:a="http://schemas.openxmlformats.org/drawingml/2006/main">
            <a:pathLst>
              <a:path w="436474" h="126577">
                <a:moveTo>
                  <a:pt x="0" y="0"/>
                </a:moveTo>
                <a:lnTo>
                  <a:pt x="436474" y="126577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47" name="G0003_scale_sequence___A__0052__poly">
            <a:extLst xmlns:a="http://schemas.openxmlformats.org/drawingml/2006/main">
              <a:ext uri="{FF2B5EF4-FFF2-40B4-BE49-F238E27FC236}">
                <a16:creationId xmlns:a16="http://schemas.microsoft.com/office/drawing/2014/main" id="{02D4C882-8239-42A3-AA91-71226559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920904"/>
            <a:ext cx="46577" cy="18753"/>
          </a:xfrm>
          <a:custGeom xmlns:a="http://schemas.openxmlformats.org/drawingml/2006/main">
            <a:pathLst>
              <a:path w="46557" h="20369">
                <a:moveTo>
                  <a:pt x="0" y="7275"/>
                </a:moveTo>
                <a:lnTo>
                  <a:pt x="39283" y="20369"/>
                </a:lnTo>
                <a:lnTo>
                  <a:pt x="46557" y="13094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48" name="G0003_scale_sequence___A__0053__poly">
            <a:extLst xmlns:a="http://schemas.openxmlformats.org/drawingml/2006/main">
              <a:ext uri="{FF2B5EF4-FFF2-40B4-BE49-F238E27FC236}">
                <a16:creationId xmlns:a16="http://schemas.microsoft.com/office/drawing/2014/main" id="{E1C469E9-C7A6-4F5C-9864-16460468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3218" y="932909"/>
            <a:ext cx="7239" cy="66949"/>
          </a:xfrm>
          <a:custGeom xmlns:a="http://schemas.openxmlformats.org/drawingml/2006/main">
            <a:pathLst>
              <a:path w="7275" h="72746">
                <a:moveTo>
                  <a:pt x="0" y="7275"/>
                </a:moveTo>
                <a:lnTo>
                  <a:pt x="0" y="72746"/>
                </a:lnTo>
                <a:lnTo>
                  <a:pt x="7275" y="65471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49" name="G0003_scale_sequence___A__0056__poly">
            <a:extLst xmlns:a="http://schemas.openxmlformats.org/drawingml/2006/main">
              <a:ext uri="{FF2B5EF4-FFF2-40B4-BE49-F238E27FC236}">
                <a16:creationId xmlns:a16="http://schemas.microsoft.com/office/drawing/2014/main" id="{EB4E79A5-4F16-42C2-9209-2AA794B7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886728"/>
            <a:ext cx="83630" cy="30145"/>
          </a:xfrm>
          <a:custGeom xmlns:a="http://schemas.openxmlformats.org/drawingml/2006/main">
            <a:pathLst>
              <a:path w="83657" h="32736">
                <a:moveTo>
                  <a:pt x="0" y="7275"/>
                </a:moveTo>
                <a:lnTo>
                  <a:pt x="76383" y="32736"/>
                </a:lnTo>
                <a:lnTo>
                  <a:pt x="83657" y="25461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0" name="G0003_scale_sequence___A__0057__poly">
            <a:extLst xmlns:a="http://schemas.openxmlformats.org/drawingml/2006/main">
              <a:ext uri="{FF2B5EF4-FFF2-40B4-BE49-F238E27FC236}">
                <a16:creationId xmlns:a16="http://schemas.microsoft.com/office/drawing/2014/main" id="{316DF1B5-BF31-44F7-ABE8-2E4BD326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5614" y="910213"/>
            <a:ext cx="7239" cy="123821"/>
          </a:xfrm>
          <a:custGeom xmlns:a="http://schemas.openxmlformats.org/drawingml/2006/main">
            <a:pathLst>
              <a:path w="7275" h="134579">
                <a:moveTo>
                  <a:pt x="0" y="7275"/>
                </a:moveTo>
                <a:lnTo>
                  <a:pt x="0" y="134579"/>
                </a:lnTo>
                <a:lnTo>
                  <a:pt x="7275" y="127305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1" name="G0003_scale_sequence___A__0075__poly">
            <a:extLst xmlns:a="http://schemas.openxmlformats.org/drawingml/2006/main">
              <a:ext uri="{FF2B5EF4-FFF2-40B4-BE49-F238E27FC236}">
                <a16:creationId xmlns:a16="http://schemas.microsoft.com/office/drawing/2014/main" id="{259E49B9-0E38-4493-8BBF-A06B61E0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24511"/>
            <a:ext cx="151352" cy="50825"/>
          </a:xfrm>
          <a:custGeom xmlns:a="http://schemas.openxmlformats.org/drawingml/2006/main">
            <a:pathLst>
              <a:path w="151311" h="55287">
                <a:moveTo>
                  <a:pt x="0" y="7275"/>
                </a:moveTo>
                <a:lnTo>
                  <a:pt x="144036" y="55287"/>
                </a:lnTo>
                <a:lnTo>
                  <a:pt x="151311" y="48012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2" name="G0003_scale_sequence___A__0076__poly">
            <a:extLst xmlns:a="http://schemas.openxmlformats.org/drawingml/2006/main">
              <a:ext uri="{FF2B5EF4-FFF2-40B4-BE49-F238E27FC236}">
                <a16:creationId xmlns:a16="http://schemas.microsoft.com/office/drawing/2014/main" id="{E9825944-EDB1-407C-960F-0A0D8933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8785" y="868676"/>
            <a:ext cx="7239" cy="227575"/>
          </a:xfrm>
          <a:custGeom xmlns:a="http://schemas.openxmlformats.org/drawingml/2006/main">
            <a:pathLst>
              <a:path w="7275" h="247335">
                <a:moveTo>
                  <a:pt x="0" y="7275"/>
                </a:moveTo>
                <a:lnTo>
                  <a:pt x="0" y="247335"/>
                </a:lnTo>
                <a:lnTo>
                  <a:pt x="7275" y="240060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3" name="G0003_scale_sequence___A__0142__poly">
            <a:extLst xmlns:a="http://schemas.openxmlformats.org/drawingml/2006/main">
              <a:ext uri="{FF2B5EF4-FFF2-40B4-BE49-F238E27FC236}">
                <a16:creationId xmlns:a16="http://schemas.microsoft.com/office/drawing/2014/main" id="{FD081871-8595-41B5-8A48-8F1FFA25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746257"/>
            <a:ext cx="236411" cy="76939"/>
          </a:xfrm>
          <a:custGeom xmlns:a="http://schemas.openxmlformats.org/drawingml/2006/main">
            <a:pathLst>
              <a:path w="236423" h="83657">
                <a:moveTo>
                  <a:pt x="0" y="7275"/>
                </a:moveTo>
                <a:lnTo>
                  <a:pt x="229149" y="83657"/>
                </a:lnTo>
                <a:lnTo>
                  <a:pt x="236423" y="76383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4" name="G0003_scale_sequence___A__0143__poly">
            <a:extLst xmlns:a="http://schemas.openxmlformats.org/drawingml/2006/main">
              <a:ext uri="{FF2B5EF4-FFF2-40B4-BE49-F238E27FC236}">
                <a16:creationId xmlns:a16="http://schemas.microsoft.com/office/drawing/2014/main" id="{129943CF-4C77-44FA-A951-1B18825C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9582" y="816536"/>
            <a:ext cx="7239" cy="358056"/>
          </a:xfrm>
          <a:custGeom xmlns:a="http://schemas.openxmlformats.org/drawingml/2006/main">
            <a:pathLst>
              <a:path w="7275" h="389189">
                <a:moveTo>
                  <a:pt x="0" y="7275"/>
                </a:moveTo>
                <a:lnTo>
                  <a:pt x="0" y="389189"/>
                </a:lnTo>
                <a:lnTo>
                  <a:pt x="7275" y="381914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623" name="G0003_scale_sequence___A__0054__poly">
            <a:extLst xmlns:a="http://schemas.openxmlformats.org/drawingml/2006/main">
              <a:ext uri="{FF2B5EF4-FFF2-40B4-BE49-F238E27FC236}">
                <a16:creationId xmlns:a16="http://schemas.microsoft.com/office/drawing/2014/main" id="{E102B9F5-4A94-4CDB-8DEC-E73ECDE3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927564"/>
            <a:ext cx="39243" cy="72295"/>
          </a:xfrm>
          <a:custGeom xmlns:a="http://schemas.openxmlformats.org/drawingml/2006/main">
            <a:pathLst>
              <a:path w="39283" h="78565">
                <a:moveTo>
                  <a:pt x="0" y="0"/>
                </a:moveTo>
                <a:lnTo>
                  <a:pt x="39283" y="13094"/>
                </a:lnTo>
                <a:lnTo>
                  <a:pt x="39283" y="78565"/>
                </a:lnTo>
                <a:lnTo>
                  <a:pt x="0" y="6547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4" name="G0003_scale_sequence___A__0058__poly">
            <a:extLst xmlns:a="http://schemas.openxmlformats.org/drawingml/2006/main">
              <a:ext uri="{FF2B5EF4-FFF2-40B4-BE49-F238E27FC236}">
                <a16:creationId xmlns:a16="http://schemas.microsoft.com/office/drawing/2014/main" id="{5C17D35F-DD3D-4D98-B6CF-1B00E3F2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893475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5" name="G0003_scale_sequence___A__0059__poly">
            <a:extLst xmlns:a="http://schemas.openxmlformats.org/drawingml/2006/main">
              <a:ext uri="{FF2B5EF4-FFF2-40B4-BE49-F238E27FC236}">
                <a16:creationId xmlns:a16="http://schemas.microsoft.com/office/drawing/2014/main" id="{BD71299D-31D7-4F11-9626-14C76853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369" y="899347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6" name="G0003_scale_sequence___A__0060__poly">
            <a:extLst xmlns:a="http://schemas.openxmlformats.org/drawingml/2006/main">
              <a:ext uri="{FF2B5EF4-FFF2-40B4-BE49-F238E27FC236}">
                <a16:creationId xmlns:a16="http://schemas.microsoft.com/office/drawing/2014/main" id="{9D702130-E7AE-4D5A-8971-7E77A099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419" y="905130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7" name="G0003_scale_sequence___A__0061__poly">
            <a:extLst xmlns:a="http://schemas.openxmlformats.org/drawingml/2006/main">
              <a:ext uri="{FF2B5EF4-FFF2-40B4-BE49-F238E27FC236}">
                <a16:creationId xmlns:a16="http://schemas.microsoft.com/office/drawing/2014/main" id="{05676196-4136-4046-979B-335F87CF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564" y="911001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8" name="G0003_scale_sequence___A__0062__poly">
            <a:extLst xmlns:a="http://schemas.openxmlformats.org/drawingml/2006/main">
              <a:ext uri="{FF2B5EF4-FFF2-40B4-BE49-F238E27FC236}">
                <a16:creationId xmlns:a16="http://schemas.microsoft.com/office/drawing/2014/main" id="{04935545-304D-4E02-9B03-374BAD45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922744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9" name="G0003_scale_sequence___A__0063__poly">
            <a:extLst xmlns:a="http://schemas.openxmlformats.org/drawingml/2006/main">
              <a:ext uri="{FF2B5EF4-FFF2-40B4-BE49-F238E27FC236}">
                <a16:creationId xmlns:a16="http://schemas.microsoft.com/office/drawing/2014/main" id="{507217EB-F042-41C8-A9E3-BB40365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369" y="928615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0" name="G0003_scale_sequence___A__0064__poly">
            <a:extLst xmlns:a="http://schemas.openxmlformats.org/drawingml/2006/main">
              <a:ext uri="{FF2B5EF4-FFF2-40B4-BE49-F238E27FC236}">
                <a16:creationId xmlns:a16="http://schemas.microsoft.com/office/drawing/2014/main" id="{F794E425-8EA0-4F98-BAF7-E8F438F7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419" y="934486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1" name="G0003_scale_sequence___A__0065__poly">
            <a:extLst xmlns:a="http://schemas.openxmlformats.org/drawingml/2006/main">
              <a:ext uri="{FF2B5EF4-FFF2-40B4-BE49-F238E27FC236}">
                <a16:creationId xmlns:a16="http://schemas.microsoft.com/office/drawing/2014/main" id="{6E97F283-D315-43F0-B758-800B89AB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564" y="940270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2" name="G0003_scale_sequence___A__0066__poly">
            <a:extLst xmlns:a="http://schemas.openxmlformats.org/drawingml/2006/main">
              <a:ext uri="{FF2B5EF4-FFF2-40B4-BE49-F238E27FC236}">
                <a16:creationId xmlns:a16="http://schemas.microsoft.com/office/drawing/2014/main" id="{829DD531-2069-4611-B330-5CEB5B6A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952012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3" name="G0003_scale_sequence___A__0067__poly">
            <a:extLst xmlns:a="http://schemas.openxmlformats.org/drawingml/2006/main">
              <a:ext uri="{FF2B5EF4-FFF2-40B4-BE49-F238E27FC236}">
                <a16:creationId xmlns:a16="http://schemas.microsoft.com/office/drawing/2014/main" id="{A9886D69-6FD1-4DED-902E-B6869765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369" y="957884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4" name="G0003_scale_sequence___A__0068__poly">
            <a:extLst xmlns:a="http://schemas.openxmlformats.org/drawingml/2006/main">
              <a:ext uri="{FF2B5EF4-FFF2-40B4-BE49-F238E27FC236}">
                <a16:creationId xmlns:a16="http://schemas.microsoft.com/office/drawing/2014/main" id="{D98C5FA6-CBBD-4D89-9B89-D6C835E9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419" y="963755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5" name="G0003_scale_sequence___A__0069__poly">
            <a:extLst xmlns:a="http://schemas.openxmlformats.org/drawingml/2006/main">
              <a:ext uri="{FF2B5EF4-FFF2-40B4-BE49-F238E27FC236}">
                <a16:creationId xmlns:a16="http://schemas.microsoft.com/office/drawing/2014/main" id="{A97DEF51-9E37-4E34-A20E-B78C1110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564" y="969626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6" name="G0003_scale_sequence___A__0070__poly">
            <a:extLst xmlns:a="http://schemas.openxmlformats.org/drawingml/2006/main">
              <a:ext uri="{FF2B5EF4-FFF2-40B4-BE49-F238E27FC236}">
                <a16:creationId xmlns:a16="http://schemas.microsoft.com/office/drawing/2014/main" id="{69840175-338D-4AB3-845E-8F91CD8F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981281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7" name="G0003_scale_sequence___A__0071__poly">
            <a:extLst xmlns:a="http://schemas.openxmlformats.org/drawingml/2006/main">
              <a:ext uri="{FF2B5EF4-FFF2-40B4-BE49-F238E27FC236}">
                <a16:creationId xmlns:a16="http://schemas.microsoft.com/office/drawing/2014/main" id="{A24A71B9-31B6-4F8E-8F01-9859CF85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369" y="987152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8" name="G0003_scale_sequence___A__0072__poly">
            <a:extLst xmlns:a="http://schemas.openxmlformats.org/drawingml/2006/main">
              <a:ext uri="{FF2B5EF4-FFF2-40B4-BE49-F238E27FC236}">
                <a16:creationId xmlns:a16="http://schemas.microsoft.com/office/drawing/2014/main" id="{D451A27E-769B-45CB-AFB9-C76F8FAA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419" y="993023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9" name="G0003_scale_sequence___A__0073__poly">
            <a:extLst xmlns:a="http://schemas.openxmlformats.org/drawingml/2006/main">
              <a:ext uri="{FF2B5EF4-FFF2-40B4-BE49-F238E27FC236}">
                <a16:creationId xmlns:a16="http://schemas.microsoft.com/office/drawing/2014/main" id="{C23EBFA5-9A97-4A12-911F-21F11C5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564" y="998894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0" name="G0003_scale_sequence___A__0077__poly">
            <a:extLst xmlns:a="http://schemas.openxmlformats.org/drawingml/2006/main">
              <a:ext uri="{FF2B5EF4-FFF2-40B4-BE49-F238E27FC236}">
                <a16:creationId xmlns:a16="http://schemas.microsoft.com/office/drawing/2014/main" id="{8FDFEB2D-9A0B-4534-B150-926567AF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31258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1" name="G0003_scale_sequence___A__0078__poly">
            <a:extLst xmlns:a="http://schemas.openxmlformats.org/drawingml/2006/main">
              <a:ext uri="{FF2B5EF4-FFF2-40B4-BE49-F238E27FC236}">
                <a16:creationId xmlns:a16="http://schemas.microsoft.com/office/drawing/2014/main" id="{D688D209-55BB-4EC4-B186-969BF0B3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83677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2" name="G0003_scale_sequence___A__0079__poly">
            <a:extLst xmlns:a="http://schemas.openxmlformats.org/drawingml/2006/main">
              <a:ext uri="{FF2B5EF4-FFF2-40B4-BE49-F238E27FC236}">
                <a16:creationId xmlns:a16="http://schemas.microsoft.com/office/drawing/2014/main" id="{FD0A6A3C-414C-485D-AE9F-B031FC3B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84230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3" name="G0003_scale_sequence___A__0080__poly">
            <a:extLst xmlns:a="http://schemas.openxmlformats.org/drawingml/2006/main">
              <a:ext uri="{FF2B5EF4-FFF2-40B4-BE49-F238E27FC236}">
                <a16:creationId xmlns:a16="http://schemas.microsoft.com/office/drawing/2014/main" id="{FE5E7B87-FCB8-4636-BB03-A204FDA3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84782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4" name="G0003_scale_sequence___A__0081__poly">
            <a:extLst xmlns:a="http://schemas.openxmlformats.org/drawingml/2006/main">
              <a:ext uri="{FF2B5EF4-FFF2-40B4-BE49-F238E27FC236}">
                <a16:creationId xmlns:a16="http://schemas.microsoft.com/office/drawing/2014/main" id="{CF16BF7C-D9FC-4802-9678-FE594185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853341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5" name="G0003_scale_sequence___A__0082__poly">
            <a:extLst xmlns:a="http://schemas.openxmlformats.org/drawingml/2006/main">
              <a:ext uri="{FF2B5EF4-FFF2-40B4-BE49-F238E27FC236}">
                <a16:creationId xmlns:a16="http://schemas.microsoft.com/office/drawing/2014/main" id="{13EBDE14-4921-4E97-AE77-3A3F9151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85886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6" name="G0003_scale_sequence___A__0083__poly">
            <a:extLst xmlns:a="http://schemas.openxmlformats.org/drawingml/2006/main">
              <a:ext uri="{FF2B5EF4-FFF2-40B4-BE49-F238E27FC236}">
                <a16:creationId xmlns:a16="http://schemas.microsoft.com/office/drawing/2014/main" id="{CE7D6282-D417-4DAB-BB5D-D75AB2E7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86438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7" name="G0003_scale_sequence___A__0084__poly">
            <a:extLst xmlns:a="http://schemas.openxmlformats.org/drawingml/2006/main">
              <a:ext uri="{FF2B5EF4-FFF2-40B4-BE49-F238E27FC236}">
                <a16:creationId xmlns:a16="http://schemas.microsoft.com/office/drawing/2014/main" id="{10291B46-2C27-4E6C-8206-3F8CDFFA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86990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8" name="G0003_scale_sequence___A__0085__poly">
            <a:extLst xmlns:a="http://schemas.openxmlformats.org/drawingml/2006/main">
              <a:ext uri="{FF2B5EF4-FFF2-40B4-BE49-F238E27FC236}">
                <a16:creationId xmlns:a16="http://schemas.microsoft.com/office/drawing/2014/main" id="{DDF5752B-FEB2-41E2-B72E-4C9C65A8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5886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9" name="G0003_scale_sequence___A__0086__poly">
            <a:extLst xmlns:a="http://schemas.openxmlformats.org/drawingml/2006/main">
              <a:ext uri="{FF2B5EF4-FFF2-40B4-BE49-F238E27FC236}">
                <a16:creationId xmlns:a16="http://schemas.microsoft.com/office/drawing/2014/main" id="{DDFAD36F-849A-42DB-A099-D60CCA61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86438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0" name="G0003_scale_sequence___A__0087__poly">
            <a:extLst xmlns:a="http://schemas.openxmlformats.org/drawingml/2006/main">
              <a:ext uri="{FF2B5EF4-FFF2-40B4-BE49-F238E27FC236}">
                <a16:creationId xmlns:a16="http://schemas.microsoft.com/office/drawing/2014/main" id="{8692F92B-651C-442B-A8DD-790337D2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86990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1" name="G0003_scale_sequence___A__0088__poly">
            <a:extLst xmlns:a="http://schemas.openxmlformats.org/drawingml/2006/main">
              <a:ext uri="{FF2B5EF4-FFF2-40B4-BE49-F238E27FC236}">
                <a16:creationId xmlns:a16="http://schemas.microsoft.com/office/drawing/2014/main" id="{405E016D-81DA-4276-A00E-B053319F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87542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2" name="G0003_scale_sequence___A__0089__poly">
            <a:extLst xmlns:a="http://schemas.openxmlformats.org/drawingml/2006/main">
              <a:ext uri="{FF2B5EF4-FFF2-40B4-BE49-F238E27FC236}">
                <a16:creationId xmlns:a16="http://schemas.microsoft.com/office/drawing/2014/main" id="{1DF6117A-A7C3-4090-A8CE-8AF69B0E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88094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3" name="G0003_scale_sequence___A__0090__poly">
            <a:extLst xmlns:a="http://schemas.openxmlformats.org/drawingml/2006/main">
              <a:ext uri="{FF2B5EF4-FFF2-40B4-BE49-F238E27FC236}">
                <a16:creationId xmlns:a16="http://schemas.microsoft.com/office/drawing/2014/main" id="{8413A7D0-C98C-4BE9-97CA-A5D4070D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88646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4" name="G0003_scale_sequence___A__0091__poly">
            <a:extLst xmlns:a="http://schemas.openxmlformats.org/drawingml/2006/main">
              <a:ext uri="{FF2B5EF4-FFF2-40B4-BE49-F238E27FC236}">
                <a16:creationId xmlns:a16="http://schemas.microsoft.com/office/drawing/2014/main" id="{1B7A486E-D10F-4DD0-86E8-7F2D47D6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89198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5" name="G0003_scale_sequence___A__0092__poly">
            <a:extLst xmlns:a="http://schemas.openxmlformats.org/drawingml/2006/main">
              <a:ext uri="{FF2B5EF4-FFF2-40B4-BE49-F238E27FC236}">
                <a16:creationId xmlns:a16="http://schemas.microsoft.com/office/drawing/2014/main" id="{7EB6A63E-E6F0-4CBC-A75A-EDE5F5D9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89750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6" name="G0003_scale_sequence___A__0093__poly">
            <a:extLst xmlns:a="http://schemas.openxmlformats.org/drawingml/2006/main">
              <a:ext uri="{FF2B5EF4-FFF2-40B4-BE49-F238E27FC236}">
                <a16:creationId xmlns:a16="http://schemas.microsoft.com/office/drawing/2014/main" id="{E49006B5-2BA6-4C65-8386-BE3616CC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8646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7" name="G0003_scale_sequence___A__0094__poly">
            <a:extLst xmlns:a="http://schemas.openxmlformats.org/drawingml/2006/main">
              <a:ext uri="{FF2B5EF4-FFF2-40B4-BE49-F238E27FC236}">
                <a16:creationId xmlns:a16="http://schemas.microsoft.com/office/drawing/2014/main" id="{1192C328-AC47-4E64-AADB-A9B3BCB8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89198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8" name="G0003_scale_sequence___A__0095__poly">
            <a:extLst xmlns:a="http://schemas.openxmlformats.org/drawingml/2006/main">
              <a:ext uri="{FF2B5EF4-FFF2-40B4-BE49-F238E27FC236}">
                <a16:creationId xmlns:a16="http://schemas.microsoft.com/office/drawing/2014/main" id="{07E5EEE6-7CD5-441A-9356-A7008766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89750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9" name="G0003_scale_sequence___A__0096__poly">
            <a:extLst xmlns:a="http://schemas.openxmlformats.org/drawingml/2006/main">
              <a:ext uri="{FF2B5EF4-FFF2-40B4-BE49-F238E27FC236}">
                <a16:creationId xmlns:a16="http://schemas.microsoft.com/office/drawing/2014/main" id="{ED389C8C-12AE-43ED-B7DB-2411033A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903027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0" name="G0003_scale_sequence___A__0097__poly">
            <a:extLst xmlns:a="http://schemas.openxmlformats.org/drawingml/2006/main">
              <a:ext uri="{FF2B5EF4-FFF2-40B4-BE49-F238E27FC236}">
                <a16:creationId xmlns:a16="http://schemas.microsoft.com/office/drawing/2014/main" id="{A49F8649-A3AC-417A-A191-A2CF4966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908548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1" name="G0003_scale_sequence___A__0098__poly">
            <a:extLst xmlns:a="http://schemas.openxmlformats.org/drawingml/2006/main">
              <a:ext uri="{FF2B5EF4-FFF2-40B4-BE49-F238E27FC236}">
                <a16:creationId xmlns:a16="http://schemas.microsoft.com/office/drawing/2014/main" id="{E557DADE-D2FA-4285-88DE-E922B6D2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91406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2" name="G0003_scale_sequence___A__0099__poly">
            <a:extLst xmlns:a="http://schemas.openxmlformats.org/drawingml/2006/main">
              <a:ext uri="{FF2B5EF4-FFF2-40B4-BE49-F238E27FC236}">
                <a16:creationId xmlns:a16="http://schemas.microsoft.com/office/drawing/2014/main" id="{B1570454-6136-4423-B496-8367BFBE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91958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3" name="G0003_scale_sequence___A__0100__poly">
            <a:extLst xmlns:a="http://schemas.openxmlformats.org/drawingml/2006/main">
              <a:ext uri="{FF2B5EF4-FFF2-40B4-BE49-F238E27FC236}">
                <a16:creationId xmlns:a16="http://schemas.microsoft.com/office/drawing/2014/main" id="{0FAFE458-807F-4BB6-8C8D-D4D621C0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92511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4" name="G0003_scale_sequence___A__0101__poly">
            <a:extLst xmlns:a="http://schemas.openxmlformats.org/drawingml/2006/main">
              <a:ext uri="{FF2B5EF4-FFF2-40B4-BE49-F238E27FC236}">
                <a16:creationId xmlns:a16="http://schemas.microsoft.com/office/drawing/2014/main" id="{CC8D9DDC-4658-4D6E-A5D1-2E1F5E3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91406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5" name="G0003_scale_sequence___A__0102__poly">
            <a:extLst xmlns:a="http://schemas.openxmlformats.org/drawingml/2006/main">
              <a:ext uri="{FF2B5EF4-FFF2-40B4-BE49-F238E27FC236}">
                <a16:creationId xmlns:a16="http://schemas.microsoft.com/office/drawing/2014/main" id="{D7C7EE1B-5D54-4C57-8442-BDEA7095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91958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6" name="G0003_scale_sequence___A__0103__poly">
            <a:extLst xmlns:a="http://schemas.openxmlformats.org/drawingml/2006/main">
              <a:ext uri="{FF2B5EF4-FFF2-40B4-BE49-F238E27FC236}">
                <a16:creationId xmlns:a16="http://schemas.microsoft.com/office/drawing/2014/main" id="{4BD0C1A4-6F1C-4A8D-9B69-69CA6A79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92511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7" name="G0003_scale_sequence___A__0104__poly">
            <a:extLst xmlns:a="http://schemas.openxmlformats.org/drawingml/2006/main">
              <a:ext uri="{FF2B5EF4-FFF2-40B4-BE49-F238E27FC236}">
                <a16:creationId xmlns:a16="http://schemas.microsoft.com/office/drawing/2014/main" id="{58142B72-6B35-401E-9E6B-627DCA92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930631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8" name="G0003_scale_sequence___A__0105__poly">
            <a:extLst xmlns:a="http://schemas.openxmlformats.org/drawingml/2006/main">
              <a:ext uri="{FF2B5EF4-FFF2-40B4-BE49-F238E27FC236}">
                <a16:creationId xmlns:a16="http://schemas.microsoft.com/office/drawing/2014/main" id="{8DF446AD-53B4-42D9-9848-AC07876E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936151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9" name="G0003_scale_sequence___A__0106__poly">
            <a:extLst xmlns:a="http://schemas.openxmlformats.org/drawingml/2006/main">
              <a:ext uri="{FF2B5EF4-FFF2-40B4-BE49-F238E27FC236}">
                <a16:creationId xmlns:a16="http://schemas.microsoft.com/office/drawing/2014/main" id="{2AC2123E-0F34-46F1-BCFC-5C85FC6F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94167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0" name="G0003_scale_sequence___A__0107__poly">
            <a:extLst xmlns:a="http://schemas.openxmlformats.org/drawingml/2006/main">
              <a:ext uri="{FF2B5EF4-FFF2-40B4-BE49-F238E27FC236}">
                <a16:creationId xmlns:a16="http://schemas.microsoft.com/office/drawing/2014/main" id="{9589168D-5111-4718-BF4A-8C255D0F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94719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1" name="G0003_scale_sequence___A__0108__poly">
            <a:extLst xmlns:a="http://schemas.openxmlformats.org/drawingml/2006/main">
              <a:ext uri="{FF2B5EF4-FFF2-40B4-BE49-F238E27FC236}">
                <a16:creationId xmlns:a16="http://schemas.microsoft.com/office/drawing/2014/main" id="{E3EF00FE-0CA8-49DC-85A1-03DC57B3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95271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2" name="G0003_scale_sequence___A__0109__poly">
            <a:extLst xmlns:a="http://schemas.openxmlformats.org/drawingml/2006/main">
              <a:ext uri="{FF2B5EF4-FFF2-40B4-BE49-F238E27FC236}">
                <a16:creationId xmlns:a16="http://schemas.microsoft.com/office/drawing/2014/main" id="{1E18CEA7-E625-4453-A251-5F722854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94167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3" name="G0003_scale_sequence___A__0110__poly">
            <a:extLst xmlns:a="http://schemas.openxmlformats.org/drawingml/2006/main">
              <a:ext uri="{FF2B5EF4-FFF2-40B4-BE49-F238E27FC236}">
                <a16:creationId xmlns:a16="http://schemas.microsoft.com/office/drawing/2014/main" id="{2780360F-4919-4507-A320-46E026BF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94719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4" name="G0003_scale_sequence___A__0111__poly">
            <a:extLst xmlns:a="http://schemas.openxmlformats.org/drawingml/2006/main">
              <a:ext uri="{FF2B5EF4-FFF2-40B4-BE49-F238E27FC236}">
                <a16:creationId xmlns:a16="http://schemas.microsoft.com/office/drawing/2014/main" id="{3A519435-EB2F-4B13-BB37-88981ACB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95271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5" name="G0003_scale_sequence___A__0112__poly">
            <a:extLst xmlns:a="http://schemas.openxmlformats.org/drawingml/2006/main">
              <a:ext uri="{FF2B5EF4-FFF2-40B4-BE49-F238E27FC236}">
                <a16:creationId xmlns:a16="http://schemas.microsoft.com/office/drawing/2014/main" id="{7BEECEEA-FF44-4994-8B68-69962DA9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95823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6" name="G0003_scale_sequence___A__0113__poly">
            <a:extLst xmlns:a="http://schemas.openxmlformats.org/drawingml/2006/main">
              <a:ext uri="{FF2B5EF4-FFF2-40B4-BE49-F238E27FC236}">
                <a16:creationId xmlns:a16="http://schemas.microsoft.com/office/drawing/2014/main" id="{B269D0B9-4C5C-40B0-B1B4-F562FD37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96375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7" name="G0003_scale_sequence___A__0114__poly">
            <a:extLst xmlns:a="http://schemas.openxmlformats.org/drawingml/2006/main">
              <a:ext uri="{FF2B5EF4-FFF2-40B4-BE49-F238E27FC236}">
                <a16:creationId xmlns:a16="http://schemas.microsoft.com/office/drawing/2014/main" id="{0E47DD66-D449-46D7-8277-2F681BE0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96927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8" name="G0003_scale_sequence___A__0115__poly">
            <a:extLst xmlns:a="http://schemas.openxmlformats.org/drawingml/2006/main">
              <a:ext uri="{FF2B5EF4-FFF2-40B4-BE49-F238E27FC236}">
                <a16:creationId xmlns:a16="http://schemas.microsoft.com/office/drawing/2014/main" id="{227F3331-4F95-4A97-AE00-185A2B2F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97479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9" name="G0003_scale_sequence___A__0116__poly">
            <a:extLst xmlns:a="http://schemas.openxmlformats.org/drawingml/2006/main">
              <a:ext uri="{FF2B5EF4-FFF2-40B4-BE49-F238E27FC236}">
                <a16:creationId xmlns:a16="http://schemas.microsoft.com/office/drawing/2014/main" id="{C5E239D5-8D31-47E4-97E4-FB9F361E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980317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0" name="G0003_scale_sequence___A__0117__poly">
            <a:extLst xmlns:a="http://schemas.openxmlformats.org/drawingml/2006/main">
              <a:ext uri="{FF2B5EF4-FFF2-40B4-BE49-F238E27FC236}">
                <a16:creationId xmlns:a16="http://schemas.microsoft.com/office/drawing/2014/main" id="{84554DBF-A4B9-466C-9883-A52536E6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96927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1" name="G0003_scale_sequence___A__0118__poly">
            <a:extLst xmlns:a="http://schemas.openxmlformats.org/drawingml/2006/main">
              <a:ext uri="{FF2B5EF4-FFF2-40B4-BE49-F238E27FC236}">
                <a16:creationId xmlns:a16="http://schemas.microsoft.com/office/drawing/2014/main" id="{704EF75F-CE7E-4687-A5D6-4758A42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97479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2" name="G0003_scale_sequence___A__0119__poly">
            <a:extLst xmlns:a="http://schemas.openxmlformats.org/drawingml/2006/main">
              <a:ext uri="{FF2B5EF4-FFF2-40B4-BE49-F238E27FC236}">
                <a16:creationId xmlns:a16="http://schemas.microsoft.com/office/drawing/2014/main" id="{CDB9C248-1E8F-4852-B87D-6CBBF6C6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980317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3" name="G0003_scale_sequence___A__0120__poly">
            <a:extLst xmlns:a="http://schemas.openxmlformats.org/drawingml/2006/main">
              <a:ext uri="{FF2B5EF4-FFF2-40B4-BE49-F238E27FC236}">
                <a16:creationId xmlns:a16="http://schemas.microsoft.com/office/drawing/2014/main" id="{FB96AAED-8752-4DA3-827D-10FA9CB5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985838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4" name="G0003_scale_sequence___A__0121__poly">
            <a:extLst xmlns:a="http://schemas.openxmlformats.org/drawingml/2006/main">
              <a:ext uri="{FF2B5EF4-FFF2-40B4-BE49-F238E27FC236}">
                <a16:creationId xmlns:a16="http://schemas.microsoft.com/office/drawing/2014/main" id="{E1385760-228C-400B-A7EE-0A8CD3EC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991358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5" name="G0003_scale_sequence___A__0122__poly">
            <a:extLst xmlns:a="http://schemas.openxmlformats.org/drawingml/2006/main">
              <a:ext uri="{FF2B5EF4-FFF2-40B4-BE49-F238E27FC236}">
                <a16:creationId xmlns:a16="http://schemas.microsoft.com/office/drawing/2014/main" id="{7E7AA40B-6E8F-4A8A-8DD0-567EEA13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99687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6" name="G0003_scale_sequence___A__0123__poly">
            <a:extLst xmlns:a="http://schemas.openxmlformats.org/drawingml/2006/main">
              <a:ext uri="{FF2B5EF4-FFF2-40B4-BE49-F238E27FC236}">
                <a16:creationId xmlns:a16="http://schemas.microsoft.com/office/drawing/2014/main" id="{892A30E0-B9CB-434B-8591-C918D0E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100240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7" name="G0003_scale_sequence___A__0124__poly">
            <a:extLst xmlns:a="http://schemas.openxmlformats.org/drawingml/2006/main">
              <a:ext uri="{FF2B5EF4-FFF2-40B4-BE49-F238E27FC236}">
                <a16:creationId xmlns:a16="http://schemas.microsoft.com/office/drawing/2014/main" id="{E2C6128D-93C9-46F0-9F1A-D523B2F5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100792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8" name="G0003_scale_sequence___A__0125__poly">
            <a:extLst xmlns:a="http://schemas.openxmlformats.org/drawingml/2006/main">
              <a:ext uri="{FF2B5EF4-FFF2-40B4-BE49-F238E27FC236}">
                <a16:creationId xmlns:a16="http://schemas.microsoft.com/office/drawing/2014/main" id="{46508603-2D2E-42EA-AB2A-54AF6E2D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99687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9" name="G0003_scale_sequence___A__0126__poly">
            <a:extLst xmlns:a="http://schemas.openxmlformats.org/drawingml/2006/main">
              <a:ext uri="{FF2B5EF4-FFF2-40B4-BE49-F238E27FC236}">
                <a16:creationId xmlns:a16="http://schemas.microsoft.com/office/drawing/2014/main" id="{93748030-20B0-4CD3-8CE6-330FE8F6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100240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0" name="G0003_scale_sequence___A__0127__poly">
            <a:extLst xmlns:a="http://schemas.openxmlformats.org/drawingml/2006/main">
              <a:ext uri="{FF2B5EF4-FFF2-40B4-BE49-F238E27FC236}">
                <a16:creationId xmlns:a16="http://schemas.microsoft.com/office/drawing/2014/main" id="{9E654486-1AD3-4DF5-B463-AEA997E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100792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1" name="G0003_scale_sequence___A__0128__poly">
            <a:extLst xmlns:a="http://schemas.openxmlformats.org/drawingml/2006/main">
              <a:ext uri="{FF2B5EF4-FFF2-40B4-BE49-F238E27FC236}">
                <a16:creationId xmlns:a16="http://schemas.microsoft.com/office/drawing/2014/main" id="{EDB1E86D-C027-4605-A199-0169B68B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1013441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2" name="G0003_scale_sequence___A__0129__poly">
            <a:extLst xmlns:a="http://schemas.openxmlformats.org/drawingml/2006/main">
              <a:ext uri="{FF2B5EF4-FFF2-40B4-BE49-F238E27FC236}">
                <a16:creationId xmlns:a16="http://schemas.microsoft.com/office/drawing/2014/main" id="{D6E4D1DC-3A54-4E89-A576-9004CA8B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101896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3" name="G0003_scale_sequence___A__0130__poly">
            <a:extLst xmlns:a="http://schemas.openxmlformats.org/drawingml/2006/main">
              <a:ext uri="{FF2B5EF4-FFF2-40B4-BE49-F238E27FC236}">
                <a16:creationId xmlns:a16="http://schemas.microsoft.com/office/drawing/2014/main" id="{ACBAE60F-DF95-4D24-A5E1-348B9770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102448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4" name="G0003_scale_sequence___A__0131__poly">
            <a:extLst xmlns:a="http://schemas.openxmlformats.org/drawingml/2006/main">
              <a:ext uri="{FF2B5EF4-FFF2-40B4-BE49-F238E27FC236}">
                <a16:creationId xmlns:a16="http://schemas.microsoft.com/office/drawing/2014/main" id="{60CD39B3-AEB4-4B84-86D1-E231B2E7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103000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5" name="G0003_scale_sequence___A__0132__poly">
            <a:extLst xmlns:a="http://schemas.openxmlformats.org/drawingml/2006/main">
              <a:ext uri="{FF2B5EF4-FFF2-40B4-BE49-F238E27FC236}">
                <a16:creationId xmlns:a16="http://schemas.microsoft.com/office/drawing/2014/main" id="{7A403669-F2B9-454C-A595-A0ED6FF6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103552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6" name="G0003_scale_sequence___A__0133__poly">
            <a:extLst xmlns:a="http://schemas.openxmlformats.org/drawingml/2006/main">
              <a:ext uri="{FF2B5EF4-FFF2-40B4-BE49-F238E27FC236}">
                <a16:creationId xmlns:a16="http://schemas.microsoft.com/office/drawing/2014/main" id="{033B81CC-BE4D-417B-911A-9849ED2A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102448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7" name="G0003_scale_sequence___A__0134__poly">
            <a:extLst xmlns:a="http://schemas.openxmlformats.org/drawingml/2006/main">
              <a:ext uri="{FF2B5EF4-FFF2-40B4-BE49-F238E27FC236}">
                <a16:creationId xmlns:a16="http://schemas.microsoft.com/office/drawing/2014/main" id="{6722AC21-A4B6-438A-8C2E-04248384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103000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8" name="G0003_scale_sequence___A__0135__poly">
            <a:extLst xmlns:a="http://schemas.openxmlformats.org/drawingml/2006/main">
              <a:ext uri="{FF2B5EF4-FFF2-40B4-BE49-F238E27FC236}">
                <a16:creationId xmlns:a16="http://schemas.microsoft.com/office/drawing/2014/main" id="{7736CFB4-D942-4631-AC2C-B5B414EA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103552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9" name="G0003_scale_sequence___A__0136__poly">
            <a:extLst xmlns:a="http://schemas.openxmlformats.org/drawingml/2006/main">
              <a:ext uri="{FF2B5EF4-FFF2-40B4-BE49-F238E27FC236}">
                <a16:creationId xmlns:a16="http://schemas.microsoft.com/office/drawing/2014/main" id="{D7D292F3-5306-4886-83BD-44A146A3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104104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0" name="G0003_scale_sequence___A__0137__poly">
            <a:extLst xmlns:a="http://schemas.openxmlformats.org/drawingml/2006/main">
              <a:ext uri="{FF2B5EF4-FFF2-40B4-BE49-F238E27FC236}">
                <a16:creationId xmlns:a16="http://schemas.microsoft.com/office/drawing/2014/main" id="{4DF83A50-8680-487E-AFA8-CEA7A951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104656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1" name="G0003_scale_sequence___A__0138__poly">
            <a:extLst xmlns:a="http://schemas.openxmlformats.org/drawingml/2006/main">
              <a:ext uri="{FF2B5EF4-FFF2-40B4-BE49-F238E27FC236}">
                <a16:creationId xmlns:a16="http://schemas.microsoft.com/office/drawing/2014/main" id="{D33E7133-412A-4C08-9230-9D9006B8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105208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2" name="G0003_scale_sequence___A__0139__poly">
            <a:extLst xmlns:a="http://schemas.openxmlformats.org/drawingml/2006/main">
              <a:ext uri="{FF2B5EF4-FFF2-40B4-BE49-F238E27FC236}">
                <a16:creationId xmlns:a16="http://schemas.microsoft.com/office/drawing/2014/main" id="{812BA230-4D7B-4255-BAA3-2AC7D633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105760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3" name="G0003_scale_sequence___A__0140__poly">
            <a:extLst xmlns:a="http://schemas.openxmlformats.org/drawingml/2006/main">
              <a:ext uri="{FF2B5EF4-FFF2-40B4-BE49-F238E27FC236}">
                <a16:creationId xmlns:a16="http://schemas.microsoft.com/office/drawing/2014/main" id="{31E6CA14-6828-4FB9-B409-5F7318DF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1063127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4" name="G0003_scale_sequence___A__0144__poly">
            <a:extLst xmlns:a="http://schemas.openxmlformats.org/drawingml/2006/main">
              <a:ext uri="{FF2B5EF4-FFF2-40B4-BE49-F238E27FC236}">
                <a16:creationId xmlns:a16="http://schemas.microsoft.com/office/drawing/2014/main" id="{BCD1B27D-F7B4-435B-83E1-B1C02737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75291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5" name="G0003_scale_sequence___A__0145__poly">
            <a:extLst xmlns:a="http://schemas.openxmlformats.org/drawingml/2006/main">
              <a:ext uri="{FF2B5EF4-FFF2-40B4-BE49-F238E27FC236}">
                <a16:creationId xmlns:a16="http://schemas.microsoft.com/office/drawing/2014/main" id="{C119633E-55C0-49CB-B4BD-0A4D7384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75992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6" name="G0003_scale_sequence___A__0146__poly">
            <a:extLst xmlns:a="http://schemas.openxmlformats.org/drawingml/2006/main">
              <a:ext uri="{FF2B5EF4-FFF2-40B4-BE49-F238E27FC236}">
                <a16:creationId xmlns:a16="http://schemas.microsoft.com/office/drawing/2014/main" id="{6C78FFD4-EECE-462D-8F35-DB29F8BC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766938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7" name="G0003_scale_sequence___A__0147__poly">
            <a:extLst xmlns:a="http://schemas.openxmlformats.org/drawingml/2006/main">
              <a:ext uri="{FF2B5EF4-FFF2-40B4-BE49-F238E27FC236}">
                <a16:creationId xmlns:a16="http://schemas.microsoft.com/office/drawing/2014/main" id="{62A9AC45-B1E6-41CD-9403-58660C60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7740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8" name="G0003_scale_sequence___A__0148__poly">
            <a:extLst xmlns:a="http://schemas.openxmlformats.org/drawingml/2006/main">
              <a:ext uri="{FF2B5EF4-FFF2-40B4-BE49-F238E27FC236}">
                <a16:creationId xmlns:a16="http://schemas.microsoft.com/office/drawing/2014/main" id="{97B63BA1-94D8-4C53-A4A6-17155D2E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7810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9" name="G0003_scale_sequence___A__0149__poly">
            <a:extLst xmlns:a="http://schemas.openxmlformats.org/drawingml/2006/main">
              <a:ext uri="{FF2B5EF4-FFF2-40B4-BE49-F238E27FC236}">
                <a16:creationId xmlns:a16="http://schemas.microsoft.com/office/drawing/2014/main" id="{92DA882E-3187-4F31-B941-1889DD2F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78805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0" name="G0003_scale_sequence___A__0150__poly">
            <a:extLst xmlns:a="http://schemas.openxmlformats.org/drawingml/2006/main">
              <a:ext uri="{FF2B5EF4-FFF2-40B4-BE49-F238E27FC236}">
                <a16:creationId xmlns:a16="http://schemas.microsoft.com/office/drawing/2014/main" id="{DB813386-3484-4869-A213-8B037681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79506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1" name="G0003_scale_sequence___A__0151__poly">
            <a:extLst xmlns:a="http://schemas.openxmlformats.org/drawingml/2006/main">
              <a:ext uri="{FF2B5EF4-FFF2-40B4-BE49-F238E27FC236}">
                <a16:creationId xmlns:a16="http://schemas.microsoft.com/office/drawing/2014/main" id="{675E74FE-69BA-45A4-A8EE-2EBA38DC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80207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2" name="G0003_scale_sequence___A__0152__poly">
            <a:extLst xmlns:a="http://schemas.openxmlformats.org/drawingml/2006/main">
              <a:ext uri="{FF2B5EF4-FFF2-40B4-BE49-F238E27FC236}">
                <a16:creationId xmlns:a16="http://schemas.microsoft.com/office/drawing/2014/main" id="{469FDD7A-D7F6-4B5A-9680-98F21EF2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80917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3" name="G0003_scale_sequence___A__0153__poly">
            <a:extLst xmlns:a="http://schemas.openxmlformats.org/drawingml/2006/main">
              <a:ext uri="{FF2B5EF4-FFF2-40B4-BE49-F238E27FC236}">
                <a16:creationId xmlns:a16="http://schemas.microsoft.com/office/drawing/2014/main" id="{DD87FB93-DD2E-4F4B-86D8-608BA63D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8161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4" name="G0003_scale_sequence___A__0154__poly">
            <a:extLst xmlns:a="http://schemas.openxmlformats.org/drawingml/2006/main">
              <a:ext uri="{FF2B5EF4-FFF2-40B4-BE49-F238E27FC236}">
                <a16:creationId xmlns:a16="http://schemas.microsoft.com/office/drawing/2014/main" id="{5EAC630C-FBF0-4903-B9EA-39013606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78805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5" name="G0003_scale_sequence___A__0155__poly">
            <a:extLst xmlns:a="http://schemas.openxmlformats.org/drawingml/2006/main">
              <a:ext uri="{FF2B5EF4-FFF2-40B4-BE49-F238E27FC236}">
                <a16:creationId xmlns:a16="http://schemas.microsoft.com/office/drawing/2014/main" id="{1E04F863-1B1B-441E-B784-BB638391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79506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6" name="G0003_scale_sequence___A__0156__poly">
            <a:extLst xmlns:a="http://schemas.openxmlformats.org/drawingml/2006/main">
              <a:ext uri="{FF2B5EF4-FFF2-40B4-BE49-F238E27FC236}">
                <a16:creationId xmlns:a16="http://schemas.microsoft.com/office/drawing/2014/main" id="{831D71D7-CEDC-4B96-8640-2DBAFE00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80207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7" name="G0003_scale_sequence___A__0157__poly">
            <a:extLst xmlns:a="http://schemas.openxmlformats.org/drawingml/2006/main">
              <a:ext uri="{FF2B5EF4-FFF2-40B4-BE49-F238E27FC236}">
                <a16:creationId xmlns:a16="http://schemas.microsoft.com/office/drawing/2014/main" id="{E2399BD3-FB71-4535-8498-F40A3CC8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80917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8" name="G0003_scale_sequence___A__0158__poly">
            <a:extLst xmlns:a="http://schemas.openxmlformats.org/drawingml/2006/main">
              <a:ext uri="{FF2B5EF4-FFF2-40B4-BE49-F238E27FC236}">
                <a16:creationId xmlns:a16="http://schemas.microsoft.com/office/drawing/2014/main" id="{DC81BC7F-321A-4C13-A22F-4DC9CBB1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8161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9" name="G0003_scale_sequence___A__0159__poly">
            <a:extLst xmlns:a="http://schemas.openxmlformats.org/drawingml/2006/main">
              <a:ext uri="{FF2B5EF4-FFF2-40B4-BE49-F238E27FC236}">
                <a16:creationId xmlns:a16="http://schemas.microsoft.com/office/drawing/2014/main" id="{97B67319-3680-4A15-B173-A9A4E93C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82319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0" name="G0003_scale_sequence___A__0160__poly">
            <a:extLst xmlns:a="http://schemas.openxmlformats.org/drawingml/2006/main">
              <a:ext uri="{FF2B5EF4-FFF2-40B4-BE49-F238E27FC236}">
                <a16:creationId xmlns:a16="http://schemas.microsoft.com/office/drawing/2014/main" id="{904BB2BB-09E7-4F5B-B767-E9B64E5E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83020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1" name="G0003_scale_sequence___A__0161__poly">
            <a:extLst xmlns:a="http://schemas.openxmlformats.org/drawingml/2006/main">
              <a:ext uri="{FF2B5EF4-FFF2-40B4-BE49-F238E27FC236}">
                <a16:creationId xmlns:a16="http://schemas.microsoft.com/office/drawing/2014/main" id="{8B62ABB4-5280-4100-A9FB-25792B5F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83721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2" name="G0003_scale_sequence___A__0162__poly">
            <a:extLst xmlns:a="http://schemas.openxmlformats.org/drawingml/2006/main">
              <a:ext uri="{FF2B5EF4-FFF2-40B4-BE49-F238E27FC236}">
                <a16:creationId xmlns:a16="http://schemas.microsoft.com/office/drawing/2014/main" id="{09316AC3-7714-455D-9482-23461EC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84422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3" name="G0003_scale_sequence___A__0163__poly">
            <a:extLst xmlns:a="http://schemas.openxmlformats.org/drawingml/2006/main">
              <a:ext uri="{FF2B5EF4-FFF2-40B4-BE49-F238E27FC236}">
                <a16:creationId xmlns:a16="http://schemas.microsoft.com/office/drawing/2014/main" id="{B343E822-4F40-4B20-8F7B-D01263DC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85132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4" name="G0003_scale_sequence___A__0164__poly">
            <a:extLst xmlns:a="http://schemas.openxmlformats.org/drawingml/2006/main">
              <a:ext uri="{FF2B5EF4-FFF2-40B4-BE49-F238E27FC236}">
                <a16:creationId xmlns:a16="http://schemas.microsoft.com/office/drawing/2014/main" id="{B21F8829-AC67-43F1-A2FD-18F7B039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82319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5" name="G0003_scale_sequence___A__0165__poly">
            <a:extLst xmlns:a="http://schemas.openxmlformats.org/drawingml/2006/main">
              <a:ext uri="{FF2B5EF4-FFF2-40B4-BE49-F238E27FC236}">
                <a16:creationId xmlns:a16="http://schemas.microsoft.com/office/drawing/2014/main" id="{C8A7B736-1B46-47DD-BAAF-8E62BB9D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83020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6" name="G0003_scale_sequence___A__0166__poly">
            <a:extLst xmlns:a="http://schemas.openxmlformats.org/drawingml/2006/main">
              <a:ext uri="{FF2B5EF4-FFF2-40B4-BE49-F238E27FC236}">
                <a16:creationId xmlns:a16="http://schemas.microsoft.com/office/drawing/2014/main" id="{816E2706-4B4E-4AA0-AA85-DE0F451B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83721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7" name="G0003_scale_sequence___A__0167__poly">
            <a:extLst xmlns:a="http://schemas.openxmlformats.org/drawingml/2006/main">
              <a:ext uri="{FF2B5EF4-FFF2-40B4-BE49-F238E27FC236}">
                <a16:creationId xmlns:a16="http://schemas.microsoft.com/office/drawing/2014/main" id="{3C763CB7-0514-4E3E-B22B-2E117EE1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84422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8" name="G0003_scale_sequence___A__0168__poly">
            <a:extLst xmlns:a="http://schemas.openxmlformats.org/drawingml/2006/main">
              <a:ext uri="{FF2B5EF4-FFF2-40B4-BE49-F238E27FC236}">
                <a16:creationId xmlns:a16="http://schemas.microsoft.com/office/drawing/2014/main" id="{0338B10B-685B-480B-9A12-91A4E084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85132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9" name="G0003_scale_sequence___A__0169__poly">
            <a:extLst xmlns:a="http://schemas.openxmlformats.org/drawingml/2006/main">
              <a:ext uri="{FF2B5EF4-FFF2-40B4-BE49-F238E27FC236}">
                <a16:creationId xmlns:a16="http://schemas.microsoft.com/office/drawing/2014/main" id="{FCD7A6E0-6BD5-438B-8C92-E15D1BB7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8583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0" name="G0003_scale_sequence___A__0170__poly">
            <a:extLst xmlns:a="http://schemas.openxmlformats.org/drawingml/2006/main">
              <a:ext uri="{FF2B5EF4-FFF2-40B4-BE49-F238E27FC236}">
                <a16:creationId xmlns:a16="http://schemas.microsoft.com/office/drawing/2014/main" id="{9B012F38-6B97-4BEF-9FDB-A17562F8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8653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1" name="G0003_scale_sequence___A__0171__poly">
            <a:extLst xmlns:a="http://schemas.openxmlformats.org/drawingml/2006/main">
              <a:ext uri="{FF2B5EF4-FFF2-40B4-BE49-F238E27FC236}">
                <a16:creationId xmlns:a16="http://schemas.microsoft.com/office/drawing/2014/main" id="{2D852178-D9BE-418A-B84E-50486AD8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87235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2" name="G0003_scale_sequence___A__0172__poly">
            <a:extLst xmlns:a="http://schemas.openxmlformats.org/drawingml/2006/main">
              <a:ext uri="{FF2B5EF4-FFF2-40B4-BE49-F238E27FC236}">
                <a16:creationId xmlns:a16="http://schemas.microsoft.com/office/drawing/2014/main" id="{AF054F42-4F1C-41BC-8454-FA2F527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87936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3" name="G0003_scale_sequence___A__0173__poly">
            <a:extLst xmlns:a="http://schemas.openxmlformats.org/drawingml/2006/main">
              <a:ext uri="{FF2B5EF4-FFF2-40B4-BE49-F238E27FC236}">
                <a16:creationId xmlns:a16="http://schemas.microsoft.com/office/drawing/2014/main" id="{81FC57CF-E825-487B-90F8-44EB5C2E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8864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4" name="G0003_scale_sequence___A__0174__poly">
            <a:extLst xmlns:a="http://schemas.openxmlformats.org/drawingml/2006/main">
              <a:ext uri="{FF2B5EF4-FFF2-40B4-BE49-F238E27FC236}">
                <a16:creationId xmlns:a16="http://schemas.microsoft.com/office/drawing/2014/main" id="{FD408D2D-61BE-40B6-8ACE-30A844FF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8583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5" name="G0003_scale_sequence___A__0175__poly">
            <a:extLst xmlns:a="http://schemas.openxmlformats.org/drawingml/2006/main">
              <a:ext uri="{FF2B5EF4-FFF2-40B4-BE49-F238E27FC236}">
                <a16:creationId xmlns:a16="http://schemas.microsoft.com/office/drawing/2014/main" id="{58A4BD9F-0A99-4E46-BC36-36459FD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8653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6" name="G0003_scale_sequence___A__0176__poly">
            <a:extLst xmlns:a="http://schemas.openxmlformats.org/drawingml/2006/main">
              <a:ext uri="{FF2B5EF4-FFF2-40B4-BE49-F238E27FC236}">
                <a16:creationId xmlns:a16="http://schemas.microsoft.com/office/drawing/2014/main" id="{C3F3833D-8885-496E-8743-5BF14892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87235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7" name="G0003_scale_sequence___A__0177__poly">
            <a:extLst xmlns:a="http://schemas.openxmlformats.org/drawingml/2006/main">
              <a:ext uri="{FF2B5EF4-FFF2-40B4-BE49-F238E27FC236}">
                <a16:creationId xmlns:a16="http://schemas.microsoft.com/office/drawing/2014/main" id="{17B22142-68AA-46C6-B0B6-00BB59D4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87936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8" name="G0003_scale_sequence___A__0178__poly">
            <a:extLst xmlns:a="http://schemas.openxmlformats.org/drawingml/2006/main">
              <a:ext uri="{FF2B5EF4-FFF2-40B4-BE49-F238E27FC236}">
                <a16:creationId xmlns:a16="http://schemas.microsoft.com/office/drawing/2014/main" id="{BD3476BF-3BB5-4412-BDE9-7A375FCC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8864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9" name="G0003_scale_sequence___A__0179__poly">
            <a:extLst xmlns:a="http://schemas.openxmlformats.org/drawingml/2006/main">
              <a:ext uri="{FF2B5EF4-FFF2-40B4-BE49-F238E27FC236}">
                <a16:creationId xmlns:a16="http://schemas.microsoft.com/office/drawing/2014/main" id="{9FA10E78-9D44-4C1C-89AE-BFDA9F6C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89347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0" name="G0003_scale_sequence___A__0180__poly">
            <a:extLst xmlns:a="http://schemas.openxmlformats.org/drawingml/2006/main">
              <a:ext uri="{FF2B5EF4-FFF2-40B4-BE49-F238E27FC236}">
                <a16:creationId xmlns:a16="http://schemas.microsoft.com/office/drawing/2014/main" id="{7BC0BCD1-445D-4F69-94EF-08EB7DAD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9004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1" name="G0003_scale_sequence___A__0181__poly">
            <a:extLst xmlns:a="http://schemas.openxmlformats.org/drawingml/2006/main">
              <a:ext uri="{FF2B5EF4-FFF2-40B4-BE49-F238E27FC236}">
                <a16:creationId xmlns:a16="http://schemas.microsoft.com/office/drawing/2014/main" id="{A1F1DD4E-1766-4353-9D11-6C362630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90749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2" name="G0003_scale_sequence___A__0182__poly">
            <a:extLst xmlns:a="http://schemas.openxmlformats.org/drawingml/2006/main">
              <a:ext uri="{FF2B5EF4-FFF2-40B4-BE49-F238E27FC236}">
                <a16:creationId xmlns:a16="http://schemas.microsoft.com/office/drawing/2014/main" id="{8DE7E8F2-B7A2-4E50-965E-A17A0643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91450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3" name="G0003_scale_sequence___A__0183__poly">
            <a:extLst xmlns:a="http://schemas.openxmlformats.org/drawingml/2006/main">
              <a:ext uri="{FF2B5EF4-FFF2-40B4-BE49-F238E27FC236}">
                <a16:creationId xmlns:a16="http://schemas.microsoft.com/office/drawing/2014/main" id="{E4674C6B-9005-4887-BC3A-625518D8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9216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4" name="G0003_scale_sequence___A__0184__poly">
            <a:extLst xmlns:a="http://schemas.openxmlformats.org/drawingml/2006/main">
              <a:ext uri="{FF2B5EF4-FFF2-40B4-BE49-F238E27FC236}">
                <a16:creationId xmlns:a16="http://schemas.microsoft.com/office/drawing/2014/main" id="{49A3F835-04A7-411D-96A2-113EFF1C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89347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5" name="G0003_scale_sequence___A__0185__poly">
            <a:extLst xmlns:a="http://schemas.openxmlformats.org/drawingml/2006/main">
              <a:ext uri="{FF2B5EF4-FFF2-40B4-BE49-F238E27FC236}">
                <a16:creationId xmlns:a16="http://schemas.microsoft.com/office/drawing/2014/main" id="{0CED682D-4857-4686-A318-3A5A8BAD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9004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6" name="G0003_scale_sequence___A__0186__poly">
            <a:extLst xmlns:a="http://schemas.openxmlformats.org/drawingml/2006/main">
              <a:ext uri="{FF2B5EF4-FFF2-40B4-BE49-F238E27FC236}">
                <a16:creationId xmlns:a16="http://schemas.microsoft.com/office/drawing/2014/main" id="{8D57EB52-F19B-4C4F-A9FF-AA82A16F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90749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7" name="G0003_scale_sequence___A__0187__poly">
            <a:extLst xmlns:a="http://schemas.openxmlformats.org/drawingml/2006/main">
              <a:ext uri="{FF2B5EF4-FFF2-40B4-BE49-F238E27FC236}">
                <a16:creationId xmlns:a16="http://schemas.microsoft.com/office/drawing/2014/main" id="{C54B42A3-980D-4210-B82A-74015A2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91450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8" name="G0003_scale_sequence___A__0188__poly">
            <a:extLst xmlns:a="http://schemas.openxmlformats.org/drawingml/2006/main">
              <a:ext uri="{FF2B5EF4-FFF2-40B4-BE49-F238E27FC236}">
                <a16:creationId xmlns:a16="http://schemas.microsoft.com/office/drawing/2014/main" id="{0B155FA0-FE1F-4857-8C46-C5819162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9216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9" name="G0003_scale_sequence___A__0189__poly">
            <a:extLst xmlns:a="http://schemas.openxmlformats.org/drawingml/2006/main">
              <a:ext uri="{FF2B5EF4-FFF2-40B4-BE49-F238E27FC236}">
                <a16:creationId xmlns:a16="http://schemas.microsoft.com/office/drawing/2014/main" id="{9539F36E-81BA-49CB-8DD0-915A925C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9286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0" name="G0003_scale_sequence___A__0190__poly">
            <a:extLst xmlns:a="http://schemas.openxmlformats.org/drawingml/2006/main">
              <a:ext uri="{FF2B5EF4-FFF2-40B4-BE49-F238E27FC236}">
                <a16:creationId xmlns:a16="http://schemas.microsoft.com/office/drawing/2014/main" id="{0DD38164-3038-4C55-857B-EB9BB62A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93562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1" name="G0003_scale_sequence___A__0191__poly">
            <a:extLst xmlns:a="http://schemas.openxmlformats.org/drawingml/2006/main">
              <a:ext uri="{FF2B5EF4-FFF2-40B4-BE49-F238E27FC236}">
                <a16:creationId xmlns:a16="http://schemas.microsoft.com/office/drawing/2014/main" id="{78855C6E-F0B6-4EC6-A3B0-92311110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9426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2" name="G0003_scale_sequence___A__0192__poly">
            <a:extLst xmlns:a="http://schemas.openxmlformats.org/drawingml/2006/main">
              <a:ext uri="{FF2B5EF4-FFF2-40B4-BE49-F238E27FC236}">
                <a16:creationId xmlns:a16="http://schemas.microsoft.com/office/drawing/2014/main" id="{18ACDD02-809F-41D2-94F1-D61C4462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9496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3" name="G0003_scale_sequence___A__0193__poly">
            <a:extLst xmlns:a="http://schemas.openxmlformats.org/drawingml/2006/main">
              <a:ext uri="{FF2B5EF4-FFF2-40B4-BE49-F238E27FC236}">
                <a16:creationId xmlns:a16="http://schemas.microsoft.com/office/drawing/2014/main" id="{D8F94700-ABC8-485C-96ED-EAA03307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9567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4" name="G0003_scale_sequence___A__0194__poly">
            <a:extLst xmlns:a="http://schemas.openxmlformats.org/drawingml/2006/main">
              <a:ext uri="{FF2B5EF4-FFF2-40B4-BE49-F238E27FC236}">
                <a16:creationId xmlns:a16="http://schemas.microsoft.com/office/drawing/2014/main" id="{ABA611B1-26FE-4FD6-98FF-6FC12099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9286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5" name="G0003_scale_sequence___A__0195__poly">
            <a:extLst xmlns:a="http://schemas.openxmlformats.org/drawingml/2006/main">
              <a:ext uri="{FF2B5EF4-FFF2-40B4-BE49-F238E27FC236}">
                <a16:creationId xmlns:a16="http://schemas.microsoft.com/office/drawing/2014/main" id="{C6555F44-AC8B-4946-8FB9-1F65258C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93562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6" name="G0003_scale_sequence___A__0196__poly">
            <a:extLst xmlns:a="http://schemas.openxmlformats.org/drawingml/2006/main">
              <a:ext uri="{FF2B5EF4-FFF2-40B4-BE49-F238E27FC236}">
                <a16:creationId xmlns:a16="http://schemas.microsoft.com/office/drawing/2014/main" id="{1C1090A5-4CAA-40DF-8FAF-1359BB95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9426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7" name="G0003_scale_sequence___A__0197__poly">
            <a:extLst xmlns:a="http://schemas.openxmlformats.org/drawingml/2006/main">
              <a:ext uri="{FF2B5EF4-FFF2-40B4-BE49-F238E27FC236}">
                <a16:creationId xmlns:a16="http://schemas.microsoft.com/office/drawing/2014/main" id="{B63C791D-AA35-4596-8798-9BE0083A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9496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8" name="G0003_scale_sequence___A__0198__poly">
            <a:extLst xmlns:a="http://schemas.openxmlformats.org/drawingml/2006/main">
              <a:ext uri="{FF2B5EF4-FFF2-40B4-BE49-F238E27FC236}">
                <a16:creationId xmlns:a16="http://schemas.microsoft.com/office/drawing/2014/main" id="{A637BBDD-1D17-4DD1-8DD6-C77E31CF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9567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9" name="G0003_scale_sequence___A__0199__poly">
            <a:extLst xmlns:a="http://schemas.openxmlformats.org/drawingml/2006/main">
              <a:ext uri="{FF2B5EF4-FFF2-40B4-BE49-F238E27FC236}">
                <a16:creationId xmlns:a16="http://schemas.microsoft.com/office/drawing/2014/main" id="{24C4027E-AE06-4EF7-9F44-5DC73DA4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9637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0" name="G0003_scale_sequence___A__0200__poly">
            <a:extLst xmlns:a="http://schemas.openxmlformats.org/drawingml/2006/main">
              <a:ext uri="{FF2B5EF4-FFF2-40B4-BE49-F238E27FC236}">
                <a16:creationId xmlns:a16="http://schemas.microsoft.com/office/drawing/2014/main" id="{3E4642F3-87F6-42DE-A5FC-24F5F3FA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9707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1" name="G0003_scale_sequence___A__0201__poly">
            <a:extLst xmlns:a="http://schemas.openxmlformats.org/drawingml/2006/main">
              <a:ext uri="{FF2B5EF4-FFF2-40B4-BE49-F238E27FC236}">
                <a16:creationId xmlns:a16="http://schemas.microsoft.com/office/drawing/2014/main" id="{D57A1E61-CD85-4828-BC42-331FF775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97777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2" name="G0003_scale_sequence___A__0202__poly">
            <a:extLst xmlns:a="http://schemas.openxmlformats.org/drawingml/2006/main">
              <a:ext uri="{FF2B5EF4-FFF2-40B4-BE49-F238E27FC236}">
                <a16:creationId xmlns:a16="http://schemas.microsoft.com/office/drawing/2014/main" id="{DBB1AAC3-0F97-4A44-86F4-7A79BACC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9847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3" name="G0003_scale_sequence___A__0203__poly">
            <a:extLst xmlns:a="http://schemas.openxmlformats.org/drawingml/2006/main">
              <a:ext uri="{FF2B5EF4-FFF2-40B4-BE49-F238E27FC236}">
                <a16:creationId xmlns:a16="http://schemas.microsoft.com/office/drawing/2014/main" id="{7547F00C-FD0D-4979-9D99-8A832E89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99188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4" name="G0003_scale_sequence___A__0204__poly">
            <a:extLst xmlns:a="http://schemas.openxmlformats.org/drawingml/2006/main">
              <a:ext uri="{FF2B5EF4-FFF2-40B4-BE49-F238E27FC236}">
                <a16:creationId xmlns:a16="http://schemas.microsoft.com/office/drawing/2014/main" id="{DB403CF8-0907-46F7-91FF-B0E66080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9637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5" name="G0003_scale_sequence___A__0205__poly">
            <a:extLst xmlns:a="http://schemas.openxmlformats.org/drawingml/2006/main">
              <a:ext uri="{FF2B5EF4-FFF2-40B4-BE49-F238E27FC236}">
                <a16:creationId xmlns:a16="http://schemas.microsoft.com/office/drawing/2014/main" id="{AAA17FF3-7328-4887-85BF-3D54B962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9707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6" name="G0003_scale_sequence___A__0206__poly">
            <a:extLst xmlns:a="http://schemas.openxmlformats.org/drawingml/2006/main">
              <a:ext uri="{FF2B5EF4-FFF2-40B4-BE49-F238E27FC236}">
                <a16:creationId xmlns:a16="http://schemas.microsoft.com/office/drawing/2014/main" id="{7AA5BBA2-B462-4913-A926-5F86FF8E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97777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7" name="G0003_scale_sequence___A__0207__poly">
            <a:extLst xmlns:a="http://schemas.openxmlformats.org/drawingml/2006/main">
              <a:ext uri="{FF2B5EF4-FFF2-40B4-BE49-F238E27FC236}">
                <a16:creationId xmlns:a16="http://schemas.microsoft.com/office/drawing/2014/main" id="{35EC15A5-768D-4D38-88BD-8B9ADCD8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9847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8" name="G0003_scale_sequence___A__0208__poly">
            <a:extLst xmlns:a="http://schemas.openxmlformats.org/drawingml/2006/main">
              <a:ext uri="{FF2B5EF4-FFF2-40B4-BE49-F238E27FC236}">
                <a16:creationId xmlns:a16="http://schemas.microsoft.com/office/drawing/2014/main" id="{DB601AAE-EECF-4434-942C-0FF690FF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99188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9" name="G0003_scale_sequence___A__0209__poly">
            <a:extLst xmlns:a="http://schemas.openxmlformats.org/drawingml/2006/main">
              <a:ext uri="{FF2B5EF4-FFF2-40B4-BE49-F238E27FC236}">
                <a16:creationId xmlns:a16="http://schemas.microsoft.com/office/drawing/2014/main" id="{36EE5F22-BFA4-4602-8AA4-CEDD47FA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99889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0" name="G0003_scale_sequence___A__0210__poly">
            <a:extLst xmlns:a="http://schemas.openxmlformats.org/drawingml/2006/main">
              <a:ext uri="{FF2B5EF4-FFF2-40B4-BE49-F238E27FC236}">
                <a16:creationId xmlns:a16="http://schemas.microsoft.com/office/drawing/2014/main" id="{1B1C7665-41B6-49D0-93FF-A53825A3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10059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1" name="G0003_scale_sequence___A__0211__poly">
            <a:extLst xmlns:a="http://schemas.openxmlformats.org/drawingml/2006/main">
              <a:ext uri="{FF2B5EF4-FFF2-40B4-BE49-F238E27FC236}">
                <a16:creationId xmlns:a16="http://schemas.microsoft.com/office/drawing/2014/main" id="{D4A78FE3-6D60-4801-9CB4-45C3C9EB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10129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2" name="G0003_scale_sequence___A__0212__poly">
            <a:extLst xmlns:a="http://schemas.openxmlformats.org/drawingml/2006/main">
              <a:ext uri="{FF2B5EF4-FFF2-40B4-BE49-F238E27FC236}">
                <a16:creationId xmlns:a16="http://schemas.microsoft.com/office/drawing/2014/main" id="{E4242A31-B371-4901-A5D4-5F691F61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101992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3" name="G0003_scale_sequence___A__0213__poly">
            <a:extLst xmlns:a="http://schemas.openxmlformats.org/drawingml/2006/main">
              <a:ext uri="{FF2B5EF4-FFF2-40B4-BE49-F238E27FC236}">
                <a16:creationId xmlns:a16="http://schemas.microsoft.com/office/drawing/2014/main" id="{730427C4-6C47-46E2-A34F-BEE539EF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10269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4" name="G0003_scale_sequence___A__0214__poly">
            <a:extLst xmlns:a="http://schemas.openxmlformats.org/drawingml/2006/main">
              <a:ext uri="{FF2B5EF4-FFF2-40B4-BE49-F238E27FC236}">
                <a16:creationId xmlns:a16="http://schemas.microsoft.com/office/drawing/2014/main" id="{83D893D4-D9B9-4161-ABCA-FF49E117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99889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5" name="G0003_scale_sequence___A__0215__poly">
            <a:extLst xmlns:a="http://schemas.openxmlformats.org/drawingml/2006/main">
              <a:ext uri="{FF2B5EF4-FFF2-40B4-BE49-F238E27FC236}">
                <a16:creationId xmlns:a16="http://schemas.microsoft.com/office/drawing/2014/main" id="{4531AED6-E709-4DEF-8902-A94E5B52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10059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6" name="G0003_scale_sequence___A__0216__poly">
            <a:extLst xmlns:a="http://schemas.openxmlformats.org/drawingml/2006/main">
              <a:ext uri="{FF2B5EF4-FFF2-40B4-BE49-F238E27FC236}">
                <a16:creationId xmlns:a16="http://schemas.microsoft.com/office/drawing/2014/main" id="{40F6A315-0F85-4360-837A-92D9804C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10129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7" name="G0003_scale_sequence___A__0217__poly">
            <a:extLst xmlns:a="http://schemas.openxmlformats.org/drawingml/2006/main">
              <a:ext uri="{FF2B5EF4-FFF2-40B4-BE49-F238E27FC236}">
                <a16:creationId xmlns:a16="http://schemas.microsoft.com/office/drawing/2014/main" id="{34914D8B-A986-4247-942E-FEEDF777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101992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8" name="G0003_scale_sequence___A__0218__poly">
            <a:extLst xmlns:a="http://schemas.openxmlformats.org/drawingml/2006/main">
              <a:ext uri="{FF2B5EF4-FFF2-40B4-BE49-F238E27FC236}">
                <a16:creationId xmlns:a16="http://schemas.microsoft.com/office/drawing/2014/main" id="{A10DB1A7-D1C7-4A41-8C80-033F3CBE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10269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9" name="G0003_scale_sequence___A__0219__poly">
            <a:extLst xmlns:a="http://schemas.openxmlformats.org/drawingml/2006/main">
              <a:ext uri="{FF2B5EF4-FFF2-40B4-BE49-F238E27FC236}">
                <a16:creationId xmlns:a16="http://schemas.microsoft.com/office/drawing/2014/main" id="{CBFD0CB5-F708-4443-AF47-8F7E5FBC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03403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0" name="G0003_scale_sequence___A__0220__poly">
            <a:extLst xmlns:a="http://schemas.openxmlformats.org/drawingml/2006/main">
              <a:ext uri="{FF2B5EF4-FFF2-40B4-BE49-F238E27FC236}">
                <a16:creationId xmlns:a16="http://schemas.microsoft.com/office/drawing/2014/main" id="{66B61AAF-FA3B-4432-A6AC-744642B9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10410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1" name="G0003_scale_sequence___A__0221__poly">
            <a:extLst xmlns:a="http://schemas.openxmlformats.org/drawingml/2006/main">
              <a:ext uri="{FF2B5EF4-FFF2-40B4-BE49-F238E27FC236}">
                <a16:creationId xmlns:a16="http://schemas.microsoft.com/office/drawing/2014/main" id="{5FAF71D2-56FE-405C-9892-DEB79912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10480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2" name="G0003_scale_sequence___A__0222__poly">
            <a:extLst xmlns:a="http://schemas.openxmlformats.org/drawingml/2006/main">
              <a:ext uri="{FF2B5EF4-FFF2-40B4-BE49-F238E27FC236}">
                <a16:creationId xmlns:a16="http://schemas.microsoft.com/office/drawing/2014/main" id="{F730972D-5B50-4962-ACB6-C780AAB1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10550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3" name="G0003_scale_sequence___A__0223__poly">
            <a:extLst xmlns:a="http://schemas.openxmlformats.org/drawingml/2006/main">
              <a:ext uri="{FF2B5EF4-FFF2-40B4-BE49-F238E27FC236}">
                <a16:creationId xmlns:a16="http://schemas.microsoft.com/office/drawing/2014/main" id="{7D892DFA-C9CB-4944-A151-10E390A2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106207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4" name="G0003_scale_sequence___A__0224__poly">
            <a:extLst xmlns:a="http://schemas.openxmlformats.org/drawingml/2006/main">
              <a:ext uri="{FF2B5EF4-FFF2-40B4-BE49-F238E27FC236}">
                <a16:creationId xmlns:a16="http://schemas.microsoft.com/office/drawing/2014/main" id="{38EED221-238B-49C1-B4EF-60DBA173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103403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5" name="G0003_scale_sequence___A__0225__poly">
            <a:extLst xmlns:a="http://schemas.openxmlformats.org/drawingml/2006/main">
              <a:ext uri="{FF2B5EF4-FFF2-40B4-BE49-F238E27FC236}">
                <a16:creationId xmlns:a16="http://schemas.microsoft.com/office/drawing/2014/main" id="{B48F4B72-5A62-45E2-AF24-57997C1F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10410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6" name="G0003_scale_sequence___A__0226__poly">
            <a:extLst xmlns:a="http://schemas.openxmlformats.org/drawingml/2006/main">
              <a:ext uri="{FF2B5EF4-FFF2-40B4-BE49-F238E27FC236}">
                <a16:creationId xmlns:a16="http://schemas.microsoft.com/office/drawing/2014/main" id="{31438CA0-A9A0-4201-9327-65F0C1D8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10480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7" name="G0003_scale_sequence___A__0227__poly">
            <a:extLst xmlns:a="http://schemas.openxmlformats.org/drawingml/2006/main">
              <a:ext uri="{FF2B5EF4-FFF2-40B4-BE49-F238E27FC236}">
                <a16:creationId xmlns:a16="http://schemas.microsoft.com/office/drawing/2014/main" id="{7BC9B078-3F4D-430C-B11F-502B8500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10550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8" name="G0003_scale_sequence___A__0228__poly">
            <a:extLst xmlns:a="http://schemas.openxmlformats.org/drawingml/2006/main">
              <a:ext uri="{FF2B5EF4-FFF2-40B4-BE49-F238E27FC236}">
                <a16:creationId xmlns:a16="http://schemas.microsoft.com/office/drawing/2014/main" id="{1CB1E26D-0C76-4116-9929-7E195880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106207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9" name="G0003_scale_sequence___A__0229__poly">
            <a:extLst xmlns:a="http://schemas.openxmlformats.org/drawingml/2006/main">
              <a:ext uri="{FF2B5EF4-FFF2-40B4-BE49-F238E27FC236}">
                <a16:creationId xmlns:a16="http://schemas.microsoft.com/office/drawing/2014/main" id="{A0652535-7D5B-4DE1-9F07-FA9D16F0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06917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0" name="G0003_scale_sequence___A__0230__poly">
            <a:extLst xmlns:a="http://schemas.openxmlformats.org/drawingml/2006/main">
              <a:ext uri="{FF2B5EF4-FFF2-40B4-BE49-F238E27FC236}">
                <a16:creationId xmlns:a16="http://schemas.microsoft.com/office/drawing/2014/main" id="{2B01D7BD-784E-469E-A772-A36C8DA2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107618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1" name="G0003_scale_sequence___A__0231__poly">
            <a:extLst xmlns:a="http://schemas.openxmlformats.org/drawingml/2006/main">
              <a:ext uri="{FF2B5EF4-FFF2-40B4-BE49-F238E27FC236}">
                <a16:creationId xmlns:a16="http://schemas.microsoft.com/office/drawing/2014/main" id="{5A7955B7-CC14-4A5A-89D3-F4BE5654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108319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2" name="G0003_scale_sequence___A__0232__poly">
            <a:extLst xmlns:a="http://schemas.openxmlformats.org/drawingml/2006/main">
              <a:ext uri="{FF2B5EF4-FFF2-40B4-BE49-F238E27FC236}">
                <a16:creationId xmlns:a16="http://schemas.microsoft.com/office/drawing/2014/main" id="{989E3103-7854-4B49-96BC-40AAD538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10902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3" name="G0003_scale_sequence___A__0233__poly">
            <a:extLst xmlns:a="http://schemas.openxmlformats.org/drawingml/2006/main">
              <a:ext uri="{FF2B5EF4-FFF2-40B4-BE49-F238E27FC236}">
                <a16:creationId xmlns:a16="http://schemas.microsoft.com/office/drawing/2014/main" id="{DEA0811E-86D0-4FB1-AFB7-5B42E28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10972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4" name="G0003_scale_sequence___A__0234__poly">
            <a:extLst xmlns:a="http://schemas.openxmlformats.org/drawingml/2006/main">
              <a:ext uri="{FF2B5EF4-FFF2-40B4-BE49-F238E27FC236}">
                <a16:creationId xmlns:a16="http://schemas.microsoft.com/office/drawing/2014/main" id="{DA866A5B-D780-4489-8B20-C70D617E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106917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5" name="G0003_scale_sequence___A__0235__poly">
            <a:extLst xmlns:a="http://schemas.openxmlformats.org/drawingml/2006/main">
              <a:ext uri="{FF2B5EF4-FFF2-40B4-BE49-F238E27FC236}">
                <a16:creationId xmlns:a16="http://schemas.microsoft.com/office/drawing/2014/main" id="{379114B7-DEF5-4497-94A4-D04CF792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107618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6" name="G0003_scale_sequence___A__0236__poly">
            <a:extLst xmlns:a="http://schemas.openxmlformats.org/drawingml/2006/main">
              <a:ext uri="{FF2B5EF4-FFF2-40B4-BE49-F238E27FC236}">
                <a16:creationId xmlns:a16="http://schemas.microsoft.com/office/drawing/2014/main" id="{DE9B9455-288E-4C61-A301-70A52A9D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108319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7" name="G0003_scale_sequence___A__0237__poly">
            <a:extLst xmlns:a="http://schemas.openxmlformats.org/drawingml/2006/main">
              <a:ext uri="{FF2B5EF4-FFF2-40B4-BE49-F238E27FC236}">
                <a16:creationId xmlns:a16="http://schemas.microsoft.com/office/drawing/2014/main" id="{B5BEF6C3-0417-4A67-8497-D99CE3C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10902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8" name="G0003_scale_sequence___A__0238__poly">
            <a:extLst xmlns:a="http://schemas.openxmlformats.org/drawingml/2006/main">
              <a:ext uri="{FF2B5EF4-FFF2-40B4-BE49-F238E27FC236}">
                <a16:creationId xmlns:a16="http://schemas.microsoft.com/office/drawing/2014/main" id="{F85237B5-C095-4564-A4EC-2DD3C281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10972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9" name="G0003_scale_sequence___A__0239__poly">
            <a:extLst xmlns:a="http://schemas.openxmlformats.org/drawingml/2006/main">
              <a:ext uri="{FF2B5EF4-FFF2-40B4-BE49-F238E27FC236}">
                <a16:creationId xmlns:a16="http://schemas.microsoft.com/office/drawing/2014/main" id="{779D0868-685E-4FF8-9E21-BA83C9D5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104313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800" name="G0003_scale_sequence___A__0240__poly">
            <a:extLst xmlns:a="http://schemas.openxmlformats.org/drawingml/2006/main">
              <a:ext uri="{FF2B5EF4-FFF2-40B4-BE49-F238E27FC236}">
                <a16:creationId xmlns:a16="http://schemas.microsoft.com/office/drawing/2014/main" id="{B2EA2AB3-04B5-4AF3-92F3-2F7E6EB8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111132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801" name="G0003_scale_sequence___A__0241__poly">
            <a:extLst xmlns:a="http://schemas.openxmlformats.org/drawingml/2006/main">
              <a:ext uri="{FF2B5EF4-FFF2-40B4-BE49-F238E27FC236}">
                <a16:creationId xmlns:a16="http://schemas.microsoft.com/office/drawing/2014/main" id="{DADC3A51-5F7C-4F0C-AC2F-FF687AA1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111833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802" name="G0003_scale_sequence___A__0242__poly">
            <a:extLst xmlns:a="http://schemas.openxmlformats.org/drawingml/2006/main">
              <a:ext uri="{FF2B5EF4-FFF2-40B4-BE49-F238E27FC236}">
                <a16:creationId xmlns:a16="http://schemas.microsoft.com/office/drawing/2014/main" id="{B2B4ED53-95C8-46C9-B77C-7C1C7BF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11253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803" name="G0003_scale_sequence___A__0243__poly">
            <a:extLst xmlns:a="http://schemas.openxmlformats.org/drawingml/2006/main">
              <a:ext uri="{FF2B5EF4-FFF2-40B4-BE49-F238E27FC236}">
                <a16:creationId xmlns:a16="http://schemas.microsoft.com/office/drawing/2014/main" id="{B8FB6820-9992-4F6D-BD76-1CC1F111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11323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1440" name="G0003_scale_sequence___A__0055__poly">
            <a:extLst xmlns:a="http://schemas.openxmlformats.org/drawingml/2006/main">
              <a:ext uri="{FF2B5EF4-FFF2-40B4-BE49-F238E27FC236}">
                <a16:creationId xmlns:a16="http://schemas.microsoft.com/office/drawing/2014/main" id="{4AC3E4A6-0086-4F13-B489-ABF2DC01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927564"/>
            <a:ext cx="39243" cy="72295"/>
          </a:xfrm>
          <a:custGeom xmlns:a="http://schemas.openxmlformats.org/drawingml/2006/main">
            <a:pathLst>
              <a:path w="39283" h="78565">
                <a:moveTo>
                  <a:pt x="0" y="0"/>
                </a:moveTo>
                <a:lnTo>
                  <a:pt x="39283" y="13094"/>
                </a:lnTo>
                <a:lnTo>
                  <a:pt x="39283" y="78565"/>
                </a:lnTo>
                <a:lnTo>
                  <a:pt x="0" y="654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1" name="G0003_scale_sequence___A__0074__poly">
            <a:extLst xmlns:a="http://schemas.openxmlformats.org/drawingml/2006/main">
              <a:ext uri="{FF2B5EF4-FFF2-40B4-BE49-F238E27FC236}">
                <a16:creationId xmlns:a16="http://schemas.microsoft.com/office/drawing/2014/main" id="{0806AD5F-6644-4A65-BCFA-432FF70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893475"/>
            <a:ext cx="76391" cy="140559"/>
          </a:xfrm>
          <a:custGeom xmlns:a="http://schemas.openxmlformats.org/drawingml/2006/main">
            <a:pathLst>
              <a:path w="76383" h="152766">
                <a:moveTo>
                  <a:pt x="0" y="0"/>
                </a:moveTo>
                <a:lnTo>
                  <a:pt x="76383" y="25461"/>
                </a:lnTo>
                <a:lnTo>
                  <a:pt x="76383" y="152766"/>
                </a:lnTo>
                <a:lnTo>
                  <a:pt x="0" y="1273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2" name="G0003_scale_sequence___A__0141__poly">
            <a:extLst xmlns:a="http://schemas.openxmlformats.org/drawingml/2006/main">
              <a:ext uri="{FF2B5EF4-FFF2-40B4-BE49-F238E27FC236}">
                <a16:creationId xmlns:a16="http://schemas.microsoft.com/office/drawing/2014/main" id="{F9FA20AC-EE57-4F71-86E4-FCE5D367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31258"/>
            <a:ext cx="144018" cy="264993"/>
          </a:xfrm>
          <a:custGeom xmlns:a="http://schemas.openxmlformats.org/drawingml/2006/main">
            <a:pathLst>
              <a:path w="144036" h="288073">
                <a:moveTo>
                  <a:pt x="0" y="0"/>
                </a:moveTo>
                <a:lnTo>
                  <a:pt x="144036" y="48012"/>
                </a:lnTo>
                <a:lnTo>
                  <a:pt x="144036" y="288073"/>
                </a:lnTo>
                <a:lnTo>
                  <a:pt x="0" y="24006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3" name="G0003_scale_sequence___A__0244__poly">
            <a:extLst xmlns:a="http://schemas.openxmlformats.org/drawingml/2006/main">
              <a:ext uri="{FF2B5EF4-FFF2-40B4-BE49-F238E27FC236}">
                <a16:creationId xmlns:a16="http://schemas.microsoft.com/office/drawing/2014/main" id="{D19B9804-0469-4529-B164-F2D17566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752917"/>
            <a:ext cx="229172" cy="421676"/>
          </a:xfrm>
          <a:custGeom xmlns:a="http://schemas.openxmlformats.org/drawingml/2006/main">
            <a:pathLst>
              <a:path w="229149" h="458297">
                <a:moveTo>
                  <a:pt x="0" y="0"/>
                </a:moveTo>
                <a:lnTo>
                  <a:pt x="229149" y="76383"/>
                </a:lnTo>
                <a:lnTo>
                  <a:pt x="229149" y="458297"/>
                </a:lnTo>
                <a:lnTo>
                  <a:pt x="0" y="3819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89" name="G0003_scale_sequence___A__0245__line">
            <a:extLst xmlns:a="http://schemas.openxmlformats.org/drawingml/2006/main">
              <a:ext uri="{FF2B5EF4-FFF2-40B4-BE49-F238E27FC236}">
                <a16:creationId xmlns:a16="http://schemas.microsoft.com/office/drawing/2014/main" id="{DA6FA686-AFB4-4403-ABDC-DC5547B0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1034034"/>
            <a:ext cx="114586" cy="35140"/>
          </a:xfrm>
          <a:custGeom xmlns:a="http://schemas.openxmlformats.org/drawingml/2006/main">
            <a:pathLst>
              <a:path w="114574" h="38191">
                <a:moveTo>
                  <a:pt x="0" y="0"/>
                </a:moveTo>
                <a:lnTo>
                  <a:pt x="114574" y="38191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0" name="G0003_scale_sequence___A__0246__line">
            <a:extLst xmlns:a="http://schemas.openxmlformats.org/drawingml/2006/main">
              <a:ext uri="{FF2B5EF4-FFF2-40B4-BE49-F238E27FC236}">
                <a16:creationId xmlns:a16="http://schemas.microsoft.com/office/drawing/2014/main" id="{0E3DB078-F4BD-461D-BDE9-A836087E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034034"/>
            <a:ext cx="0" cy="35140"/>
          </a:xfrm>
          <a:custGeom xmlns:a="http://schemas.openxmlformats.org/drawingml/2006/main">
            <a:pathLst>
              <a:path w="4" h="38191">
                <a:moveTo>
                  <a:pt x="0" y="381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1" name="G0003_scale_sequence___A__0247__line">
            <a:extLst xmlns:a="http://schemas.openxmlformats.org/drawingml/2006/main">
              <a:ext uri="{FF2B5EF4-FFF2-40B4-BE49-F238E27FC236}">
                <a16:creationId xmlns:a16="http://schemas.microsoft.com/office/drawing/2014/main" id="{2A211E6C-0D8D-46D3-8C2E-E45D36B3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034034"/>
            <a:ext cx="114586" cy="35140"/>
          </a:xfrm>
          <a:custGeom xmlns:a="http://schemas.openxmlformats.org/drawingml/2006/main">
            <a:pathLst>
              <a:path w="114574" h="38191">
                <a:moveTo>
                  <a:pt x="0" y="0"/>
                </a:moveTo>
                <a:lnTo>
                  <a:pt x="114574" y="38191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3" name="G0008_scale_sequence___A__0308__line">
            <a:extLst xmlns:a="http://schemas.openxmlformats.org/drawingml/2006/main">
              <a:ext uri="{FF2B5EF4-FFF2-40B4-BE49-F238E27FC236}">
                <a16:creationId xmlns:a16="http://schemas.microsoft.com/office/drawing/2014/main" id="{E1EFE4C3-EE37-4F9E-99DF-AB789662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702705"/>
            <a:ext cx="672941" cy="228890"/>
          </a:xfrm>
          <a:custGeom xmlns:a="http://schemas.openxmlformats.org/drawingml/2006/main">
            <a:pathLst>
              <a:path w="672897" h="248790">
                <a:moveTo>
                  <a:pt x="0" y="248790"/>
                </a:moveTo>
                <a:lnTo>
                  <a:pt x="6728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4" name="G0008_scale_sequence___A__0309__line">
            <a:extLst xmlns:a="http://schemas.openxmlformats.org/drawingml/2006/main">
              <a:ext uri="{FF2B5EF4-FFF2-40B4-BE49-F238E27FC236}">
                <a16:creationId xmlns:a16="http://schemas.microsoft.com/office/drawing/2014/main" id="{61310A3F-AD92-4397-ADE1-002F27F3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186" y="789722"/>
            <a:ext cx="921734" cy="152564"/>
          </a:xfrm>
          <a:custGeom xmlns:a="http://schemas.openxmlformats.org/drawingml/2006/main">
            <a:pathLst>
              <a:path w="921687" h="165860">
                <a:moveTo>
                  <a:pt x="0" y="165860"/>
                </a:moveTo>
                <a:lnTo>
                  <a:pt x="9216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5" name="G0008_scale_sequence___A__0310__line">
            <a:extLst xmlns:a="http://schemas.openxmlformats.org/drawingml/2006/main">
              <a:ext uri="{FF2B5EF4-FFF2-40B4-BE49-F238E27FC236}">
                <a16:creationId xmlns:a16="http://schemas.microsoft.com/office/drawing/2014/main" id="{E85CC8FA-5920-4D40-ABAF-CE325A2F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186" y="995827"/>
            <a:ext cx="921734" cy="228890"/>
          </a:xfrm>
          <a:custGeom xmlns:a="http://schemas.openxmlformats.org/drawingml/2006/main">
            <a:pathLst>
              <a:path w="921687" h="248790">
                <a:moveTo>
                  <a:pt x="0" y="0"/>
                </a:moveTo>
                <a:lnTo>
                  <a:pt x="921687" y="24879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6" name="G0008_scale_sequence___A__0311__line">
            <a:extLst xmlns:a="http://schemas.openxmlformats.org/drawingml/2006/main">
              <a:ext uri="{FF2B5EF4-FFF2-40B4-BE49-F238E27FC236}">
                <a16:creationId xmlns:a16="http://schemas.microsoft.com/office/drawing/2014/main" id="{E135860E-A6AE-40E7-A6EA-5278B462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985136"/>
            <a:ext cx="672941" cy="152564"/>
          </a:xfrm>
          <a:custGeom xmlns:a="http://schemas.openxmlformats.org/drawingml/2006/main">
            <a:pathLst>
              <a:path w="672897" h="165860">
                <a:moveTo>
                  <a:pt x="0" y="0"/>
                </a:moveTo>
                <a:lnTo>
                  <a:pt x="672897" y="16586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66" name="G0008_scale_sequence___A__0312__poly">
            <a:extLst xmlns:a="http://schemas.openxmlformats.org/drawingml/2006/main">
              <a:ext uri="{FF2B5EF4-FFF2-40B4-BE49-F238E27FC236}">
                <a16:creationId xmlns:a16="http://schemas.microsoft.com/office/drawing/2014/main" id="{F439A639-1D1D-4368-8BE0-30A95DB4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924935"/>
            <a:ext cx="42196" cy="17438"/>
          </a:xfrm>
          <a:custGeom xmlns:a="http://schemas.openxmlformats.org/drawingml/2006/main">
            <a:pathLst>
              <a:path w="42192" h="18914">
                <a:moveTo>
                  <a:pt x="0" y="7275"/>
                </a:moveTo>
                <a:lnTo>
                  <a:pt x="34918" y="18914"/>
                </a:lnTo>
                <a:lnTo>
                  <a:pt x="42192" y="11639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67" name="G0008_scale_sequence___A__0313__poly">
            <a:extLst xmlns:a="http://schemas.openxmlformats.org/drawingml/2006/main">
              <a:ext uri="{FF2B5EF4-FFF2-40B4-BE49-F238E27FC236}">
                <a16:creationId xmlns:a16="http://schemas.microsoft.com/office/drawing/2014/main" id="{C035895D-AFA9-463A-BED7-8CADA47A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186" y="935626"/>
            <a:ext cx="7239" cy="60202"/>
          </a:xfrm>
          <a:custGeom xmlns:a="http://schemas.openxmlformats.org/drawingml/2006/main">
            <a:pathLst>
              <a:path w="7275" h="65471">
                <a:moveTo>
                  <a:pt x="0" y="7275"/>
                </a:moveTo>
                <a:lnTo>
                  <a:pt x="0" y="65471"/>
                </a:lnTo>
                <a:lnTo>
                  <a:pt x="7275" y="58196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68" name="G0008_scale_sequence___A__0316__poly">
            <a:extLst xmlns:a="http://schemas.openxmlformats.org/drawingml/2006/main">
              <a:ext uri="{FF2B5EF4-FFF2-40B4-BE49-F238E27FC236}">
                <a16:creationId xmlns:a16="http://schemas.microsoft.com/office/drawing/2014/main" id="{CEBB5B06-D09F-48BE-B630-A50D7B26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892774"/>
            <a:ext cx="77153" cy="28129"/>
          </a:xfrm>
          <a:custGeom xmlns:a="http://schemas.openxmlformats.org/drawingml/2006/main">
            <a:pathLst>
              <a:path w="77110" h="30553">
                <a:moveTo>
                  <a:pt x="0" y="7275"/>
                </a:moveTo>
                <a:lnTo>
                  <a:pt x="69836" y="30553"/>
                </a:lnTo>
                <a:lnTo>
                  <a:pt x="77110" y="23279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69" name="G0008_scale_sequence___A__0317__poly">
            <a:extLst xmlns:a="http://schemas.openxmlformats.org/drawingml/2006/main">
              <a:ext uri="{FF2B5EF4-FFF2-40B4-BE49-F238E27FC236}">
                <a16:creationId xmlns:a16="http://schemas.microsoft.com/office/drawing/2014/main" id="{B73F24CC-1242-4D0F-B8C7-D35A98F9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631" y="914244"/>
            <a:ext cx="7239" cy="113744"/>
          </a:xfrm>
          <a:custGeom xmlns:a="http://schemas.openxmlformats.org/drawingml/2006/main">
            <a:pathLst>
              <a:path w="7275" h="123668">
                <a:moveTo>
                  <a:pt x="0" y="7275"/>
                </a:moveTo>
                <a:lnTo>
                  <a:pt x="0" y="123668"/>
                </a:lnTo>
                <a:lnTo>
                  <a:pt x="7275" y="116393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0" name="G0008_scale_sequence___A__0383__poly">
            <a:extLst xmlns:a="http://schemas.openxmlformats.org/drawingml/2006/main">
              <a:ext uri="{FF2B5EF4-FFF2-40B4-BE49-F238E27FC236}">
                <a16:creationId xmlns:a16="http://schemas.microsoft.com/office/drawing/2014/main" id="{48C7C65B-AB84-44BC-808F-0B2FF7BD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46593"/>
            <a:ext cx="127349" cy="43464"/>
          </a:xfrm>
          <a:custGeom xmlns:a="http://schemas.openxmlformats.org/drawingml/2006/main">
            <a:pathLst>
              <a:path w="127305" h="47285">
                <a:moveTo>
                  <a:pt x="0" y="7275"/>
                </a:moveTo>
                <a:lnTo>
                  <a:pt x="120030" y="47285"/>
                </a:lnTo>
                <a:lnTo>
                  <a:pt x="127305" y="40010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1" name="G0008_scale_sequence___A__0384__poly">
            <a:extLst xmlns:a="http://schemas.openxmlformats.org/drawingml/2006/main">
              <a:ext uri="{FF2B5EF4-FFF2-40B4-BE49-F238E27FC236}">
                <a16:creationId xmlns:a16="http://schemas.microsoft.com/office/drawing/2014/main" id="{8C1DB904-CC23-451C-A0FD-7BD86FE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9559" y="883398"/>
            <a:ext cx="7239" cy="190771"/>
          </a:xfrm>
          <a:custGeom xmlns:a="http://schemas.openxmlformats.org/drawingml/2006/main">
            <a:pathLst>
              <a:path w="7275" h="207325">
                <a:moveTo>
                  <a:pt x="0" y="7275"/>
                </a:moveTo>
                <a:lnTo>
                  <a:pt x="0" y="207325"/>
                </a:lnTo>
                <a:lnTo>
                  <a:pt x="7275" y="200050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2" name="G0008_scale_sequence___A__0489__poly">
            <a:extLst xmlns:a="http://schemas.openxmlformats.org/drawingml/2006/main">
              <a:ext uri="{FF2B5EF4-FFF2-40B4-BE49-F238E27FC236}">
                <a16:creationId xmlns:a16="http://schemas.microsoft.com/office/drawing/2014/main" id="{344F9496-AC40-4416-9948-B221144C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784376"/>
            <a:ext cx="194977" cy="64233"/>
          </a:xfrm>
          <a:custGeom xmlns:a="http://schemas.openxmlformats.org/drawingml/2006/main">
            <a:pathLst>
              <a:path w="194958" h="69836">
                <a:moveTo>
                  <a:pt x="0" y="7275"/>
                </a:moveTo>
                <a:lnTo>
                  <a:pt x="187684" y="69836"/>
                </a:lnTo>
                <a:lnTo>
                  <a:pt x="194958" y="62561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3" name="G0008_scale_sequence___A__0490__poly">
            <a:extLst xmlns:a="http://schemas.openxmlformats.org/drawingml/2006/main">
              <a:ext uri="{FF2B5EF4-FFF2-40B4-BE49-F238E27FC236}">
                <a16:creationId xmlns:a16="http://schemas.microsoft.com/office/drawing/2014/main" id="{AA1F4F5A-1B9C-4260-A879-2FF76BC1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0161" y="841949"/>
            <a:ext cx="7239" cy="294437"/>
          </a:xfrm>
          <a:custGeom xmlns:a="http://schemas.openxmlformats.org/drawingml/2006/main">
            <a:pathLst>
              <a:path w="7275" h="320081">
                <a:moveTo>
                  <a:pt x="0" y="7275"/>
                </a:moveTo>
                <a:lnTo>
                  <a:pt x="0" y="320081"/>
                </a:lnTo>
                <a:lnTo>
                  <a:pt x="7275" y="312806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4" name="G0008_scale_sequence___A__0661__poly">
            <a:extLst xmlns:a="http://schemas.openxmlformats.org/drawingml/2006/main">
              <a:ext uri="{FF2B5EF4-FFF2-40B4-BE49-F238E27FC236}">
                <a16:creationId xmlns:a16="http://schemas.microsoft.com/office/drawing/2014/main" id="{F358A79C-DCCC-4DF6-B3CE-55475648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696045"/>
            <a:ext cx="290989" cy="93676"/>
          </a:xfrm>
          <a:custGeom xmlns:a="http://schemas.openxmlformats.org/drawingml/2006/main">
            <a:pathLst>
              <a:path w="290982" h="101844">
                <a:moveTo>
                  <a:pt x="0" y="7275"/>
                </a:moveTo>
                <a:lnTo>
                  <a:pt x="283708" y="101844"/>
                </a:lnTo>
                <a:lnTo>
                  <a:pt x="290982" y="94569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5" name="G0008_scale_sequence___A__0662__poly">
            <a:extLst xmlns:a="http://schemas.openxmlformats.org/drawingml/2006/main">
              <a:ext uri="{FF2B5EF4-FFF2-40B4-BE49-F238E27FC236}">
                <a16:creationId xmlns:a16="http://schemas.microsoft.com/office/drawing/2014/main" id="{7AC786E6-F1CF-475A-8AAC-4FB998D3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55920" y="783062"/>
            <a:ext cx="7239" cy="441743"/>
          </a:xfrm>
          <a:custGeom xmlns:a="http://schemas.openxmlformats.org/drawingml/2006/main">
            <a:pathLst>
              <a:path w="7275" h="480121">
                <a:moveTo>
                  <a:pt x="0" y="7275"/>
                </a:moveTo>
                <a:lnTo>
                  <a:pt x="0" y="480121"/>
                </a:lnTo>
                <a:lnTo>
                  <a:pt x="7275" y="472846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804" name="G0008_scale_sequence___A__0314__poly">
            <a:extLst xmlns:a="http://schemas.openxmlformats.org/drawingml/2006/main">
              <a:ext uri="{FF2B5EF4-FFF2-40B4-BE49-F238E27FC236}">
                <a16:creationId xmlns:a16="http://schemas.microsoft.com/office/drawing/2014/main" id="{D63BA783-FCD1-4D95-8E50-F0ABAB6C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931595"/>
            <a:ext cx="34957" cy="64233"/>
          </a:xfrm>
          <a:custGeom xmlns:a="http://schemas.openxmlformats.org/drawingml/2006/main">
            <a:pathLst>
              <a:path w="34918" h="69836">
                <a:moveTo>
                  <a:pt x="0" y="0"/>
                </a:moveTo>
                <a:lnTo>
                  <a:pt x="34918" y="11639"/>
                </a:lnTo>
                <a:lnTo>
                  <a:pt x="34918" y="69836"/>
                </a:lnTo>
                <a:lnTo>
                  <a:pt x="0" y="5819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5" name="G0008_scale_sequence___A__0318__poly">
            <a:extLst xmlns:a="http://schemas.openxmlformats.org/drawingml/2006/main">
              <a:ext uri="{FF2B5EF4-FFF2-40B4-BE49-F238E27FC236}">
                <a16:creationId xmlns:a16="http://schemas.microsoft.com/office/drawing/2014/main" id="{9FE7DBBC-E176-431F-9775-5C776224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89952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6" name="G0008_scale_sequence___A__0319__poly">
            <a:extLst xmlns:a="http://schemas.openxmlformats.org/drawingml/2006/main">
              <a:ext uri="{FF2B5EF4-FFF2-40B4-BE49-F238E27FC236}">
                <a16:creationId xmlns:a16="http://schemas.microsoft.com/office/drawing/2014/main" id="{66882C06-99F1-400D-99FB-D48CCFA4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0215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7" name="G0008_scale_sequence___A__0320__poly">
            <a:extLst xmlns:a="http://schemas.openxmlformats.org/drawingml/2006/main">
              <a:ext uri="{FF2B5EF4-FFF2-40B4-BE49-F238E27FC236}">
                <a16:creationId xmlns:a16="http://schemas.microsoft.com/office/drawing/2014/main" id="{68D3C32C-9ED6-4B5E-A1A1-FE01FECD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0486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8" name="G0008_scale_sequence___A__0321__poly">
            <a:extLst xmlns:a="http://schemas.openxmlformats.org/drawingml/2006/main">
              <a:ext uri="{FF2B5EF4-FFF2-40B4-BE49-F238E27FC236}">
                <a16:creationId xmlns:a16="http://schemas.microsoft.com/office/drawing/2014/main" id="{C9E42CDB-6290-463A-8EFC-6AAB9FB1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0749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9" name="G0008_scale_sequence___A__0322__poly">
            <a:extLst xmlns:a="http://schemas.openxmlformats.org/drawingml/2006/main">
              <a:ext uri="{FF2B5EF4-FFF2-40B4-BE49-F238E27FC236}">
                <a16:creationId xmlns:a16="http://schemas.microsoft.com/office/drawing/2014/main" id="{98B3F8C1-B6D0-4B4B-A8BD-498E0694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1021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0" name="G0008_scale_sequence___A__0323__poly">
            <a:extLst xmlns:a="http://schemas.openxmlformats.org/drawingml/2006/main">
              <a:ext uri="{FF2B5EF4-FFF2-40B4-BE49-F238E27FC236}">
                <a16:creationId xmlns:a16="http://schemas.microsoft.com/office/drawing/2014/main" id="{5B37A877-86E3-4946-8140-4405073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1284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1" name="G0008_scale_sequence___A__0324__poly">
            <a:extLst xmlns:a="http://schemas.openxmlformats.org/drawingml/2006/main">
              <a:ext uri="{FF2B5EF4-FFF2-40B4-BE49-F238E27FC236}">
                <a16:creationId xmlns:a16="http://schemas.microsoft.com/office/drawing/2014/main" id="{B7DEE1AF-4E96-4E4E-980F-8E62BB1F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1555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2" name="G0008_scale_sequence___A__0325__poly">
            <a:extLst xmlns:a="http://schemas.openxmlformats.org/drawingml/2006/main">
              <a:ext uri="{FF2B5EF4-FFF2-40B4-BE49-F238E27FC236}">
                <a16:creationId xmlns:a16="http://schemas.microsoft.com/office/drawing/2014/main" id="{BE36152E-0B64-4EF9-BC39-341C7A34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1818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3" name="G0008_scale_sequence___A__0326__poly">
            <a:extLst xmlns:a="http://schemas.openxmlformats.org/drawingml/2006/main">
              <a:ext uri="{FF2B5EF4-FFF2-40B4-BE49-F238E27FC236}">
                <a16:creationId xmlns:a16="http://schemas.microsoft.com/office/drawing/2014/main" id="{41386617-ED1E-4825-A90F-327D31F1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1284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4" name="G0008_scale_sequence___A__0327__poly">
            <a:extLst xmlns:a="http://schemas.openxmlformats.org/drawingml/2006/main">
              <a:ext uri="{FF2B5EF4-FFF2-40B4-BE49-F238E27FC236}">
                <a16:creationId xmlns:a16="http://schemas.microsoft.com/office/drawing/2014/main" id="{CEAF7DBD-AAFD-4DC3-9B46-13EAB20C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1555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5" name="G0008_scale_sequence___A__0328__poly">
            <a:extLst xmlns:a="http://schemas.openxmlformats.org/drawingml/2006/main">
              <a:ext uri="{FF2B5EF4-FFF2-40B4-BE49-F238E27FC236}">
                <a16:creationId xmlns:a16="http://schemas.microsoft.com/office/drawing/2014/main" id="{43659D9C-3852-4DFE-A933-9B50F6D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1818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6" name="G0008_scale_sequence___A__0329__poly">
            <a:extLst xmlns:a="http://schemas.openxmlformats.org/drawingml/2006/main">
              <a:ext uri="{FF2B5EF4-FFF2-40B4-BE49-F238E27FC236}">
                <a16:creationId xmlns:a16="http://schemas.microsoft.com/office/drawing/2014/main" id="{3C260B97-3C71-4911-BFAA-651A3E28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2090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7" name="G0008_scale_sequence___A__0330__poly">
            <a:extLst xmlns:a="http://schemas.openxmlformats.org/drawingml/2006/main">
              <a:ext uri="{FF2B5EF4-FFF2-40B4-BE49-F238E27FC236}">
                <a16:creationId xmlns:a16="http://schemas.microsoft.com/office/drawing/2014/main" id="{5CBE1689-E077-4B1F-9836-0863067E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23620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8" name="G0008_scale_sequence___A__0331__poly">
            <a:extLst xmlns:a="http://schemas.openxmlformats.org/drawingml/2006/main">
              <a:ext uri="{FF2B5EF4-FFF2-40B4-BE49-F238E27FC236}">
                <a16:creationId xmlns:a16="http://schemas.microsoft.com/office/drawing/2014/main" id="{25CF8403-DAA0-448B-964C-2EDE07C6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2624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9" name="G0008_scale_sequence___A__0332__poly">
            <a:extLst xmlns:a="http://schemas.openxmlformats.org/drawingml/2006/main">
              <a:ext uri="{FF2B5EF4-FFF2-40B4-BE49-F238E27FC236}">
                <a16:creationId xmlns:a16="http://schemas.microsoft.com/office/drawing/2014/main" id="{F2621C18-B851-418F-BAED-5F02A961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2896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0" name="G0008_scale_sequence___A__0333__poly">
            <a:extLst xmlns:a="http://schemas.openxmlformats.org/drawingml/2006/main">
              <a:ext uri="{FF2B5EF4-FFF2-40B4-BE49-F238E27FC236}">
                <a16:creationId xmlns:a16="http://schemas.microsoft.com/office/drawing/2014/main" id="{6478F604-C6C9-471C-8244-F6DC1C67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3159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1" name="G0008_scale_sequence___A__0334__poly">
            <a:extLst xmlns:a="http://schemas.openxmlformats.org/drawingml/2006/main">
              <a:ext uri="{FF2B5EF4-FFF2-40B4-BE49-F238E27FC236}">
                <a16:creationId xmlns:a16="http://schemas.microsoft.com/office/drawing/2014/main" id="{B71E268D-FD26-4B52-B036-EC6A399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2624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2" name="G0008_scale_sequence___A__0335__poly">
            <a:extLst xmlns:a="http://schemas.openxmlformats.org/drawingml/2006/main">
              <a:ext uri="{FF2B5EF4-FFF2-40B4-BE49-F238E27FC236}">
                <a16:creationId xmlns:a16="http://schemas.microsoft.com/office/drawing/2014/main" id="{2657A7B5-FEF2-4E7C-BA47-475B11B5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2896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3" name="G0008_scale_sequence___A__0336__poly">
            <a:extLst xmlns:a="http://schemas.openxmlformats.org/drawingml/2006/main">
              <a:ext uri="{FF2B5EF4-FFF2-40B4-BE49-F238E27FC236}">
                <a16:creationId xmlns:a16="http://schemas.microsoft.com/office/drawing/2014/main" id="{21281895-CF55-49BB-9F21-44A5F582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3159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4" name="G0008_scale_sequence___A__0337__poly">
            <a:extLst xmlns:a="http://schemas.openxmlformats.org/drawingml/2006/main">
              <a:ext uri="{FF2B5EF4-FFF2-40B4-BE49-F238E27FC236}">
                <a16:creationId xmlns:a16="http://schemas.microsoft.com/office/drawing/2014/main" id="{97310588-0340-4887-A882-DBE52C5C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3431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5" name="G0008_scale_sequence___A__0338__poly">
            <a:extLst xmlns:a="http://schemas.openxmlformats.org/drawingml/2006/main">
              <a:ext uri="{FF2B5EF4-FFF2-40B4-BE49-F238E27FC236}">
                <a16:creationId xmlns:a16="http://schemas.microsoft.com/office/drawing/2014/main" id="{84AC1E78-C75E-41FF-9756-3B329AC8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36940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6" name="G0008_scale_sequence___A__0339__poly">
            <a:extLst xmlns:a="http://schemas.openxmlformats.org/drawingml/2006/main">
              <a:ext uri="{FF2B5EF4-FFF2-40B4-BE49-F238E27FC236}">
                <a16:creationId xmlns:a16="http://schemas.microsoft.com/office/drawing/2014/main" id="{0B86DA7E-276D-4B8B-9D2A-48865190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3965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7" name="G0008_scale_sequence___A__0340__poly">
            <a:extLst xmlns:a="http://schemas.openxmlformats.org/drawingml/2006/main">
              <a:ext uri="{FF2B5EF4-FFF2-40B4-BE49-F238E27FC236}">
                <a16:creationId xmlns:a16="http://schemas.microsoft.com/office/drawing/2014/main" id="{375D4E6F-E492-48B6-82D0-A8A2B7F4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4228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8" name="G0008_scale_sequence___A__0341__poly">
            <a:extLst xmlns:a="http://schemas.openxmlformats.org/drawingml/2006/main">
              <a:ext uri="{FF2B5EF4-FFF2-40B4-BE49-F238E27FC236}">
                <a16:creationId xmlns:a16="http://schemas.microsoft.com/office/drawing/2014/main" id="{7C3E31F1-CE44-49B0-A592-7723675C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4500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9" name="G0008_scale_sequence___A__0342__poly">
            <a:extLst xmlns:a="http://schemas.openxmlformats.org/drawingml/2006/main">
              <a:ext uri="{FF2B5EF4-FFF2-40B4-BE49-F238E27FC236}">
                <a16:creationId xmlns:a16="http://schemas.microsoft.com/office/drawing/2014/main" id="{DBA2A5AD-089F-49E2-BD05-15CC4488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3965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0" name="G0008_scale_sequence___A__0343__poly">
            <a:extLst xmlns:a="http://schemas.openxmlformats.org/drawingml/2006/main">
              <a:ext uri="{FF2B5EF4-FFF2-40B4-BE49-F238E27FC236}">
                <a16:creationId xmlns:a16="http://schemas.microsoft.com/office/drawing/2014/main" id="{0A7E432E-05A6-45BC-A239-E0659609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4228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1" name="G0008_scale_sequence___A__0344__poly">
            <a:extLst xmlns:a="http://schemas.openxmlformats.org/drawingml/2006/main">
              <a:ext uri="{FF2B5EF4-FFF2-40B4-BE49-F238E27FC236}">
                <a16:creationId xmlns:a16="http://schemas.microsoft.com/office/drawing/2014/main" id="{7C5683B8-EB80-42F4-868B-F22371D3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4500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2" name="G0008_scale_sequence___A__0345__poly">
            <a:extLst xmlns:a="http://schemas.openxmlformats.org/drawingml/2006/main">
              <a:ext uri="{FF2B5EF4-FFF2-40B4-BE49-F238E27FC236}">
                <a16:creationId xmlns:a16="http://schemas.microsoft.com/office/drawing/2014/main" id="{33431D92-1E6F-458E-A9D7-072ED16F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4763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3" name="G0008_scale_sequence___A__0346__poly">
            <a:extLst xmlns:a="http://schemas.openxmlformats.org/drawingml/2006/main">
              <a:ext uri="{FF2B5EF4-FFF2-40B4-BE49-F238E27FC236}">
                <a16:creationId xmlns:a16="http://schemas.microsoft.com/office/drawing/2014/main" id="{B45AEC6F-2832-47BD-A475-3839BC52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5034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4" name="G0008_scale_sequence___A__0347__poly">
            <a:extLst xmlns:a="http://schemas.openxmlformats.org/drawingml/2006/main">
              <a:ext uri="{FF2B5EF4-FFF2-40B4-BE49-F238E27FC236}">
                <a16:creationId xmlns:a16="http://schemas.microsoft.com/office/drawing/2014/main" id="{BB70061C-13BC-4B30-9BC6-8EA7F18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5306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5" name="G0008_scale_sequence___A__0348__poly">
            <a:extLst xmlns:a="http://schemas.openxmlformats.org/drawingml/2006/main">
              <a:ext uri="{FF2B5EF4-FFF2-40B4-BE49-F238E27FC236}">
                <a16:creationId xmlns:a16="http://schemas.microsoft.com/office/drawing/2014/main" id="{3B22D725-B438-4D91-AE60-19193898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5569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6" name="G0008_scale_sequence___A__0349__poly">
            <a:extLst xmlns:a="http://schemas.openxmlformats.org/drawingml/2006/main">
              <a:ext uri="{FF2B5EF4-FFF2-40B4-BE49-F238E27FC236}">
                <a16:creationId xmlns:a16="http://schemas.microsoft.com/office/drawing/2014/main" id="{6711DC16-1F5B-4B51-AE55-C503BEE8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5840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7" name="G0008_scale_sequence___A__0350__poly">
            <a:extLst xmlns:a="http://schemas.openxmlformats.org/drawingml/2006/main">
              <a:ext uri="{FF2B5EF4-FFF2-40B4-BE49-F238E27FC236}">
                <a16:creationId xmlns:a16="http://schemas.microsoft.com/office/drawing/2014/main" id="{156AAF61-EB0F-48BC-812C-7407DA58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5306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8" name="G0008_scale_sequence___A__0351__poly">
            <a:extLst xmlns:a="http://schemas.openxmlformats.org/drawingml/2006/main">
              <a:ext uri="{FF2B5EF4-FFF2-40B4-BE49-F238E27FC236}">
                <a16:creationId xmlns:a16="http://schemas.microsoft.com/office/drawing/2014/main" id="{EF67BC93-EA8D-4789-99DD-AA33BEFF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5569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9" name="G0008_scale_sequence___A__0352__poly">
            <a:extLst xmlns:a="http://schemas.openxmlformats.org/drawingml/2006/main">
              <a:ext uri="{FF2B5EF4-FFF2-40B4-BE49-F238E27FC236}">
                <a16:creationId xmlns:a16="http://schemas.microsoft.com/office/drawing/2014/main" id="{6FE28DEB-59B5-465A-A561-4D73E657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5840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0" name="G0008_scale_sequence___A__0353__poly">
            <a:extLst xmlns:a="http://schemas.openxmlformats.org/drawingml/2006/main">
              <a:ext uri="{FF2B5EF4-FFF2-40B4-BE49-F238E27FC236}">
                <a16:creationId xmlns:a16="http://schemas.microsoft.com/office/drawing/2014/main" id="{EF6D2213-E922-4E6B-A1F4-2160A892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6103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1" name="G0008_scale_sequence___A__0354__poly">
            <a:extLst xmlns:a="http://schemas.openxmlformats.org/drawingml/2006/main">
              <a:ext uri="{FF2B5EF4-FFF2-40B4-BE49-F238E27FC236}">
                <a16:creationId xmlns:a16="http://schemas.microsoft.com/office/drawing/2014/main" id="{08D4D098-5885-4BDD-AE42-A6F94DA4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6375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2" name="G0008_scale_sequence___A__0355__poly">
            <a:extLst xmlns:a="http://schemas.openxmlformats.org/drawingml/2006/main">
              <a:ext uri="{FF2B5EF4-FFF2-40B4-BE49-F238E27FC236}">
                <a16:creationId xmlns:a16="http://schemas.microsoft.com/office/drawing/2014/main" id="{8030C44D-A61E-467B-B28A-B6CD8B8D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6638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3" name="G0008_scale_sequence___A__0356__poly">
            <a:extLst xmlns:a="http://schemas.openxmlformats.org/drawingml/2006/main">
              <a:ext uri="{FF2B5EF4-FFF2-40B4-BE49-F238E27FC236}">
                <a16:creationId xmlns:a16="http://schemas.microsoft.com/office/drawing/2014/main" id="{506BCBF4-82DC-4630-94CB-03ED17FC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69100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4" name="G0008_scale_sequence___A__0357__poly">
            <a:extLst xmlns:a="http://schemas.openxmlformats.org/drawingml/2006/main">
              <a:ext uri="{FF2B5EF4-FFF2-40B4-BE49-F238E27FC236}">
                <a16:creationId xmlns:a16="http://schemas.microsoft.com/office/drawing/2014/main" id="{58AFFC65-F613-49C9-B0E4-2521D7E9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7172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5" name="G0008_scale_sequence___A__0358__poly">
            <a:extLst xmlns:a="http://schemas.openxmlformats.org/drawingml/2006/main">
              <a:ext uri="{FF2B5EF4-FFF2-40B4-BE49-F238E27FC236}">
                <a16:creationId xmlns:a16="http://schemas.microsoft.com/office/drawing/2014/main" id="{4BC1B507-7202-4B92-A7DA-992C1151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6638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6" name="G0008_scale_sequence___A__0359__poly">
            <a:extLst xmlns:a="http://schemas.openxmlformats.org/drawingml/2006/main">
              <a:ext uri="{FF2B5EF4-FFF2-40B4-BE49-F238E27FC236}">
                <a16:creationId xmlns:a16="http://schemas.microsoft.com/office/drawing/2014/main" id="{3316C01B-2C26-4CD2-9D28-8D3C4550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69100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7" name="G0008_scale_sequence___A__0360__poly">
            <a:extLst xmlns:a="http://schemas.openxmlformats.org/drawingml/2006/main">
              <a:ext uri="{FF2B5EF4-FFF2-40B4-BE49-F238E27FC236}">
                <a16:creationId xmlns:a16="http://schemas.microsoft.com/office/drawing/2014/main" id="{FA220034-5A4D-42D3-8809-9BF9A9F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7172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8" name="G0008_scale_sequence___A__0361__poly">
            <a:extLst xmlns:a="http://schemas.openxmlformats.org/drawingml/2006/main">
              <a:ext uri="{FF2B5EF4-FFF2-40B4-BE49-F238E27FC236}">
                <a16:creationId xmlns:a16="http://schemas.microsoft.com/office/drawing/2014/main" id="{9169B686-4DD7-4289-B78A-9AB1E631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7444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9" name="G0008_scale_sequence___A__0362__poly">
            <a:extLst xmlns:a="http://schemas.openxmlformats.org/drawingml/2006/main">
              <a:ext uri="{FF2B5EF4-FFF2-40B4-BE49-F238E27FC236}">
                <a16:creationId xmlns:a16="http://schemas.microsoft.com/office/drawing/2014/main" id="{1DA3FB1B-D011-4E2A-9A5F-76233EDB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7716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0" name="G0008_scale_sequence___A__0363__poly">
            <a:extLst xmlns:a="http://schemas.openxmlformats.org/drawingml/2006/main">
              <a:ext uri="{FF2B5EF4-FFF2-40B4-BE49-F238E27FC236}">
                <a16:creationId xmlns:a16="http://schemas.microsoft.com/office/drawing/2014/main" id="{C9C0C091-FBE0-4E92-9D3B-238086B0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7979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1" name="G0008_scale_sequence___A__0364__poly">
            <a:extLst xmlns:a="http://schemas.openxmlformats.org/drawingml/2006/main">
              <a:ext uri="{FF2B5EF4-FFF2-40B4-BE49-F238E27FC236}">
                <a16:creationId xmlns:a16="http://schemas.microsoft.com/office/drawing/2014/main" id="{F690EDF4-B104-4B3A-B971-63B3DB81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8250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2" name="G0008_scale_sequence___A__0365__poly">
            <a:extLst xmlns:a="http://schemas.openxmlformats.org/drawingml/2006/main">
              <a:ext uri="{FF2B5EF4-FFF2-40B4-BE49-F238E27FC236}">
                <a16:creationId xmlns:a16="http://schemas.microsoft.com/office/drawing/2014/main" id="{99AA6743-4A3D-4B9C-BD1F-8503FE51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8513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3" name="G0008_scale_sequence___A__0366__poly">
            <a:extLst xmlns:a="http://schemas.openxmlformats.org/drawingml/2006/main">
              <a:ext uri="{FF2B5EF4-FFF2-40B4-BE49-F238E27FC236}">
                <a16:creationId xmlns:a16="http://schemas.microsoft.com/office/drawing/2014/main" id="{F6F82B8B-4495-4128-8500-1DEFE3D4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7979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4" name="G0008_scale_sequence___A__0367__poly">
            <a:extLst xmlns:a="http://schemas.openxmlformats.org/drawingml/2006/main">
              <a:ext uri="{FF2B5EF4-FFF2-40B4-BE49-F238E27FC236}">
                <a16:creationId xmlns:a16="http://schemas.microsoft.com/office/drawing/2014/main" id="{D4ED8CC1-F553-4E8A-84E4-C6298ECC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8250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5" name="G0008_scale_sequence___A__0368__poly">
            <a:extLst xmlns:a="http://schemas.openxmlformats.org/drawingml/2006/main">
              <a:ext uri="{FF2B5EF4-FFF2-40B4-BE49-F238E27FC236}">
                <a16:creationId xmlns:a16="http://schemas.microsoft.com/office/drawing/2014/main" id="{E6DE881C-9B4D-4B79-BC53-3789260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8513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6" name="G0008_scale_sequence___A__0369__poly">
            <a:extLst xmlns:a="http://schemas.openxmlformats.org/drawingml/2006/main">
              <a:ext uri="{FF2B5EF4-FFF2-40B4-BE49-F238E27FC236}">
                <a16:creationId xmlns:a16="http://schemas.microsoft.com/office/drawing/2014/main" id="{97D88801-B92B-4327-8AF2-830D7CA8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8785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7" name="G0008_scale_sequence___A__0370__poly">
            <a:extLst xmlns:a="http://schemas.openxmlformats.org/drawingml/2006/main">
              <a:ext uri="{FF2B5EF4-FFF2-40B4-BE49-F238E27FC236}">
                <a16:creationId xmlns:a16="http://schemas.microsoft.com/office/drawing/2014/main" id="{E09885AF-BD4D-4DAF-B2A5-14C96467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9048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8" name="G0008_scale_sequence___A__0371__poly">
            <a:extLst xmlns:a="http://schemas.openxmlformats.org/drawingml/2006/main">
              <a:ext uri="{FF2B5EF4-FFF2-40B4-BE49-F238E27FC236}">
                <a16:creationId xmlns:a16="http://schemas.microsoft.com/office/drawing/2014/main" id="{CD0F4EE3-925B-4B9E-8D4A-D854A717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9319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9" name="G0008_scale_sequence___A__0372__poly">
            <a:extLst xmlns:a="http://schemas.openxmlformats.org/drawingml/2006/main">
              <a:ext uri="{FF2B5EF4-FFF2-40B4-BE49-F238E27FC236}">
                <a16:creationId xmlns:a16="http://schemas.microsoft.com/office/drawing/2014/main" id="{D4C92326-24B8-4BB5-B962-06818B8A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9582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0" name="G0008_scale_sequence___A__0373__poly">
            <a:extLst xmlns:a="http://schemas.openxmlformats.org/drawingml/2006/main">
              <a:ext uri="{FF2B5EF4-FFF2-40B4-BE49-F238E27FC236}">
                <a16:creationId xmlns:a16="http://schemas.microsoft.com/office/drawing/2014/main" id="{87730053-F206-4547-BB60-82A234AD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9854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1" name="G0008_scale_sequence___A__0374__poly">
            <a:extLst xmlns:a="http://schemas.openxmlformats.org/drawingml/2006/main">
              <a:ext uri="{FF2B5EF4-FFF2-40B4-BE49-F238E27FC236}">
                <a16:creationId xmlns:a16="http://schemas.microsoft.com/office/drawing/2014/main" id="{EC707431-E072-4B17-9D50-039927A6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9319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2" name="G0008_scale_sequence___A__0375__poly">
            <a:extLst xmlns:a="http://schemas.openxmlformats.org/drawingml/2006/main">
              <a:ext uri="{FF2B5EF4-FFF2-40B4-BE49-F238E27FC236}">
                <a16:creationId xmlns:a16="http://schemas.microsoft.com/office/drawing/2014/main" id="{5670AABA-05E1-4D4A-B046-158C3947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9582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3" name="G0008_scale_sequence___A__0376__poly">
            <a:extLst xmlns:a="http://schemas.openxmlformats.org/drawingml/2006/main">
              <a:ext uri="{FF2B5EF4-FFF2-40B4-BE49-F238E27FC236}">
                <a16:creationId xmlns:a16="http://schemas.microsoft.com/office/drawing/2014/main" id="{935BD945-A367-41F5-A489-5C98C8F2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9854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4" name="G0008_scale_sequence___A__0377__poly">
            <a:extLst xmlns:a="http://schemas.openxmlformats.org/drawingml/2006/main">
              <a:ext uri="{FF2B5EF4-FFF2-40B4-BE49-F238E27FC236}">
                <a16:creationId xmlns:a16="http://schemas.microsoft.com/office/drawing/2014/main" id="{D5F48D46-1385-49F3-B8B5-4FC03081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100117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5" name="G0008_scale_sequence___A__0378__poly">
            <a:extLst xmlns:a="http://schemas.openxmlformats.org/drawingml/2006/main">
              <a:ext uri="{FF2B5EF4-FFF2-40B4-BE49-F238E27FC236}">
                <a16:creationId xmlns:a16="http://schemas.microsoft.com/office/drawing/2014/main" id="{AD041282-E94D-4156-9636-389ADEAD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100388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6" name="G0008_scale_sequence___A__0379__poly">
            <a:extLst xmlns:a="http://schemas.openxmlformats.org/drawingml/2006/main">
              <a:ext uri="{FF2B5EF4-FFF2-40B4-BE49-F238E27FC236}">
                <a16:creationId xmlns:a16="http://schemas.microsoft.com/office/drawing/2014/main" id="{D3EEAB63-3E69-43F6-9E12-2D5DA7D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100660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7" name="G0008_scale_sequence___A__0380__poly">
            <a:extLst xmlns:a="http://schemas.openxmlformats.org/drawingml/2006/main">
              <a:ext uri="{FF2B5EF4-FFF2-40B4-BE49-F238E27FC236}">
                <a16:creationId xmlns:a16="http://schemas.microsoft.com/office/drawing/2014/main" id="{54DA43AC-7CF6-40A0-AB2C-C9ADE7B3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100923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8" name="G0008_scale_sequence___A__0381__poly">
            <a:extLst xmlns:a="http://schemas.openxmlformats.org/drawingml/2006/main">
              <a:ext uri="{FF2B5EF4-FFF2-40B4-BE49-F238E27FC236}">
                <a16:creationId xmlns:a16="http://schemas.microsoft.com/office/drawing/2014/main" id="{2036E4C0-2FFD-4D35-9D6B-06031C4F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101195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9" name="G0008_scale_sequence___A__0385__poly">
            <a:extLst xmlns:a="http://schemas.openxmlformats.org/drawingml/2006/main">
              <a:ext uri="{FF2B5EF4-FFF2-40B4-BE49-F238E27FC236}">
                <a16:creationId xmlns:a16="http://schemas.microsoft.com/office/drawing/2014/main" id="{815E2E1E-6C17-41F6-946B-3030F82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5334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0" name="G0008_scale_sequence___A__0386__poly">
            <a:extLst xmlns:a="http://schemas.openxmlformats.org/drawingml/2006/main">
              <a:ext uri="{FF2B5EF4-FFF2-40B4-BE49-F238E27FC236}">
                <a16:creationId xmlns:a16="http://schemas.microsoft.com/office/drawing/2014/main" id="{29D7244D-7DFD-4CC1-8C0A-E70AEC84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85702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1" name="G0008_scale_sequence___A__0387__poly">
            <a:extLst xmlns:a="http://schemas.openxmlformats.org/drawingml/2006/main">
              <a:ext uri="{FF2B5EF4-FFF2-40B4-BE49-F238E27FC236}">
                <a16:creationId xmlns:a16="http://schemas.microsoft.com/office/drawing/2014/main" id="{8605BFF9-2B67-4829-83FD-62B2754E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86070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2" name="G0008_scale_sequence___A__0388__poly">
            <a:extLst xmlns:a="http://schemas.openxmlformats.org/drawingml/2006/main">
              <a:ext uri="{FF2B5EF4-FFF2-40B4-BE49-F238E27FC236}">
                <a16:creationId xmlns:a16="http://schemas.microsoft.com/office/drawing/2014/main" id="{B8A06E73-AA71-470C-9490-0C29C249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86438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3" name="G0008_scale_sequence___A__0389__poly">
            <a:extLst xmlns:a="http://schemas.openxmlformats.org/drawingml/2006/main">
              <a:ext uri="{FF2B5EF4-FFF2-40B4-BE49-F238E27FC236}">
                <a16:creationId xmlns:a16="http://schemas.microsoft.com/office/drawing/2014/main" id="{0D02AFAE-59BB-4B05-8E73-C3BC127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86806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4" name="G0008_scale_sequence___A__0390__poly">
            <a:extLst xmlns:a="http://schemas.openxmlformats.org/drawingml/2006/main">
              <a:ext uri="{FF2B5EF4-FFF2-40B4-BE49-F238E27FC236}">
                <a16:creationId xmlns:a16="http://schemas.microsoft.com/office/drawing/2014/main" id="{CB9E9D7F-0AAF-4648-98C9-6F47899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87174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5" name="G0008_scale_sequence___A__0391__poly">
            <a:extLst xmlns:a="http://schemas.openxmlformats.org/drawingml/2006/main">
              <a:ext uri="{FF2B5EF4-FFF2-40B4-BE49-F238E27FC236}">
                <a16:creationId xmlns:a16="http://schemas.microsoft.com/office/drawing/2014/main" id="{9784FB05-A48D-4217-A3CE-3C0FA230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87542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6" name="G0008_scale_sequence___A__0392__poly">
            <a:extLst xmlns:a="http://schemas.openxmlformats.org/drawingml/2006/main">
              <a:ext uri="{FF2B5EF4-FFF2-40B4-BE49-F238E27FC236}">
                <a16:creationId xmlns:a16="http://schemas.microsoft.com/office/drawing/2014/main" id="{49589743-D684-4150-A301-7234B64C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87910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7" name="G0008_scale_sequence___A__0393__poly">
            <a:extLst xmlns:a="http://schemas.openxmlformats.org/drawingml/2006/main">
              <a:ext uri="{FF2B5EF4-FFF2-40B4-BE49-F238E27FC236}">
                <a16:creationId xmlns:a16="http://schemas.microsoft.com/office/drawing/2014/main" id="{D73B41FC-AA6D-485A-9B76-047F8FDC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88278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8" name="G0008_scale_sequence___A__0394__poly">
            <a:extLst xmlns:a="http://schemas.openxmlformats.org/drawingml/2006/main">
              <a:ext uri="{FF2B5EF4-FFF2-40B4-BE49-F238E27FC236}">
                <a16:creationId xmlns:a16="http://schemas.microsoft.com/office/drawing/2014/main" id="{CA500C49-FCE4-4517-9E2F-83F53AB2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88646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9" name="G0008_scale_sequence___A__0395__poly">
            <a:extLst xmlns:a="http://schemas.openxmlformats.org/drawingml/2006/main">
              <a:ext uri="{FF2B5EF4-FFF2-40B4-BE49-F238E27FC236}">
                <a16:creationId xmlns:a16="http://schemas.microsoft.com/office/drawing/2014/main" id="{F06735DE-2F47-410E-945E-BF1C19CC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7174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0" name="G0008_scale_sequence___A__0396__poly">
            <a:extLst xmlns:a="http://schemas.openxmlformats.org/drawingml/2006/main">
              <a:ext uri="{FF2B5EF4-FFF2-40B4-BE49-F238E27FC236}">
                <a16:creationId xmlns:a16="http://schemas.microsoft.com/office/drawing/2014/main" id="{129D3431-C297-4969-B3EB-7989D5D2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87542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1" name="G0008_scale_sequence___A__0397__poly">
            <a:extLst xmlns:a="http://schemas.openxmlformats.org/drawingml/2006/main">
              <a:ext uri="{FF2B5EF4-FFF2-40B4-BE49-F238E27FC236}">
                <a16:creationId xmlns:a16="http://schemas.microsoft.com/office/drawing/2014/main" id="{444C2863-5EC5-429F-9E3A-22306ABF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87910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2" name="G0008_scale_sequence___A__0398__poly">
            <a:extLst xmlns:a="http://schemas.openxmlformats.org/drawingml/2006/main">
              <a:ext uri="{FF2B5EF4-FFF2-40B4-BE49-F238E27FC236}">
                <a16:creationId xmlns:a16="http://schemas.microsoft.com/office/drawing/2014/main" id="{DDA9DBB2-7B8F-4778-ABCD-13C5B128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88278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3" name="G0008_scale_sequence___A__0399__poly">
            <a:extLst xmlns:a="http://schemas.openxmlformats.org/drawingml/2006/main">
              <a:ext uri="{FF2B5EF4-FFF2-40B4-BE49-F238E27FC236}">
                <a16:creationId xmlns:a16="http://schemas.microsoft.com/office/drawing/2014/main" id="{02F4F7F9-5AE2-41E3-8219-D78AC81D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88646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4" name="G0008_scale_sequence___A__0400__poly">
            <a:extLst xmlns:a="http://schemas.openxmlformats.org/drawingml/2006/main">
              <a:ext uri="{FF2B5EF4-FFF2-40B4-BE49-F238E27FC236}">
                <a16:creationId xmlns:a16="http://schemas.microsoft.com/office/drawing/2014/main" id="{7A1CE894-A03B-437F-9840-9D4E81D2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89014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5" name="G0008_scale_sequence___A__0401__poly">
            <a:extLst xmlns:a="http://schemas.openxmlformats.org/drawingml/2006/main">
              <a:ext uri="{FF2B5EF4-FFF2-40B4-BE49-F238E27FC236}">
                <a16:creationId xmlns:a16="http://schemas.microsoft.com/office/drawing/2014/main" id="{95CB9E52-B98D-40DB-A828-70AC7A35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89382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6" name="G0008_scale_sequence___A__0402__poly">
            <a:extLst xmlns:a="http://schemas.openxmlformats.org/drawingml/2006/main">
              <a:ext uri="{FF2B5EF4-FFF2-40B4-BE49-F238E27FC236}">
                <a16:creationId xmlns:a16="http://schemas.microsoft.com/office/drawing/2014/main" id="{113D4032-3FCC-4E0B-9F74-B90B1F8C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89750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7" name="G0008_scale_sequence___A__0403__poly">
            <a:extLst xmlns:a="http://schemas.openxmlformats.org/drawingml/2006/main">
              <a:ext uri="{FF2B5EF4-FFF2-40B4-BE49-F238E27FC236}">
                <a16:creationId xmlns:a16="http://schemas.microsoft.com/office/drawing/2014/main" id="{024F0F8B-1374-4975-B264-96EEE5C6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0118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8" name="G0008_scale_sequence___A__0404__poly">
            <a:extLst xmlns:a="http://schemas.openxmlformats.org/drawingml/2006/main">
              <a:ext uri="{FF2B5EF4-FFF2-40B4-BE49-F238E27FC236}">
                <a16:creationId xmlns:a16="http://schemas.microsoft.com/office/drawing/2014/main" id="{C9C5B4F1-B419-442F-8CF4-CCE8F9BB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0486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9" name="G0008_scale_sequence___A__0405__poly">
            <a:extLst xmlns:a="http://schemas.openxmlformats.org/drawingml/2006/main">
              <a:ext uri="{FF2B5EF4-FFF2-40B4-BE49-F238E27FC236}">
                <a16:creationId xmlns:a16="http://schemas.microsoft.com/office/drawing/2014/main" id="{2AE0155D-CA73-4A51-901C-753679F1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9014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0" name="G0008_scale_sequence___A__0406__poly">
            <a:extLst xmlns:a="http://schemas.openxmlformats.org/drawingml/2006/main">
              <a:ext uri="{FF2B5EF4-FFF2-40B4-BE49-F238E27FC236}">
                <a16:creationId xmlns:a16="http://schemas.microsoft.com/office/drawing/2014/main" id="{3B780EFF-5CF4-4AA6-BBC6-4EFEDD38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89382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1" name="G0008_scale_sequence___A__0407__poly">
            <a:extLst xmlns:a="http://schemas.openxmlformats.org/drawingml/2006/main">
              <a:ext uri="{FF2B5EF4-FFF2-40B4-BE49-F238E27FC236}">
                <a16:creationId xmlns:a16="http://schemas.microsoft.com/office/drawing/2014/main" id="{55EC175A-9109-4444-B06B-7A802EB3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89750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2" name="G0008_scale_sequence___A__0408__poly">
            <a:extLst xmlns:a="http://schemas.openxmlformats.org/drawingml/2006/main">
              <a:ext uri="{FF2B5EF4-FFF2-40B4-BE49-F238E27FC236}">
                <a16:creationId xmlns:a16="http://schemas.microsoft.com/office/drawing/2014/main" id="{84986466-3DDB-43E8-8993-FBE96FB4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0118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3" name="G0008_scale_sequence___A__0409__poly">
            <a:extLst xmlns:a="http://schemas.openxmlformats.org/drawingml/2006/main">
              <a:ext uri="{FF2B5EF4-FFF2-40B4-BE49-F238E27FC236}">
                <a16:creationId xmlns:a16="http://schemas.microsoft.com/office/drawing/2014/main" id="{BACF3888-5A06-4501-90B4-4B7011ED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0486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4" name="G0008_scale_sequence___A__0410__poly">
            <a:extLst xmlns:a="http://schemas.openxmlformats.org/drawingml/2006/main">
              <a:ext uri="{FF2B5EF4-FFF2-40B4-BE49-F238E27FC236}">
                <a16:creationId xmlns:a16="http://schemas.microsoft.com/office/drawing/2014/main" id="{C6A76D9D-44F7-4045-95AF-04656479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0854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5" name="G0008_scale_sequence___A__0411__poly">
            <a:extLst xmlns:a="http://schemas.openxmlformats.org/drawingml/2006/main">
              <a:ext uri="{FF2B5EF4-FFF2-40B4-BE49-F238E27FC236}">
                <a16:creationId xmlns:a16="http://schemas.microsoft.com/office/drawing/2014/main" id="{7F08519F-65F8-4CE4-95DF-E2EEB257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1222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6" name="G0008_scale_sequence___A__0412__poly">
            <a:extLst xmlns:a="http://schemas.openxmlformats.org/drawingml/2006/main">
              <a:ext uri="{FF2B5EF4-FFF2-40B4-BE49-F238E27FC236}">
                <a16:creationId xmlns:a16="http://schemas.microsoft.com/office/drawing/2014/main" id="{8CC481CF-DB4B-4D19-8352-8919AF0A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1590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7" name="G0008_scale_sequence___A__0413__poly">
            <a:extLst xmlns:a="http://schemas.openxmlformats.org/drawingml/2006/main">
              <a:ext uri="{FF2B5EF4-FFF2-40B4-BE49-F238E27FC236}">
                <a16:creationId xmlns:a16="http://schemas.microsoft.com/office/drawing/2014/main" id="{2E345884-93AA-44B1-84C0-52A585BE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1958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8" name="G0008_scale_sequence___A__0414__poly">
            <a:extLst xmlns:a="http://schemas.openxmlformats.org/drawingml/2006/main">
              <a:ext uri="{FF2B5EF4-FFF2-40B4-BE49-F238E27FC236}">
                <a16:creationId xmlns:a16="http://schemas.microsoft.com/office/drawing/2014/main" id="{03E89624-5C37-439A-9B31-3892CB4E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2327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9" name="G0008_scale_sequence___A__0415__poly">
            <a:extLst xmlns:a="http://schemas.openxmlformats.org/drawingml/2006/main">
              <a:ext uri="{FF2B5EF4-FFF2-40B4-BE49-F238E27FC236}">
                <a16:creationId xmlns:a16="http://schemas.microsoft.com/office/drawing/2014/main" id="{B1BAAD51-B054-4EB7-869C-E3104449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0854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0" name="G0008_scale_sequence___A__0416__poly">
            <a:extLst xmlns:a="http://schemas.openxmlformats.org/drawingml/2006/main">
              <a:ext uri="{FF2B5EF4-FFF2-40B4-BE49-F238E27FC236}">
                <a16:creationId xmlns:a16="http://schemas.microsoft.com/office/drawing/2014/main" id="{8AF6F886-D5FB-491B-BF9A-0D1B30F4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1222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1" name="G0008_scale_sequence___A__0417__poly">
            <a:extLst xmlns:a="http://schemas.openxmlformats.org/drawingml/2006/main">
              <a:ext uri="{FF2B5EF4-FFF2-40B4-BE49-F238E27FC236}">
                <a16:creationId xmlns:a16="http://schemas.microsoft.com/office/drawing/2014/main" id="{A2AC4E0C-7B68-46DD-B08A-A312A16F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1590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2" name="G0008_scale_sequence___A__0418__poly">
            <a:extLst xmlns:a="http://schemas.openxmlformats.org/drawingml/2006/main">
              <a:ext uri="{FF2B5EF4-FFF2-40B4-BE49-F238E27FC236}">
                <a16:creationId xmlns:a16="http://schemas.microsoft.com/office/drawing/2014/main" id="{A06EAF02-9171-423B-9628-1BB447D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1958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3" name="G0008_scale_sequence___A__0419__poly">
            <a:extLst xmlns:a="http://schemas.openxmlformats.org/drawingml/2006/main">
              <a:ext uri="{FF2B5EF4-FFF2-40B4-BE49-F238E27FC236}">
                <a16:creationId xmlns:a16="http://schemas.microsoft.com/office/drawing/2014/main" id="{FF5F50C2-3C2D-4167-9434-D900A277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2327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4" name="G0008_scale_sequence___A__0420__poly">
            <a:extLst xmlns:a="http://schemas.openxmlformats.org/drawingml/2006/main">
              <a:ext uri="{FF2B5EF4-FFF2-40B4-BE49-F238E27FC236}">
                <a16:creationId xmlns:a16="http://schemas.microsoft.com/office/drawing/2014/main" id="{4B4473F9-D461-42F3-A91D-7790E837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2695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5" name="G0008_scale_sequence___A__0421__poly">
            <a:extLst xmlns:a="http://schemas.openxmlformats.org/drawingml/2006/main">
              <a:ext uri="{FF2B5EF4-FFF2-40B4-BE49-F238E27FC236}">
                <a16:creationId xmlns:a16="http://schemas.microsoft.com/office/drawing/2014/main" id="{6E9194CF-F85E-4CAC-9A59-6FD53314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3063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6" name="G0008_scale_sequence___A__0422__poly">
            <a:extLst xmlns:a="http://schemas.openxmlformats.org/drawingml/2006/main">
              <a:ext uri="{FF2B5EF4-FFF2-40B4-BE49-F238E27FC236}">
                <a16:creationId xmlns:a16="http://schemas.microsoft.com/office/drawing/2014/main" id="{B4C12C32-4D9B-4689-9DE2-59F4D176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3431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7" name="G0008_scale_sequence___A__0423__poly">
            <a:extLst xmlns:a="http://schemas.openxmlformats.org/drawingml/2006/main">
              <a:ext uri="{FF2B5EF4-FFF2-40B4-BE49-F238E27FC236}">
                <a16:creationId xmlns:a16="http://schemas.microsoft.com/office/drawing/2014/main" id="{9B750F2B-392C-4D30-A1DB-E259ABF8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3799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8" name="G0008_scale_sequence___A__0424__poly">
            <a:extLst xmlns:a="http://schemas.openxmlformats.org/drawingml/2006/main">
              <a:ext uri="{FF2B5EF4-FFF2-40B4-BE49-F238E27FC236}">
                <a16:creationId xmlns:a16="http://schemas.microsoft.com/office/drawing/2014/main" id="{711EA16C-7A58-49D6-8899-7A736F2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4167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9" name="G0008_scale_sequence___A__0425__poly">
            <a:extLst xmlns:a="http://schemas.openxmlformats.org/drawingml/2006/main">
              <a:ext uri="{FF2B5EF4-FFF2-40B4-BE49-F238E27FC236}">
                <a16:creationId xmlns:a16="http://schemas.microsoft.com/office/drawing/2014/main" id="{81C0C1F0-64F8-45A1-BEEA-0F51AD94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2695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0" name="G0008_scale_sequence___A__0426__poly">
            <a:extLst xmlns:a="http://schemas.openxmlformats.org/drawingml/2006/main">
              <a:ext uri="{FF2B5EF4-FFF2-40B4-BE49-F238E27FC236}">
                <a16:creationId xmlns:a16="http://schemas.microsoft.com/office/drawing/2014/main" id="{F372FFD9-3ED8-4154-8530-5F2FD570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3063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1" name="G0008_scale_sequence___A__0427__poly">
            <a:extLst xmlns:a="http://schemas.openxmlformats.org/drawingml/2006/main">
              <a:ext uri="{FF2B5EF4-FFF2-40B4-BE49-F238E27FC236}">
                <a16:creationId xmlns:a16="http://schemas.microsoft.com/office/drawing/2014/main" id="{4D735D95-9DC9-4416-B51D-FB03C81F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3431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2" name="G0008_scale_sequence___A__0428__poly">
            <a:extLst xmlns:a="http://schemas.openxmlformats.org/drawingml/2006/main">
              <a:ext uri="{FF2B5EF4-FFF2-40B4-BE49-F238E27FC236}">
                <a16:creationId xmlns:a16="http://schemas.microsoft.com/office/drawing/2014/main" id="{BDE0A653-7164-4BB3-AF2E-E6A08046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3799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3" name="G0008_scale_sequence___A__0429__poly">
            <a:extLst xmlns:a="http://schemas.openxmlformats.org/drawingml/2006/main">
              <a:ext uri="{FF2B5EF4-FFF2-40B4-BE49-F238E27FC236}">
                <a16:creationId xmlns:a16="http://schemas.microsoft.com/office/drawing/2014/main" id="{202CFBE4-A435-4275-BFBC-B164C36F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4167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4" name="G0008_scale_sequence___A__0430__poly">
            <a:extLst xmlns:a="http://schemas.openxmlformats.org/drawingml/2006/main">
              <a:ext uri="{FF2B5EF4-FFF2-40B4-BE49-F238E27FC236}">
                <a16:creationId xmlns:a16="http://schemas.microsoft.com/office/drawing/2014/main" id="{686A7E7E-FBCE-4EAF-BDBB-2F2CAE0D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4535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5" name="G0008_scale_sequence___A__0431__poly">
            <a:extLst xmlns:a="http://schemas.openxmlformats.org/drawingml/2006/main">
              <a:ext uri="{FF2B5EF4-FFF2-40B4-BE49-F238E27FC236}">
                <a16:creationId xmlns:a16="http://schemas.microsoft.com/office/drawing/2014/main" id="{1205007E-921C-42EB-A2E8-A27920A2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4903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6" name="G0008_scale_sequence___A__0432__poly">
            <a:extLst xmlns:a="http://schemas.openxmlformats.org/drawingml/2006/main">
              <a:ext uri="{FF2B5EF4-FFF2-40B4-BE49-F238E27FC236}">
                <a16:creationId xmlns:a16="http://schemas.microsoft.com/office/drawing/2014/main" id="{27D44ADC-0D33-4272-BDB5-772EF308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5271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7" name="G0008_scale_sequence___A__0433__poly">
            <a:extLst xmlns:a="http://schemas.openxmlformats.org/drawingml/2006/main">
              <a:ext uri="{FF2B5EF4-FFF2-40B4-BE49-F238E27FC236}">
                <a16:creationId xmlns:a16="http://schemas.microsoft.com/office/drawing/2014/main" id="{88FB5E03-6883-46C2-9F63-8E72F6A6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5639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8" name="G0008_scale_sequence___A__0434__poly">
            <a:extLst xmlns:a="http://schemas.openxmlformats.org/drawingml/2006/main">
              <a:ext uri="{FF2B5EF4-FFF2-40B4-BE49-F238E27FC236}">
                <a16:creationId xmlns:a16="http://schemas.microsoft.com/office/drawing/2014/main" id="{1CA7C52A-AC0F-47C8-A089-19B0AB51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6007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9" name="G0008_scale_sequence___A__0435__poly">
            <a:extLst xmlns:a="http://schemas.openxmlformats.org/drawingml/2006/main">
              <a:ext uri="{FF2B5EF4-FFF2-40B4-BE49-F238E27FC236}">
                <a16:creationId xmlns:a16="http://schemas.microsoft.com/office/drawing/2014/main" id="{089F0E59-1E89-4260-900E-E6CCC0DD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4535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0" name="G0008_scale_sequence___A__0436__poly">
            <a:extLst xmlns:a="http://schemas.openxmlformats.org/drawingml/2006/main">
              <a:ext uri="{FF2B5EF4-FFF2-40B4-BE49-F238E27FC236}">
                <a16:creationId xmlns:a16="http://schemas.microsoft.com/office/drawing/2014/main" id="{7CD488A3-1E0E-4EEB-8173-C21EF4ED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4903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1" name="G0008_scale_sequence___A__0437__poly">
            <a:extLst xmlns:a="http://schemas.openxmlformats.org/drawingml/2006/main">
              <a:ext uri="{FF2B5EF4-FFF2-40B4-BE49-F238E27FC236}">
                <a16:creationId xmlns:a16="http://schemas.microsoft.com/office/drawing/2014/main" id="{0A16C6BD-02C7-4D12-B03F-91BADB90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5271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2" name="G0008_scale_sequence___A__0438__poly">
            <a:extLst xmlns:a="http://schemas.openxmlformats.org/drawingml/2006/main">
              <a:ext uri="{FF2B5EF4-FFF2-40B4-BE49-F238E27FC236}">
                <a16:creationId xmlns:a16="http://schemas.microsoft.com/office/drawing/2014/main" id="{C4541BB0-80BB-4A1C-ACBE-302E7E84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5639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3" name="G0008_scale_sequence___A__0439__poly">
            <a:extLst xmlns:a="http://schemas.openxmlformats.org/drawingml/2006/main">
              <a:ext uri="{FF2B5EF4-FFF2-40B4-BE49-F238E27FC236}">
                <a16:creationId xmlns:a16="http://schemas.microsoft.com/office/drawing/2014/main" id="{D2F9FF6A-E49D-48DE-8376-0B29F42C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6007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4" name="G0008_scale_sequence___A__0440__poly">
            <a:extLst xmlns:a="http://schemas.openxmlformats.org/drawingml/2006/main">
              <a:ext uri="{FF2B5EF4-FFF2-40B4-BE49-F238E27FC236}">
                <a16:creationId xmlns:a16="http://schemas.microsoft.com/office/drawing/2014/main" id="{3BC0B918-0D98-45BB-B84C-5DAC5719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6375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5" name="G0008_scale_sequence___A__0441__poly">
            <a:extLst xmlns:a="http://schemas.openxmlformats.org/drawingml/2006/main">
              <a:ext uri="{FF2B5EF4-FFF2-40B4-BE49-F238E27FC236}">
                <a16:creationId xmlns:a16="http://schemas.microsoft.com/office/drawing/2014/main" id="{9B4ACBD2-FB94-465F-9188-DE273EB5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6743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6" name="G0008_scale_sequence___A__0442__poly">
            <a:extLst xmlns:a="http://schemas.openxmlformats.org/drawingml/2006/main">
              <a:ext uri="{FF2B5EF4-FFF2-40B4-BE49-F238E27FC236}">
                <a16:creationId xmlns:a16="http://schemas.microsoft.com/office/drawing/2014/main" id="{F01B7DA3-9D6A-43F6-BD16-E12D1F96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7111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7" name="G0008_scale_sequence___A__0443__poly">
            <a:extLst xmlns:a="http://schemas.openxmlformats.org/drawingml/2006/main">
              <a:ext uri="{FF2B5EF4-FFF2-40B4-BE49-F238E27FC236}">
                <a16:creationId xmlns:a16="http://schemas.microsoft.com/office/drawing/2014/main" id="{D38D90EB-AB6F-4E9A-8B8A-148703AB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7479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8" name="G0008_scale_sequence___A__0444__poly">
            <a:extLst xmlns:a="http://schemas.openxmlformats.org/drawingml/2006/main">
              <a:ext uri="{FF2B5EF4-FFF2-40B4-BE49-F238E27FC236}">
                <a16:creationId xmlns:a16="http://schemas.microsoft.com/office/drawing/2014/main" id="{122A2CEF-5D0E-4D7E-B339-59385AC6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7847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9" name="G0008_scale_sequence___A__0445__poly">
            <a:extLst xmlns:a="http://schemas.openxmlformats.org/drawingml/2006/main">
              <a:ext uri="{FF2B5EF4-FFF2-40B4-BE49-F238E27FC236}">
                <a16:creationId xmlns:a16="http://schemas.microsoft.com/office/drawing/2014/main" id="{E74BF8BB-302F-40E0-8B24-9E4F2BFD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6375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0" name="G0008_scale_sequence___A__0446__poly">
            <a:extLst xmlns:a="http://schemas.openxmlformats.org/drawingml/2006/main">
              <a:ext uri="{FF2B5EF4-FFF2-40B4-BE49-F238E27FC236}">
                <a16:creationId xmlns:a16="http://schemas.microsoft.com/office/drawing/2014/main" id="{CFD5D0C5-C004-40E2-B523-6C50A5F4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6743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1" name="G0008_scale_sequence___A__0447__poly">
            <a:extLst xmlns:a="http://schemas.openxmlformats.org/drawingml/2006/main">
              <a:ext uri="{FF2B5EF4-FFF2-40B4-BE49-F238E27FC236}">
                <a16:creationId xmlns:a16="http://schemas.microsoft.com/office/drawing/2014/main" id="{8A6B3CA9-A22A-413E-B495-20956A62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7111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2" name="G0008_scale_sequence___A__0448__poly">
            <a:extLst xmlns:a="http://schemas.openxmlformats.org/drawingml/2006/main">
              <a:ext uri="{FF2B5EF4-FFF2-40B4-BE49-F238E27FC236}">
                <a16:creationId xmlns:a16="http://schemas.microsoft.com/office/drawing/2014/main" id="{64EA3ABE-B0DC-4B7B-BBF9-808A5E9A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7479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3" name="G0008_scale_sequence___A__0449__poly">
            <a:extLst xmlns:a="http://schemas.openxmlformats.org/drawingml/2006/main">
              <a:ext uri="{FF2B5EF4-FFF2-40B4-BE49-F238E27FC236}">
                <a16:creationId xmlns:a16="http://schemas.microsoft.com/office/drawing/2014/main" id="{BFFD1BD9-FEC7-469B-A1CB-E1EEA073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7847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4" name="G0008_scale_sequence___A__0450__poly">
            <a:extLst xmlns:a="http://schemas.openxmlformats.org/drawingml/2006/main">
              <a:ext uri="{FF2B5EF4-FFF2-40B4-BE49-F238E27FC236}">
                <a16:creationId xmlns:a16="http://schemas.microsoft.com/office/drawing/2014/main" id="{B8D2622E-44AB-4B18-8549-234EBBCE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8215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5" name="G0008_scale_sequence___A__0451__poly">
            <a:extLst xmlns:a="http://schemas.openxmlformats.org/drawingml/2006/main">
              <a:ext uri="{FF2B5EF4-FFF2-40B4-BE49-F238E27FC236}">
                <a16:creationId xmlns:a16="http://schemas.microsoft.com/office/drawing/2014/main" id="{6804A861-7118-4E6F-81AC-92A91E56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8583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6" name="G0008_scale_sequence___A__0452__poly">
            <a:extLst xmlns:a="http://schemas.openxmlformats.org/drawingml/2006/main">
              <a:ext uri="{FF2B5EF4-FFF2-40B4-BE49-F238E27FC236}">
                <a16:creationId xmlns:a16="http://schemas.microsoft.com/office/drawing/2014/main" id="{B86430C9-8CB3-46EF-98A0-937E39D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8951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7" name="G0008_scale_sequence___A__0453__poly">
            <a:extLst xmlns:a="http://schemas.openxmlformats.org/drawingml/2006/main">
              <a:ext uri="{FF2B5EF4-FFF2-40B4-BE49-F238E27FC236}">
                <a16:creationId xmlns:a16="http://schemas.microsoft.com/office/drawing/2014/main" id="{F21D21CC-E7D1-4021-87C2-A49F239B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9319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8" name="G0008_scale_sequence___A__0454__poly">
            <a:extLst xmlns:a="http://schemas.openxmlformats.org/drawingml/2006/main">
              <a:ext uri="{FF2B5EF4-FFF2-40B4-BE49-F238E27FC236}">
                <a16:creationId xmlns:a16="http://schemas.microsoft.com/office/drawing/2014/main" id="{F076CF4C-DE36-463A-9853-FF35E84A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9687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9" name="G0008_scale_sequence___A__0455__poly">
            <a:extLst xmlns:a="http://schemas.openxmlformats.org/drawingml/2006/main">
              <a:ext uri="{FF2B5EF4-FFF2-40B4-BE49-F238E27FC236}">
                <a16:creationId xmlns:a16="http://schemas.microsoft.com/office/drawing/2014/main" id="{277A16E2-A885-43C6-B7F1-18F7FA94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8215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0" name="G0008_scale_sequence___A__0456__poly">
            <a:extLst xmlns:a="http://schemas.openxmlformats.org/drawingml/2006/main">
              <a:ext uri="{FF2B5EF4-FFF2-40B4-BE49-F238E27FC236}">
                <a16:creationId xmlns:a16="http://schemas.microsoft.com/office/drawing/2014/main" id="{0771CB49-66DF-4317-969B-5719FB4A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8583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1" name="G0008_scale_sequence___A__0457__poly">
            <a:extLst xmlns:a="http://schemas.openxmlformats.org/drawingml/2006/main">
              <a:ext uri="{FF2B5EF4-FFF2-40B4-BE49-F238E27FC236}">
                <a16:creationId xmlns:a16="http://schemas.microsoft.com/office/drawing/2014/main" id="{209C3C8D-088A-4AC5-854E-10D51310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8951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2" name="G0008_scale_sequence___A__0458__poly">
            <a:extLst xmlns:a="http://schemas.openxmlformats.org/drawingml/2006/main">
              <a:ext uri="{FF2B5EF4-FFF2-40B4-BE49-F238E27FC236}">
                <a16:creationId xmlns:a16="http://schemas.microsoft.com/office/drawing/2014/main" id="{ED4355A2-A584-4036-9C5E-96110106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9319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3" name="G0008_scale_sequence___A__0459__poly">
            <a:extLst xmlns:a="http://schemas.openxmlformats.org/drawingml/2006/main">
              <a:ext uri="{FF2B5EF4-FFF2-40B4-BE49-F238E27FC236}">
                <a16:creationId xmlns:a16="http://schemas.microsoft.com/office/drawing/2014/main" id="{22161BD4-C3EC-408B-B864-4FB3AA8D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9687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4" name="G0008_scale_sequence___A__0460__poly">
            <a:extLst xmlns:a="http://schemas.openxmlformats.org/drawingml/2006/main">
              <a:ext uri="{FF2B5EF4-FFF2-40B4-BE49-F238E27FC236}">
                <a16:creationId xmlns:a16="http://schemas.microsoft.com/office/drawing/2014/main" id="{1CF68D9F-5305-460E-97E2-82C5142C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0055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5" name="G0008_scale_sequence___A__0461__poly">
            <a:extLst xmlns:a="http://schemas.openxmlformats.org/drawingml/2006/main">
              <a:ext uri="{FF2B5EF4-FFF2-40B4-BE49-F238E27FC236}">
                <a16:creationId xmlns:a16="http://schemas.microsoft.com/office/drawing/2014/main" id="{07540273-820D-48BF-B804-9A4AEB07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100424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6" name="G0008_scale_sequence___A__0462__poly">
            <a:extLst xmlns:a="http://schemas.openxmlformats.org/drawingml/2006/main">
              <a:ext uri="{FF2B5EF4-FFF2-40B4-BE49-F238E27FC236}">
                <a16:creationId xmlns:a16="http://schemas.microsoft.com/office/drawing/2014/main" id="{ED91106A-B601-4EFF-9B26-75BC2084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100792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7" name="G0008_scale_sequence___A__0463__poly">
            <a:extLst xmlns:a="http://schemas.openxmlformats.org/drawingml/2006/main">
              <a:ext uri="{FF2B5EF4-FFF2-40B4-BE49-F238E27FC236}">
                <a16:creationId xmlns:a16="http://schemas.microsoft.com/office/drawing/2014/main" id="{EE7EAF8D-43FF-4F3E-B922-4FCECB66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101160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8" name="G0008_scale_sequence___A__0464__poly">
            <a:extLst xmlns:a="http://schemas.openxmlformats.org/drawingml/2006/main">
              <a:ext uri="{FF2B5EF4-FFF2-40B4-BE49-F238E27FC236}">
                <a16:creationId xmlns:a16="http://schemas.microsoft.com/office/drawing/2014/main" id="{D4A8194E-403E-44A3-9E58-00E50008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101528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9" name="G0008_scale_sequence___A__0465__poly">
            <a:extLst xmlns:a="http://schemas.openxmlformats.org/drawingml/2006/main">
              <a:ext uri="{FF2B5EF4-FFF2-40B4-BE49-F238E27FC236}">
                <a16:creationId xmlns:a16="http://schemas.microsoft.com/office/drawing/2014/main" id="{44E01210-8E10-4ADC-9626-1ED72CDC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100055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0" name="G0008_scale_sequence___A__0466__poly">
            <a:extLst xmlns:a="http://schemas.openxmlformats.org/drawingml/2006/main">
              <a:ext uri="{FF2B5EF4-FFF2-40B4-BE49-F238E27FC236}">
                <a16:creationId xmlns:a16="http://schemas.microsoft.com/office/drawing/2014/main" id="{0DA48CA2-A1E5-405A-BEFD-5588F485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100424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1" name="G0008_scale_sequence___A__0467__poly">
            <a:extLst xmlns:a="http://schemas.openxmlformats.org/drawingml/2006/main">
              <a:ext uri="{FF2B5EF4-FFF2-40B4-BE49-F238E27FC236}">
                <a16:creationId xmlns:a16="http://schemas.microsoft.com/office/drawing/2014/main" id="{15F0FE21-A020-4BF7-B918-2D6040D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100792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2" name="G0008_scale_sequence___A__0468__poly">
            <a:extLst xmlns:a="http://schemas.openxmlformats.org/drawingml/2006/main">
              <a:ext uri="{FF2B5EF4-FFF2-40B4-BE49-F238E27FC236}">
                <a16:creationId xmlns:a16="http://schemas.microsoft.com/office/drawing/2014/main" id="{F07FF14C-36DF-4320-BC75-CFE1AF13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101160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3" name="G0008_scale_sequence___A__0469__poly">
            <a:extLst xmlns:a="http://schemas.openxmlformats.org/drawingml/2006/main">
              <a:ext uri="{FF2B5EF4-FFF2-40B4-BE49-F238E27FC236}">
                <a16:creationId xmlns:a16="http://schemas.microsoft.com/office/drawing/2014/main" id="{6C3C62A3-649D-4501-B136-6755BB7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101528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4" name="G0008_scale_sequence___A__0470__poly">
            <a:extLst xmlns:a="http://schemas.openxmlformats.org/drawingml/2006/main">
              <a:ext uri="{FF2B5EF4-FFF2-40B4-BE49-F238E27FC236}">
                <a16:creationId xmlns:a16="http://schemas.microsoft.com/office/drawing/2014/main" id="{1AA6CDB3-8D0B-4961-B45A-59AE0FF8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1896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5" name="G0008_scale_sequence___A__0471__poly">
            <a:extLst xmlns:a="http://schemas.openxmlformats.org/drawingml/2006/main">
              <a:ext uri="{FF2B5EF4-FFF2-40B4-BE49-F238E27FC236}">
                <a16:creationId xmlns:a16="http://schemas.microsoft.com/office/drawing/2014/main" id="{DB2A3985-8DD5-470F-8060-1A6F44D7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102264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6" name="G0008_scale_sequence___A__0472__poly">
            <a:extLst xmlns:a="http://schemas.openxmlformats.org/drawingml/2006/main">
              <a:ext uri="{FF2B5EF4-FFF2-40B4-BE49-F238E27FC236}">
                <a16:creationId xmlns:a16="http://schemas.microsoft.com/office/drawing/2014/main" id="{6C16C699-B726-4377-93FB-E4FD0C80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102632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7" name="G0008_scale_sequence___A__0473__poly">
            <a:extLst xmlns:a="http://schemas.openxmlformats.org/drawingml/2006/main">
              <a:ext uri="{FF2B5EF4-FFF2-40B4-BE49-F238E27FC236}">
                <a16:creationId xmlns:a16="http://schemas.microsoft.com/office/drawing/2014/main" id="{C0607C7E-DEBC-47BC-872D-43D96A16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103000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8" name="G0008_scale_sequence___A__0474__poly">
            <a:extLst xmlns:a="http://schemas.openxmlformats.org/drawingml/2006/main">
              <a:ext uri="{FF2B5EF4-FFF2-40B4-BE49-F238E27FC236}">
                <a16:creationId xmlns:a16="http://schemas.microsoft.com/office/drawing/2014/main" id="{12FD12A5-0C83-4014-B8AB-0E2351A8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103368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9" name="G0008_scale_sequence___A__0475__poly">
            <a:extLst xmlns:a="http://schemas.openxmlformats.org/drawingml/2006/main">
              <a:ext uri="{FF2B5EF4-FFF2-40B4-BE49-F238E27FC236}">
                <a16:creationId xmlns:a16="http://schemas.microsoft.com/office/drawing/2014/main" id="{EF5DD499-4C22-4D47-B244-57F02807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101896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0" name="G0008_scale_sequence___A__0476__poly">
            <a:extLst xmlns:a="http://schemas.openxmlformats.org/drawingml/2006/main">
              <a:ext uri="{FF2B5EF4-FFF2-40B4-BE49-F238E27FC236}">
                <a16:creationId xmlns:a16="http://schemas.microsoft.com/office/drawing/2014/main" id="{97304528-8462-4D73-A456-01D5E022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102264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1" name="G0008_scale_sequence___A__0477__poly">
            <a:extLst xmlns:a="http://schemas.openxmlformats.org/drawingml/2006/main">
              <a:ext uri="{FF2B5EF4-FFF2-40B4-BE49-F238E27FC236}">
                <a16:creationId xmlns:a16="http://schemas.microsoft.com/office/drawing/2014/main" id="{C76E2E46-47D9-477D-A9C6-B20FB202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102632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2" name="G0008_scale_sequence___A__0478__poly">
            <a:extLst xmlns:a="http://schemas.openxmlformats.org/drawingml/2006/main">
              <a:ext uri="{FF2B5EF4-FFF2-40B4-BE49-F238E27FC236}">
                <a16:creationId xmlns:a16="http://schemas.microsoft.com/office/drawing/2014/main" id="{D8DC520A-A845-4F23-B4E7-96EAF8FC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103000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3" name="G0008_scale_sequence___A__0479__poly">
            <a:extLst xmlns:a="http://schemas.openxmlformats.org/drawingml/2006/main">
              <a:ext uri="{FF2B5EF4-FFF2-40B4-BE49-F238E27FC236}">
                <a16:creationId xmlns:a16="http://schemas.microsoft.com/office/drawing/2014/main" id="{1BA94AE1-018B-41DC-8A9D-5A551794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103368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4" name="G0008_scale_sequence___A__0480__poly">
            <a:extLst xmlns:a="http://schemas.openxmlformats.org/drawingml/2006/main">
              <a:ext uri="{FF2B5EF4-FFF2-40B4-BE49-F238E27FC236}">
                <a16:creationId xmlns:a16="http://schemas.microsoft.com/office/drawing/2014/main" id="{173BF223-4F2C-462D-AB1E-EFD382FA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3736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5" name="G0008_scale_sequence___A__0481__poly">
            <a:extLst xmlns:a="http://schemas.openxmlformats.org/drawingml/2006/main">
              <a:ext uri="{FF2B5EF4-FFF2-40B4-BE49-F238E27FC236}">
                <a16:creationId xmlns:a16="http://schemas.microsoft.com/office/drawing/2014/main" id="{D38F50EC-18C1-459D-8F12-1F6E5BED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104104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6" name="G0008_scale_sequence___A__0482__poly">
            <a:extLst xmlns:a="http://schemas.openxmlformats.org/drawingml/2006/main">
              <a:ext uri="{FF2B5EF4-FFF2-40B4-BE49-F238E27FC236}">
                <a16:creationId xmlns:a16="http://schemas.microsoft.com/office/drawing/2014/main" id="{85F5E194-ABEF-415F-BD47-0CA63740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104472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7" name="G0008_scale_sequence___A__0483__poly">
            <a:extLst xmlns:a="http://schemas.openxmlformats.org/drawingml/2006/main">
              <a:ext uri="{FF2B5EF4-FFF2-40B4-BE49-F238E27FC236}">
                <a16:creationId xmlns:a16="http://schemas.microsoft.com/office/drawing/2014/main" id="{2DA51873-90C0-4FE1-ACBC-F4CE1B5D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104840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8" name="G0008_scale_sequence___A__0484__poly">
            <a:extLst xmlns:a="http://schemas.openxmlformats.org/drawingml/2006/main">
              <a:ext uri="{FF2B5EF4-FFF2-40B4-BE49-F238E27FC236}">
                <a16:creationId xmlns:a16="http://schemas.microsoft.com/office/drawing/2014/main" id="{0F49772B-8D9B-4E16-8730-A4F2DA0E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105208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9" name="G0008_scale_sequence___A__0491__poly">
            <a:extLst xmlns:a="http://schemas.openxmlformats.org/drawingml/2006/main">
              <a:ext uri="{FF2B5EF4-FFF2-40B4-BE49-F238E27FC236}">
                <a16:creationId xmlns:a16="http://schemas.microsoft.com/office/drawing/2014/main" id="{3057F2FB-FB0D-4821-9E56-53DF956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79103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0" name="G0008_scale_sequence___A__0492__poly">
            <a:extLst xmlns:a="http://schemas.openxmlformats.org/drawingml/2006/main">
              <a:ext uri="{FF2B5EF4-FFF2-40B4-BE49-F238E27FC236}">
                <a16:creationId xmlns:a16="http://schemas.microsoft.com/office/drawing/2014/main" id="{5CCEDEBE-26DC-479F-820E-1DAA3FD0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79550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1" name="G0008_scale_sequence___A__0493__poly">
            <a:extLst xmlns:a="http://schemas.openxmlformats.org/drawingml/2006/main">
              <a:ext uri="{FF2B5EF4-FFF2-40B4-BE49-F238E27FC236}">
                <a16:creationId xmlns:a16="http://schemas.microsoft.com/office/drawing/2014/main" id="{560DF581-210C-40EA-B6E9-180543F0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79988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2" name="G0008_scale_sequence___A__0494__poly">
            <a:extLst xmlns:a="http://schemas.openxmlformats.org/drawingml/2006/main">
              <a:ext uri="{FF2B5EF4-FFF2-40B4-BE49-F238E27FC236}">
                <a16:creationId xmlns:a16="http://schemas.microsoft.com/office/drawing/2014/main" id="{2913628D-8608-4071-AC2D-5FABE110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0435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3" name="G0008_scale_sequence___A__0495__poly">
            <a:extLst xmlns:a="http://schemas.openxmlformats.org/drawingml/2006/main">
              <a:ext uri="{FF2B5EF4-FFF2-40B4-BE49-F238E27FC236}">
                <a16:creationId xmlns:a16="http://schemas.microsoft.com/office/drawing/2014/main" id="{870DB333-5CCC-4251-9232-69A574ED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0873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4" name="G0008_scale_sequence___A__0496__poly">
            <a:extLst xmlns:a="http://schemas.openxmlformats.org/drawingml/2006/main">
              <a:ext uri="{FF2B5EF4-FFF2-40B4-BE49-F238E27FC236}">
                <a16:creationId xmlns:a16="http://schemas.microsoft.com/office/drawing/2014/main" id="{48CAD609-2E46-418C-8760-F9AAAE00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81320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5" name="G0008_scale_sequence___A__0497__poly">
            <a:extLst xmlns:a="http://schemas.openxmlformats.org/drawingml/2006/main">
              <a:ext uri="{FF2B5EF4-FFF2-40B4-BE49-F238E27FC236}">
                <a16:creationId xmlns:a16="http://schemas.microsoft.com/office/drawing/2014/main" id="{1A6F5EC5-D711-4941-8395-F5C13AA7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8175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6" name="G0008_scale_sequence___A__0498__poly">
            <a:extLst xmlns:a="http://schemas.openxmlformats.org/drawingml/2006/main">
              <a:ext uri="{FF2B5EF4-FFF2-40B4-BE49-F238E27FC236}">
                <a16:creationId xmlns:a16="http://schemas.microsoft.com/office/drawing/2014/main" id="{6E1DD72D-92EF-4C96-9644-A5B4DB22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8220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7" name="G0008_scale_sequence___A__0499__poly">
            <a:extLst xmlns:a="http://schemas.openxmlformats.org/drawingml/2006/main">
              <a:ext uri="{FF2B5EF4-FFF2-40B4-BE49-F238E27FC236}">
                <a16:creationId xmlns:a16="http://schemas.microsoft.com/office/drawing/2014/main" id="{3436C5AE-24B9-4A37-905E-F2326844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82652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8" name="G0008_scale_sequence___A__0500__poly">
            <a:extLst xmlns:a="http://schemas.openxmlformats.org/drawingml/2006/main">
              <a:ext uri="{FF2B5EF4-FFF2-40B4-BE49-F238E27FC236}">
                <a16:creationId xmlns:a16="http://schemas.microsoft.com/office/drawing/2014/main" id="{179089AB-3985-40ED-88F3-1C6E3025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83090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9" name="G0008_scale_sequence___A__0501__poly">
            <a:extLst xmlns:a="http://schemas.openxmlformats.org/drawingml/2006/main">
              <a:ext uri="{FF2B5EF4-FFF2-40B4-BE49-F238E27FC236}">
                <a16:creationId xmlns:a16="http://schemas.microsoft.com/office/drawing/2014/main" id="{34C379BC-DF0E-43EE-8BF5-00157F70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8353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0" name="G0008_scale_sequence___A__0502__poly">
            <a:extLst xmlns:a="http://schemas.openxmlformats.org/drawingml/2006/main">
              <a:ext uri="{FF2B5EF4-FFF2-40B4-BE49-F238E27FC236}">
                <a16:creationId xmlns:a16="http://schemas.microsoft.com/office/drawing/2014/main" id="{C2BD8AF8-BB9A-407B-BAE7-377F06C7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83975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1" name="G0008_scale_sequence___A__0503__poly">
            <a:extLst xmlns:a="http://schemas.openxmlformats.org/drawingml/2006/main">
              <a:ext uri="{FF2B5EF4-FFF2-40B4-BE49-F238E27FC236}">
                <a16:creationId xmlns:a16="http://schemas.microsoft.com/office/drawing/2014/main" id="{5DF5A980-E90D-4289-AD53-1FC22F85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84422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2" name="G0008_scale_sequence___A__0504__poly">
            <a:extLst xmlns:a="http://schemas.openxmlformats.org/drawingml/2006/main">
              <a:ext uri="{FF2B5EF4-FFF2-40B4-BE49-F238E27FC236}">
                <a16:creationId xmlns:a16="http://schemas.microsoft.com/office/drawing/2014/main" id="{9F24A95F-12E0-4B23-B174-EFAB7DC5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81320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3" name="G0008_scale_sequence___A__0505__poly">
            <a:extLst xmlns:a="http://schemas.openxmlformats.org/drawingml/2006/main">
              <a:ext uri="{FF2B5EF4-FFF2-40B4-BE49-F238E27FC236}">
                <a16:creationId xmlns:a16="http://schemas.microsoft.com/office/drawing/2014/main" id="{F5280C18-9957-4D4E-90FE-5F13B9AA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8175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4" name="G0008_scale_sequence___A__0506__poly">
            <a:extLst xmlns:a="http://schemas.openxmlformats.org/drawingml/2006/main">
              <a:ext uri="{FF2B5EF4-FFF2-40B4-BE49-F238E27FC236}">
                <a16:creationId xmlns:a16="http://schemas.microsoft.com/office/drawing/2014/main" id="{59A1292B-F129-48E1-BDE0-CA76B091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8220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5" name="G0008_scale_sequence___A__0507__poly">
            <a:extLst xmlns:a="http://schemas.openxmlformats.org/drawingml/2006/main">
              <a:ext uri="{FF2B5EF4-FFF2-40B4-BE49-F238E27FC236}">
                <a16:creationId xmlns:a16="http://schemas.microsoft.com/office/drawing/2014/main" id="{1A92A295-4D27-4E6D-A7C2-45074C37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2652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6" name="G0008_scale_sequence___A__0508__poly">
            <a:extLst xmlns:a="http://schemas.openxmlformats.org/drawingml/2006/main">
              <a:ext uri="{FF2B5EF4-FFF2-40B4-BE49-F238E27FC236}">
                <a16:creationId xmlns:a16="http://schemas.microsoft.com/office/drawing/2014/main" id="{ED6AA249-10D3-4E7C-8602-20005ADD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3090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7" name="G0008_scale_sequence___A__0509__poly">
            <a:extLst xmlns:a="http://schemas.openxmlformats.org/drawingml/2006/main">
              <a:ext uri="{FF2B5EF4-FFF2-40B4-BE49-F238E27FC236}">
                <a16:creationId xmlns:a16="http://schemas.microsoft.com/office/drawing/2014/main" id="{4D9C66E9-FF05-4FFD-9D9E-3F3EBB57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8353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8" name="G0008_scale_sequence___A__0510__poly">
            <a:extLst xmlns:a="http://schemas.openxmlformats.org/drawingml/2006/main">
              <a:ext uri="{FF2B5EF4-FFF2-40B4-BE49-F238E27FC236}">
                <a16:creationId xmlns:a16="http://schemas.microsoft.com/office/drawing/2014/main" id="{C8287CF4-F442-409C-ADF9-5449394E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83975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9" name="G0008_scale_sequence___A__0511__poly">
            <a:extLst xmlns:a="http://schemas.openxmlformats.org/drawingml/2006/main">
              <a:ext uri="{FF2B5EF4-FFF2-40B4-BE49-F238E27FC236}">
                <a16:creationId xmlns:a16="http://schemas.microsoft.com/office/drawing/2014/main" id="{6643D937-7CDB-410E-AECA-E5C77EBD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84422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0" name="G0008_scale_sequence___A__0512__poly">
            <a:extLst xmlns:a="http://schemas.openxmlformats.org/drawingml/2006/main">
              <a:ext uri="{FF2B5EF4-FFF2-40B4-BE49-F238E27FC236}">
                <a16:creationId xmlns:a16="http://schemas.microsoft.com/office/drawing/2014/main" id="{52F4B7D3-FAAD-43F4-9A10-68B074F7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84860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1" name="G0008_scale_sequence___A__0513__poly">
            <a:extLst xmlns:a="http://schemas.openxmlformats.org/drawingml/2006/main">
              <a:ext uri="{FF2B5EF4-FFF2-40B4-BE49-F238E27FC236}">
                <a16:creationId xmlns:a16="http://schemas.microsoft.com/office/drawing/2014/main" id="{98FA6900-2A9C-40D9-ADC5-91FD0F41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85307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2" name="G0008_scale_sequence___A__0514__poly">
            <a:extLst xmlns:a="http://schemas.openxmlformats.org/drawingml/2006/main">
              <a:ext uri="{FF2B5EF4-FFF2-40B4-BE49-F238E27FC236}">
                <a16:creationId xmlns:a16="http://schemas.microsoft.com/office/drawing/2014/main" id="{D1504736-F77E-4692-9CD2-DB72B5A3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8574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3" name="G0008_scale_sequence___A__0515__poly">
            <a:extLst xmlns:a="http://schemas.openxmlformats.org/drawingml/2006/main">
              <a:ext uri="{FF2B5EF4-FFF2-40B4-BE49-F238E27FC236}">
                <a16:creationId xmlns:a16="http://schemas.microsoft.com/office/drawing/2014/main" id="{A12D5AA1-5F8B-4BE2-B22E-E53463C9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8619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4" name="G0008_scale_sequence___A__0516__poly">
            <a:extLst xmlns:a="http://schemas.openxmlformats.org/drawingml/2006/main">
              <a:ext uri="{FF2B5EF4-FFF2-40B4-BE49-F238E27FC236}">
                <a16:creationId xmlns:a16="http://schemas.microsoft.com/office/drawing/2014/main" id="{345F8EEA-B00E-47F9-A2A7-AC79B3B7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8663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5" name="G0008_scale_sequence___A__0517__poly">
            <a:extLst xmlns:a="http://schemas.openxmlformats.org/drawingml/2006/main">
              <a:ext uri="{FF2B5EF4-FFF2-40B4-BE49-F238E27FC236}">
                <a16:creationId xmlns:a16="http://schemas.microsoft.com/office/drawing/2014/main" id="{23E7A084-CB34-47B1-B8E0-EDBAC987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8353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6" name="G0008_scale_sequence___A__0518__poly">
            <a:extLst xmlns:a="http://schemas.openxmlformats.org/drawingml/2006/main">
              <a:ext uri="{FF2B5EF4-FFF2-40B4-BE49-F238E27FC236}">
                <a16:creationId xmlns:a16="http://schemas.microsoft.com/office/drawing/2014/main" id="{B69FFA28-2C12-4D81-A62F-F3353498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83975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7" name="G0008_scale_sequence___A__0519__poly">
            <a:extLst xmlns:a="http://schemas.openxmlformats.org/drawingml/2006/main">
              <a:ext uri="{FF2B5EF4-FFF2-40B4-BE49-F238E27FC236}">
                <a16:creationId xmlns:a16="http://schemas.microsoft.com/office/drawing/2014/main" id="{2E1C9472-F567-4EBF-BD58-4FDECB3C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84422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8" name="G0008_scale_sequence___A__0520__poly">
            <a:extLst xmlns:a="http://schemas.openxmlformats.org/drawingml/2006/main">
              <a:ext uri="{FF2B5EF4-FFF2-40B4-BE49-F238E27FC236}">
                <a16:creationId xmlns:a16="http://schemas.microsoft.com/office/drawing/2014/main" id="{2ECEEDA9-162C-491B-AD28-CDD529E1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4860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9" name="G0008_scale_sequence___A__0521__poly">
            <a:extLst xmlns:a="http://schemas.openxmlformats.org/drawingml/2006/main">
              <a:ext uri="{FF2B5EF4-FFF2-40B4-BE49-F238E27FC236}">
                <a16:creationId xmlns:a16="http://schemas.microsoft.com/office/drawing/2014/main" id="{34E14F94-8FD9-4508-BB73-6DA43B42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5307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0" name="G0008_scale_sequence___A__0522__poly">
            <a:extLst xmlns:a="http://schemas.openxmlformats.org/drawingml/2006/main">
              <a:ext uri="{FF2B5EF4-FFF2-40B4-BE49-F238E27FC236}">
                <a16:creationId xmlns:a16="http://schemas.microsoft.com/office/drawing/2014/main" id="{BC00E9A0-F25A-48B6-897A-DEB8EFD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8574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1" name="G0008_scale_sequence___A__0523__poly">
            <a:extLst xmlns:a="http://schemas.openxmlformats.org/drawingml/2006/main">
              <a:ext uri="{FF2B5EF4-FFF2-40B4-BE49-F238E27FC236}">
                <a16:creationId xmlns:a16="http://schemas.microsoft.com/office/drawing/2014/main" id="{DB9DA03C-D720-49F9-B50C-7DE94D37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8619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2" name="G0008_scale_sequence___A__0524__poly">
            <a:extLst xmlns:a="http://schemas.openxmlformats.org/drawingml/2006/main">
              <a:ext uri="{FF2B5EF4-FFF2-40B4-BE49-F238E27FC236}">
                <a16:creationId xmlns:a16="http://schemas.microsoft.com/office/drawing/2014/main" id="{30EDD4AC-67B3-49C9-8C93-341555B0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8663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3" name="G0008_scale_sequence___A__0525__poly">
            <a:extLst xmlns:a="http://schemas.openxmlformats.org/drawingml/2006/main">
              <a:ext uri="{FF2B5EF4-FFF2-40B4-BE49-F238E27FC236}">
                <a16:creationId xmlns:a16="http://schemas.microsoft.com/office/drawing/2014/main" id="{87F0EFC7-2308-4851-BE25-6D9CC4C0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87077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4" name="G0008_scale_sequence___A__0526__poly">
            <a:extLst xmlns:a="http://schemas.openxmlformats.org/drawingml/2006/main">
              <a:ext uri="{FF2B5EF4-FFF2-40B4-BE49-F238E27FC236}">
                <a16:creationId xmlns:a16="http://schemas.microsoft.com/office/drawing/2014/main" id="{E5C2A1DB-135F-4E92-B75D-8968BA2C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87516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5" name="G0008_scale_sequence___A__0527__poly">
            <a:extLst xmlns:a="http://schemas.openxmlformats.org/drawingml/2006/main">
              <a:ext uri="{FF2B5EF4-FFF2-40B4-BE49-F238E27FC236}">
                <a16:creationId xmlns:a16="http://schemas.microsoft.com/office/drawing/2014/main" id="{F5861A2F-1821-4320-BFAC-B4D9EDDC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8796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6" name="G0008_scale_sequence___A__0528__poly">
            <a:extLst xmlns:a="http://schemas.openxmlformats.org/drawingml/2006/main">
              <a:ext uri="{FF2B5EF4-FFF2-40B4-BE49-F238E27FC236}">
                <a16:creationId xmlns:a16="http://schemas.microsoft.com/office/drawing/2014/main" id="{956C38A7-CDF3-4B89-B651-B26BCC47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88401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7" name="G0008_scale_sequence___A__0529__poly">
            <a:extLst xmlns:a="http://schemas.openxmlformats.org/drawingml/2006/main">
              <a:ext uri="{FF2B5EF4-FFF2-40B4-BE49-F238E27FC236}">
                <a16:creationId xmlns:a16="http://schemas.microsoft.com/office/drawing/2014/main" id="{8497B1C1-D8A8-4185-8C62-97B9F9D9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8884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8" name="G0008_scale_sequence___A__0530__poly">
            <a:extLst xmlns:a="http://schemas.openxmlformats.org/drawingml/2006/main">
              <a:ext uri="{FF2B5EF4-FFF2-40B4-BE49-F238E27FC236}">
                <a16:creationId xmlns:a16="http://schemas.microsoft.com/office/drawing/2014/main" id="{51F62E83-71B7-4575-AC3C-8F342D94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8574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9" name="G0008_scale_sequence___A__0531__poly">
            <a:extLst xmlns:a="http://schemas.openxmlformats.org/drawingml/2006/main">
              <a:ext uri="{FF2B5EF4-FFF2-40B4-BE49-F238E27FC236}">
                <a16:creationId xmlns:a16="http://schemas.microsoft.com/office/drawing/2014/main" id="{A3AE8EF4-4B3F-451A-99F7-4622BD31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8619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0" name="G0008_scale_sequence___A__0532__poly">
            <a:extLst xmlns:a="http://schemas.openxmlformats.org/drawingml/2006/main">
              <a:ext uri="{FF2B5EF4-FFF2-40B4-BE49-F238E27FC236}">
                <a16:creationId xmlns:a16="http://schemas.microsoft.com/office/drawing/2014/main" id="{0C6FD022-DB71-4822-89D1-0F83BB2B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8663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1" name="G0008_scale_sequence___A__0533__poly">
            <a:extLst xmlns:a="http://schemas.openxmlformats.org/drawingml/2006/main">
              <a:ext uri="{FF2B5EF4-FFF2-40B4-BE49-F238E27FC236}">
                <a16:creationId xmlns:a16="http://schemas.microsoft.com/office/drawing/2014/main" id="{E9F8A937-73D4-4091-9ADC-195E6C23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7077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2" name="G0008_scale_sequence___A__0534__poly">
            <a:extLst xmlns:a="http://schemas.openxmlformats.org/drawingml/2006/main">
              <a:ext uri="{FF2B5EF4-FFF2-40B4-BE49-F238E27FC236}">
                <a16:creationId xmlns:a16="http://schemas.microsoft.com/office/drawing/2014/main" id="{018778C9-531C-4FF5-9266-1D7332AB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7516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3" name="G0008_scale_sequence___A__0535__poly">
            <a:extLst xmlns:a="http://schemas.openxmlformats.org/drawingml/2006/main">
              <a:ext uri="{FF2B5EF4-FFF2-40B4-BE49-F238E27FC236}">
                <a16:creationId xmlns:a16="http://schemas.microsoft.com/office/drawing/2014/main" id="{2773E74D-0FFD-41D4-BF95-7A58D455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8796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4" name="G0008_scale_sequence___A__0536__poly">
            <a:extLst xmlns:a="http://schemas.openxmlformats.org/drawingml/2006/main">
              <a:ext uri="{FF2B5EF4-FFF2-40B4-BE49-F238E27FC236}">
                <a16:creationId xmlns:a16="http://schemas.microsoft.com/office/drawing/2014/main" id="{7F2995A9-DD2C-4D6F-8DE6-2A250085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88401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5" name="G0008_scale_sequence___A__0537__poly">
            <a:extLst xmlns:a="http://schemas.openxmlformats.org/drawingml/2006/main">
              <a:ext uri="{FF2B5EF4-FFF2-40B4-BE49-F238E27FC236}">
                <a16:creationId xmlns:a16="http://schemas.microsoft.com/office/drawing/2014/main" id="{917EFE6B-E4A7-42CD-8A1F-EED04815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8884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6" name="G0008_scale_sequence___A__0538__poly">
            <a:extLst xmlns:a="http://schemas.openxmlformats.org/drawingml/2006/main">
              <a:ext uri="{FF2B5EF4-FFF2-40B4-BE49-F238E27FC236}">
                <a16:creationId xmlns:a16="http://schemas.microsoft.com/office/drawing/2014/main" id="{15EF7948-CE12-450C-A47D-A957BFD7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89286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7" name="G0008_scale_sequence___A__0539__poly">
            <a:extLst xmlns:a="http://schemas.openxmlformats.org/drawingml/2006/main">
              <a:ext uri="{FF2B5EF4-FFF2-40B4-BE49-F238E27FC236}">
                <a16:creationId xmlns:a16="http://schemas.microsoft.com/office/drawing/2014/main" id="{9E97AC83-6543-47B1-9933-E8157F92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89733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8" name="G0008_scale_sequence___A__0540__poly">
            <a:extLst xmlns:a="http://schemas.openxmlformats.org/drawingml/2006/main">
              <a:ext uri="{FF2B5EF4-FFF2-40B4-BE49-F238E27FC236}">
                <a16:creationId xmlns:a16="http://schemas.microsoft.com/office/drawing/2014/main" id="{3B7BE9F6-8D08-4E40-BD93-2C10661B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017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9" name="G0008_scale_sequence___A__0541__poly">
            <a:extLst xmlns:a="http://schemas.openxmlformats.org/drawingml/2006/main">
              <a:ext uri="{FF2B5EF4-FFF2-40B4-BE49-F238E27FC236}">
                <a16:creationId xmlns:a16="http://schemas.microsoft.com/office/drawing/2014/main" id="{94DF2D48-33E1-4760-8093-F53400BA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061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0" name="G0008_scale_sequence___A__0542__poly">
            <a:extLst xmlns:a="http://schemas.openxmlformats.org/drawingml/2006/main">
              <a:ext uri="{FF2B5EF4-FFF2-40B4-BE49-F238E27FC236}">
                <a16:creationId xmlns:a16="http://schemas.microsoft.com/office/drawing/2014/main" id="{96417159-EBE7-48B4-913B-4F901C95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1056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1" name="G0008_scale_sequence___A__0543__poly">
            <a:extLst xmlns:a="http://schemas.openxmlformats.org/drawingml/2006/main">
              <a:ext uri="{FF2B5EF4-FFF2-40B4-BE49-F238E27FC236}">
                <a16:creationId xmlns:a16="http://schemas.microsoft.com/office/drawing/2014/main" id="{2D4C39FC-0D8B-416F-8711-22DBC231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8796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2" name="G0008_scale_sequence___A__0544__poly">
            <a:extLst xmlns:a="http://schemas.openxmlformats.org/drawingml/2006/main">
              <a:ext uri="{FF2B5EF4-FFF2-40B4-BE49-F238E27FC236}">
                <a16:creationId xmlns:a16="http://schemas.microsoft.com/office/drawing/2014/main" id="{F5E7AD33-C421-46BD-9855-5865CD6B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88401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3" name="G0008_scale_sequence___A__0545__poly">
            <a:extLst xmlns:a="http://schemas.openxmlformats.org/drawingml/2006/main">
              <a:ext uri="{FF2B5EF4-FFF2-40B4-BE49-F238E27FC236}">
                <a16:creationId xmlns:a16="http://schemas.microsoft.com/office/drawing/2014/main" id="{4A4AB6F4-7F40-4CB8-A1FC-E2089DF5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8884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4" name="G0008_scale_sequence___A__0546__poly">
            <a:extLst xmlns:a="http://schemas.openxmlformats.org/drawingml/2006/main">
              <a:ext uri="{FF2B5EF4-FFF2-40B4-BE49-F238E27FC236}">
                <a16:creationId xmlns:a16="http://schemas.microsoft.com/office/drawing/2014/main" id="{2003C9C3-2852-4C68-881A-954B6616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9286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5" name="G0008_scale_sequence___A__0547__poly">
            <a:extLst xmlns:a="http://schemas.openxmlformats.org/drawingml/2006/main">
              <a:ext uri="{FF2B5EF4-FFF2-40B4-BE49-F238E27FC236}">
                <a16:creationId xmlns:a16="http://schemas.microsoft.com/office/drawing/2014/main" id="{9C66CB10-85CE-4E6F-A919-E7FE4C42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9733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6" name="G0008_scale_sequence___A__0548__poly">
            <a:extLst xmlns:a="http://schemas.openxmlformats.org/drawingml/2006/main">
              <a:ext uri="{FF2B5EF4-FFF2-40B4-BE49-F238E27FC236}">
                <a16:creationId xmlns:a16="http://schemas.microsoft.com/office/drawing/2014/main" id="{C48CDF75-544E-4E26-AD4B-90DB9B7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017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7" name="G0008_scale_sequence___A__0549__poly">
            <a:extLst xmlns:a="http://schemas.openxmlformats.org/drawingml/2006/main">
              <a:ext uri="{FF2B5EF4-FFF2-40B4-BE49-F238E27FC236}">
                <a16:creationId xmlns:a16="http://schemas.microsoft.com/office/drawing/2014/main" id="{64ACCA4C-8B8C-4AD3-AD54-DE621707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061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8" name="G0008_scale_sequence___A__0550__poly">
            <a:extLst xmlns:a="http://schemas.openxmlformats.org/drawingml/2006/main">
              <a:ext uri="{FF2B5EF4-FFF2-40B4-BE49-F238E27FC236}">
                <a16:creationId xmlns:a16="http://schemas.microsoft.com/office/drawing/2014/main" id="{64A00C13-2C03-4483-B2DA-120FFFEF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1056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9" name="G0008_scale_sequence___A__0551__poly">
            <a:extLst xmlns:a="http://schemas.openxmlformats.org/drawingml/2006/main">
              <a:ext uri="{FF2B5EF4-FFF2-40B4-BE49-F238E27FC236}">
                <a16:creationId xmlns:a16="http://schemas.microsoft.com/office/drawing/2014/main" id="{CDC424BA-8F3D-4794-8392-9EE6603C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91503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0" name="G0008_scale_sequence___A__0552__poly">
            <a:extLst xmlns:a="http://schemas.openxmlformats.org/drawingml/2006/main">
              <a:ext uri="{FF2B5EF4-FFF2-40B4-BE49-F238E27FC236}">
                <a16:creationId xmlns:a16="http://schemas.microsoft.com/office/drawing/2014/main" id="{324CEFF1-925F-4379-9664-C0890B4C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91950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1" name="G0008_scale_sequence___A__0553__poly">
            <a:extLst xmlns:a="http://schemas.openxmlformats.org/drawingml/2006/main">
              <a:ext uri="{FF2B5EF4-FFF2-40B4-BE49-F238E27FC236}">
                <a16:creationId xmlns:a16="http://schemas.microsoft.com/office/drawing/2014/main" id="{BA53C109-D9ED-4E13-8E01-49CB4F92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2388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2" name="G0008_scale_sequence___A__0554__poly">
            <a:extLst xmlns:a="http://schemas.openxmlformats.org/drawingml/2006/main">
              <a:ext uri="{FF2B5EF4-FFF2-40B4-BE49-F238E27FC236}">
                <a16:creationId xmlns:a16="http://schemas.microsoft.com/office/drawing/2014/main" id="{FFC7D297-C6FD-4C97-8046-8B04D740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2835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3" name="G0008_scale_sequence___A__0555__poly">
            <a:extLst xmlns:a="http://schemas.openxmlformats.org/drawingml/2006/main">
              <a:ext uri="{FF2B5EF4-FFF2-40B4-BE49-F238E27FC236}">
                <a16:creationId xmlns:a16="http://schemas.microsoft.com/office/drawing/2014/main" id="{13E6975B-A311-40E4-99FE-4DC5B81A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3273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4" name="G0008_scale_sequence___A__0556__poly">
            <a:extLst xmlns:a="http://schemas.openxmlformats.org/drawingml/2006/main">
              <a:ext uri="{FF2B5EF4-FFF2-40B4-BE49-F238E27FC236}">
                <a16:creationId xmlns:a16="http://schemas.microsoft.com/office/drawing/2014/main" id="{BC3FA12B-E3FC-41DF-A490-BB6C6EA7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017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5" name="G0008_scale_sequence___A__0557__poly">
            <a:extLst xmlns:a="http://schemas.openxmlformats.org/drawingml/2006/main">
              <a:ext uri="{FF2B5EF4-FFF2-40B4-BE49-F238E27FC236}">
                <a16:creationId xmlns:a16="http://schemas.microsoft.com/office/drawing/2014/main" id="{33FFCFF2-082A-478A-8A9B-D318731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061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6" name="G0008_scale_sequence___A__0558__poly">
            <a:extLst xmlns:a="http://schemas.openxmlformats.org/drawingml/2006/main">
              <a:ext uri="{FF2B5EF4-FFF2-40B4-BE49-F238E27FC236}">
                <a16:creationId xmlns:a16="http://schemas.microsoft.com/office/drawing/2014/main" id="{28A8E37D-0B6F-4DFF-9C7D-033DC615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1056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7" name="G0008_scale_sequence___A__0559__poly">
            <a:extLst xmlns:a="http://schemas.openxmlformats.org/drawingml/2006/main">
              <a:ext uri="{FF2B5EF4-FFF2-40B4-BE49-F238E27FC236}">
                <a16:creationId xmlns:a16="http://schemas.microsoft.com/office/drawing/2014/main" id="{976DF5C4-3EB7-47A1-BD33-D91EC75E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91503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8" name="G0008_scale_sequence___A__0560__poly">
            <a:extLst xmlns:a="http://schemas.openxmlformats.org/drawingml/2006/main">
              <a:ext uri="{FF2B5EF4-FFF2-40B4-BE49-F238E27FC236}">
                <a16:creationId xmlns:a16="http://schemas.microsoft.com/office/drawing/2014/main" id="{DADC5672-5730-45EC-9423-7C8E8E0B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91950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9" name="G0008_scale_sequence___A__0561__poly">
            <a:extLst xmlns:a="http://schemas.openxmlformats.org/drawingml/2006/main">
              <a:ext uri="{FF2B5EF4-FFF2-40B4-BE49-F238E27FC236}">
                <a16:creationId xmlns:a16="http://schemas.microsoft.com/office/drawing/2014/main" id="{D8766286-D209-48DC-8D89-72918B2D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2388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0" name="G0008_scale_sequence___A__0562__poly">
            <a:extLst xmlns:a="http://schemas.openxmlformats.org/drawingml/2006/main">
              <a:ext uri="{FF2B5EF4-FFF2-40B4-BE49-F238E27FC236}">
                <a16:creationId xmlns:a16="http://schemas.microsoft.com/office/drawing/2014/main" id="{EC5530B4-301E-4AF4-A8F1-AE5F938B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2835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1" name="G0008_scale_sequence___A__0563__poly">
            <a:extLst xmlns:a="http://schemas.openxmlformats.org/drawingml/2006/main">
              <a:ext uri="{FF2B5EF4-FFF2-40B4-BE49-F238E27FC236}">
                <a16:creationId xmlns:a16="http://schemas.microsoft.com/office/drawing/2014/main" id="{2C245AE3-C146-4D76-968F-07C10ADF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3273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2" name="G0008_scale_sequence___A__0564__poly">
            <a:extLst xmlns:a="http://schemas.openxmlformats.org/drawingml/2006/main">
              <a:ext uri="{FF2B5EF4-FFF2-40B4-BE49-F238E27FC236}">
                <a16:creationId xmlns:a16="http://schemas.microsoft.com/office/drawing/2014/main" id="{2C40EE77-586C-42FA-9BE4-3202ED99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93720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3" name="G0008_scale_sequence___A__0565__poly">
            <a:extLst xmlns:a="http://schemas.openxmlformats.org/drawingml/2006/main">
              <a:ext uri="{FF2B5EF4-FFF2-40B4-BE49-F238E27FC236}">
                <a16:creationId xmlns:a16="http://schemas.microsoft.com/office/drawing/2014/main" id="{3EC9C150-3EBD-4993-93CD-D337126C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94158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4" name="G0008_scale_sequence___A__0566__poly">
            <a:extLst xmlns:a="http://schemas.openxmlformats.org/drawingml/2006/main">
              <a:ext uri="{FF2B5EF4-FFF2-40B4-BE49-F238E27FC236}">
                <a16:creationId xmlns:a16="http://schemas.microsoft.com/office/drawing/2014/main" id="{67413C1F-36BE-48BC-A98F-BB6ED234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4605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5" name="G0008_scale_sequence___A__0567__poly">
            <a:extLst xmlns:a="http://schemas.openxmlformats.org/drawingml/2006/main">
              <a:ext uri="{FF2B5EF4-FFF2-40B4-BE49-F238E27FC236}">
                <a16:creationId xmlns:a16="http://schemas.microsoft.com/office/drawing/2014/main" id="{94AC8D31-8920-46A6-94D9-50250ED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5043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6" name="G0008_scale_sequence___A__0568__poly">
            <a:extLst xmlns:a="http://schemas.openxmlformats.org/drawingml/2006/main">
              <a:ext uri="{FF2B5EF4-FFF2-40B4-BE49-F238E27FC236}">
                <a16:creationId xmlns:a16="http://schemas.microsoft.com/office/drawing/2014/main" id="{40846570-84DF-4E4E-96D0-0C4A3F14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5490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7" name="G0008_scale_sequence___A__0569__poly">
            <a:extLst xmlns:a="http://schemas.openxmlformats.org/drawingml/2006/main">
              <a:ext uri="{FF2B5EF4-FFF2-40B4-BE49-F238E27FC236}">
                <a16:creationId xmlns:a16="http://schemas.microsoft.com/office/drawing/2014/main" id="{3298256C-A5AA-4A56-A0EA-5603470D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2388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8" name="G0008_scale_sequence___A__0570__poly">
            <a:extLst xmlns:a="http://schemas.openxmlformats.org/drawingml/2006/main">
              <a:ext uri="{FF2B5EF4-FFF2-40B4-BE49-F238E27FC236}">
                <a16:creationId xmlns:a16="http://schemas.microsoft.com/office/drawing/2014/main" id="{14624997-F438-4377-9B6B-B4B4BC64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2835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9" name="G0008_scale_sequence___A__0571__poly">
            <a:extLst xmlns:a="http://schemas.openxmlformats.org/drawingml/2006/main">
              <a:ext uri="{FF2B5EF4-FFF2-40B4-BE49-F238E27FC236}">
                <a16:creationId xmlns:a16="http://schemas.microsoft.com/office/drawing/2014/main" id="{67EB7908-A47E-48B0-AABD-972F811E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3273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0" name="G0008_scale_sequence___A__0572__poly">
            <a:extLst xmlns:a="http://schemas.openxmlformats.org/drawingml/2006/main">
              <a:ext uri="{FF2B5EF4-FFF2-40B4-BE49-F238E27FC236}">
                <a16:creationId xmlns:a16="http://schemas.microsoft.com/office/drawing/2014/main" id="{0D08DADF-7495-4F39-BCD4-17F5283B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93720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1" name="G0008_scale_sequence___A__0573__poly">
            <a:extLst xmlns:a="http://schemas.openxmlformats.org/drawingml/2006/main">
              <a:ext uri="{FF2B5EF4-FFF2-40B4-BE49-F238E27FC236}">
                <a16:creationId xmlns:a16="http://schemas.microsoft.com/office/drawing/2014/main" id="{37907055-64C8-4265-B0DB-0BE319D1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94158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2" name="G0008_scale_sequence___A__0574__poly">
            <a:extLst xmlns:a="http://schemas.openxmlformats.org/drawingml/2006/main">
              <a:ext uri="{FF2B5EF4-FFF2-40B4-BE49-F238E27FC236}">
                <a16:creationId xmlns:a16="http://schemas.microsoft.com/office/drawing/2014/main" id="{81A9084F-B43D-4FC7-A776-90A934D1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4605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3" name="G0008_scale_sequence___A__0575__poly">
            <a:extLst xmlns:a="http://schemas.openxmlformats.org/drawingml/2006/main">
              <a:ext uri="{FF2B5EF4-FFF2-40B4-BE49-F238E27FC236}">
                <a16:creationId xmlns:a16="http://schemas.microsoft.com/office/drawing/2014/main" id="{F4BAD43A-0331-483C-B93C-4BEB8118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5043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4" name="G0008_scale_sequence___A__0576__poly">
            <a:extLst xmlns:a="http://schemas.openxmlformats.org/drawingml/2006/main">
              <a:ext uri="{FF2B5EF4-FFF2-40B4-BE49-F238E27FC236}">
                <a16:creationId xmlns:a16="http://schemas.microsoft.com/office/drawing/2014/main" id="{67BDAC60-03E2-41A0-8283-265B7413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5490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5" name="G0008_scale_sequence___A__0577__poly">
            <a:extLst xmlns:a="http://schemas.openxmlformats.org/drawingml/2006/main">
              <a:ext uri="{FF2B5EF4-FFF2-40B4-BE49-F238E27FC236}">
                <a16:creationId xmlns:a16="http://schemas.microsoft.com/office/drawing/2014/main" id="{97909FE7-334A-4CAB-8E1D-2DF3AFEF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95928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6" name="G0008_scale_sequence___A__0578__poly">
            <a:extLst xmlns:a="http://schemas.openxmlformats.org/drawingml/2006/main">
              <a:ext uri="{FF2B5EF4-FFF2-40B4-BE49-F238E27FC236}">
                <a16:creationId xmlns:a16="http://schemas.microsoft.com/office/drawing/2014/main" id="{8A507F12-BAF2-4844-8BAF-ADBEF312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96375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7" name="G0008_scale_sequence___A__0579__poly">
            <a:extLst xmlns:a="http://schemas.openxmlformats.org/drawingml/2006/main">
              <a:ext uri="{FF2B5EF4-FFF2-40B4-BE49-F238E27FC236}">
                <a16:creationId xmlns:a16="http://schemas.microsoft.com/office/drawing/2014/main" id="{DADB68C9-509F-4335-A557-54D336E6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6813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8" name="G0008_scale_sequence___A__0580__poly">
            <a:extLst xmlns:a="http://schemas.openxmlformats.org/drawingml/2006/main">
              <a:ext uri="{FF2B5EF4-FFF2-40B4-BE49-F238E27FC236}">
                <a16:creationId xmlns:a16="http://schemas.microsoft.com/office/drawing/2014/main" id="{C7AED490-0CA1-458B-98FB-14C7460A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7260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9" name="G0008_scale_sequence___A__0581__poly">
            <a:extLst xmlns:a="http://schemas.openxmlformats.org/drawingml/2006/main">
              <a:ext uri="{FF2B5EF4-FFF2-40B4-BE49-F238E27FC236}">
                <a16:creationId xmlns:a16="http://schemas.microsoft.com/office/drawing/2014/main" id="{82CFB49E-5CE3-4C77-BD5A-6959C85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7698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0" name="G0008_scale_sequence___A__0582__poly">
            <a:extLst xmlns:a="http://schemas.openxmlformats.org/drawingml/2006/main">
              <a:ext uri="{FF2B5EF4-FFF2-40B4-BE49-F238E27FC236}">
                <a16:creationId xmlns:a16="http://schemas.microsoft.com/office/drawing/2014/main" id="{6E0336A1-9C97-4739-8FF6-F44016D9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4605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1" name="G0008_scale_sequence___A__0583__poly">
            <a:extLst xmlns:a="http://schemas.openxmlformats.org/drawingml/2006/main">
              <a:ext uri="{FF2B5EF4-FFF2-40B4-BE49-F238E27FC236}">
                <a16:creationId xmlns:a16="http://schemas.microsoft.com/office/drawing/2014/main" id="{6796E661-9BA9-44FE-B32B-2FCC946F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5043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2" name="G0008_scale_sequence___A__0584__poly">
            <a:extLst xmlns:a="http://schemas.openxmlformats.org/drawingml/2006/main">
              <a:ext uri="{FF2B5EF4-FFF2-40B4-BE49-F238E27FC236}">
                <a16:creationId xmlns:a16="http://schemas.microsoft.com/office/drawing/2014/main" id="{0904A737-5700-4A97-BE9F-C471BADA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5490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3" name="G0008_scale_sequence___A__0585__poly">
            <a:extLst xmlns:a="http://schemas.openxmlformats.org/drawingml/2006/main">
              <a:ext uri="{FF2B5EF4-FFF2-40B4-BE49-F238E27FC236}">
                <a16:creationId xmlns:a16="http://schemas.microsoft.com/office/drawing/2014/main" id="{DF99754B-94E4-4927-BB64-1F3D84C6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95928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4" name="G0008_scale_sequence___A__0586__poly">
            <a:extLst xmlns:a="http://schemas.openxmlformats.org/drawingml/2006/main">
              <a:ext uri="{FF2B5EF4-FFF2-40B4-BE49-F238E27FC236}">
                <a16:creationId xmlns:a16="http://schemas.microsoft.com/office/drawing/2014/main" id="{8021F725-332D-4FB0-AD53-2A4C6CCA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96375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5" name="G0008_scale_sequence___A__0587__poly">
            <a:extLst xmlns:a="http://schemas.openxmlformats.org/drawingml/2006/main">
              <a:ext uri="{FF2B5EF4-FFF2-40B4-BE49-F238E27FC236}">
                <a16:creationId xmlns:a16="http://schemas.microsoft.com/office/drawing/2014/main" id="{4F0F8262-7EC3-489D-8B2B-6502FD05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6813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6" name="G0008_scale_sequence___A__0588__poly">
            <a:extLst xmlns:a="http://schemas.openxmlformats.org/drawingml/2006/main">
              <a:ext uri="{FF2B5EF4-FFF2-40B4-BE49-F238E27FC236}">
                <a16:creationId xmlns:a16="http://schemas.microsoft.com/office/drawing/2014/main" id="{B861769C-09A3-4DA4-AEBD-CF066394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7260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7" name="G0008_scale_sequence___A__0589__poly">
            <a:extLst xmlns:a="http://schemas.openxmlformats.org/drawingml/2006/main">
              <a:ext uri="{FF2B5EF4-FFF2-40B4-BE49-F238E27FC236}">
                <a16:creationId xmlns:a16="http://schemas.microsoft.com/office/drawing/2014/main" id="{5F124BF2-778B-4A57-9155-F9EB6103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7698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8" name="G0008_scale_sequence___A__0590__poly">
            <a:extLst xmlns:a="http://schemas.openxmlformats.org/drawingml/2006/main">
              <a:ext uri="{FF2B5EF4-FFF2-40B4-BE49-F238E27FC236}">
                <a16:creationId xmlns:a16="http://schemas.microsoft.com/office/drawing/2014/main" id="{21FC87F7-E13E-45A7-A688-32FFD77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98145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9" name="G0008_scale_sequence___A__0591__poly">
            <a:extLst xmlns:a="http://schemas.openxmlformats.org/drawingml/2006/main">
              <a:ext uri="{FF2B5EF4-FFF2-40B4-BE49-F238E27FC236}">
                <a16:creationId xmlns:a16="http://schemas.microsoft.com/office/drawing/2014/main" id="{87260AA7-119D-469F-B9C1-30D5CD21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98583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0" name="G0008_scale_sequence___A__0592__poly">
            <a:extLst xmlns:a="http://schemas.openxmlformats.org/drawingml/2006/main">
              <a:ext uri="{FF2B5EF4-FFF2-40B4-BE49-F238E27FC236}">
                <a16:creationId xmlns:a16="http://schemas.microsoft.com/office/drawing/2014/main" id="{B18C8BAB-6837-4C74-BED5-A49F1A9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9030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1" name="G0008_scale_sequence___A__0593__poly">
            <a:extLst xmlns:a="http://schemas.openxmlformats.org/drawingml/2006/main">
              <a:ext uri="{FF2B5EF4-FFF2-40B4-BE49-F238E27FC236}">
                <a16:creationId xmlns:a16="http://schemas.microsoft.com/office/drawing/2014/main" id="{1D1B6D5C-5906-4C1A-9DA8-2C9D7AF8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946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2" name="G0008_scale_sequence___A__0594__poly">
            <a:extLst xmlns:a="http://schemas.openxmlformats.org/drawingml/2006/main">
              <a:ext uri="{FF2B5EF4-FFF2-40B4-BE49-F238E27FC236}">
                <a16:creationId xmlns:a16="http://schemas.microsoft.com/office/drawing/2014/main" id="{50BED680-C60E-460B-BD7F-D9CBAB87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991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3" name="G0008_scale_sequence___A__0595__poly">
            <a:extLst xmlns:a="http://schemas.openxmlformats.org/drawingml/2006/main">
              <a:ext uri="{FF2B5EF4-FFF2-40B4-BE49-F238E27FC236}">
                <a16:creationId xmlns:a16="http://schemas.microsoft.com/office/drawing/2014/main" id="{B7B993C3-670B-43E1-B21B-AFF73BA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6813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4" name="G0008_scale_sequence___A__0596__poly">
            <a:extLst xmlns:a="http://schemas.openxmlformats.org/drawingml/2006/main">
              <a:ext uri="{FF2B5EF4-FFF2-40B4-BE49-F238E27FC236}">
                <a16:creationId xmlns:a16="http://schemas.microsoft.com/office/drawing/2014/main" id="{CCDEFFBF-8170-4BEC-99C4-219E64B5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7260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5" name="G0008_scale_sequence___A__0597__poly">
            <a:extLst xmlns:a="http://schemas.openxmlformats.org/drawingml/2006/main">
              <a:ext uri="{FF2B5EF4-FFF2-40B4-BE49-F238E27FC236}">
                <a16:creationId xmlns:a16="http://schemas.microsoft.com/office/drawing/2014/main" id="{0B96EF2C-A06F-4818-BB37-9F60AB8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7698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6" name="G0008_scale_sequence___A__0598__poly">
            <a:extLst xmlns:a="http://schemas.openxmlformats.org/drawingml/2006/main">
              <a:ext uri="{FF2B5EF4-FFF2-40B4-BE49-F238E27FC236}">
                <a16:creationId xmlns:a16="http://schemas.microsoft.com/office/drawing/2014/main" id="{86D9AB9D-74CC-44F8-93FE-20A6721D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98145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7" name="G0008_scale_sequence___A__0599__poly">
            <a:extLst xmlns:a="http://schemas.openxmlformats.org/drawingml/2006/main">
              <a:ext uri="{FF2B5EF4-FFF2-40B4-BE49-F238E27FC236}">
                <a16:creationId xmlns:a16="http://schemas.microsoft.com/office/drawing/2014/main" id="{74E06BBF-93C0-4659-9899-2C11F844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98583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8" name="G0008_scale_sequence___A__0600__poly">
            <a:extLst xmlns:a="http://schemas.openxmlformats.org/drawingml/2006/main">
              <a:ext uri="{FF2B5EF4-FFF2-40B4-BE49-F238E27FC236}">
                <a16:creationId xmlns:a16="http://schemas.microsoft.com/office/drawing/2014/main" id="{133907EA-A175-46A3-8338-D2B4026B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9030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9" name="G0008_scale_sequence___A__0601__poly">
            <a:extLst xmlns:a="http://schemas.openxmlformats.org/drawingml/2006/main">
              <a:ext uri="{FF2B5EF4-FFF2-40B4-BE49-F238E27FC236}">
                <a16:creationId xmlns:a16="http://schemas.microsoft.com/office/drawing/2014/main" id="{1B97DE6C-D592-4B78-88D4-9840ECEF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946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0" name="G0008_scale_sequence___A__0602__poly">
            <a:extLst xmlns:a="http://schemas.openxmlformats.org/drawingml/2006/main">
              <a:ext uri="{FF2B5EF4-FFF2-40B4-BE49-F238E27FC236}">
                <a16:creationId xmlns:a16="http://schemas.microsoft.com/office/drawing/2014/main" id="{1B8B381B-7881-4308-9FC7-28458D00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991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1" name="G0008_scale_sequence___A__0603__poly">
            <a:extLst xmlns:a="http://schemas.openxmlformats.org/drawingml/2006/main">
              <a:ext uri="{FF2B5EF4-FFF2-40B4-BE49-F238E27FC236}">
                <a16:creationId xmlns:a16="http://schemas.microsoft.com/office/drawing/2014/main" id="{12FD3408-C785-4362-9F3E-966344A1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0353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2" name="G0008_scale_sequence___A__0604__poly">
            <a:extLst xmlns:a="http://schemas.openxmlformats.org/drawingml/2006/main">
              <a:ext uri="{FF2B5EF4-FFF2-40B4-BE49-F238E27FC236}">
                <a16:creationId xmlns:a16="http://schemas.microsoft.com/office/drawing/2014/main" id="{0986C93A-6135-4900-92A2-1848DCF4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0800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3" name="G0008_scale_sequence___A__0605__poly">
            <a:extLst xmlns:a="http://schemas.openxmlformats.org/drawingml/2006/main">
              <a:ext uri="{FF2B5EF4-FFF2-40B4-BE49-F238E27FC236}">
                <a16:creationId xmlns:a16="http://schemas.microsoft.com/office/drawing/2014/main" id="{959E1105-3A36-426E-8DDF-BBB159A6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0124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4" name="G0008_scale_sequence___A__0606__poly">
            <a:extLst xmlns:a="http://schemas.openxmlformats.org/drawingml/2006/main">
              <a:ext uri="{FF2B5EF4-FFF2-40B4-BE49-F238E27FC236}">
                <a16:creationId xmlns:a16="http://schemas.microsoft.com/office/drawing/2014/main" id="{7575D8F4-7049-4C00-8C97-71C059E3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01685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5" name="G0008_scale_sequence___A__0607__poly">
            <a:extLst xmlns:a="http://schemas.openxmlformats.org/drawingml/2006/main">
              <a:ext uri="{FF2B5EF4-FFF2-40B4-BE49-F238E27FC236}">
                <a16:creationId xmlns:a16="http://schemas.microsoft.com/office/drawing/2014/main" id="{C8B7CFCC-1011-42DF-9E71-B967BD3C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02132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6" name="G0008_scale_sequence___A__0608__poly">
            <a:extLst xmlns:a="http://schemas.openxmlformats.org/drawingml/2006/main">
              <a:ext uri="{FF2B5EF4-FFF2-40B4-BE49-F238E27FC236}">
                <a16:creationId xmlns:a16="http://schemas.microsoft.com/office/drawing/2014/main" id="{E00FCACC-AF01-469E-A4FF-D7B490C3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9030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7" name="G0008_scale_sequence___A__0609__poly">
            <a:extLst xmlns:a="http://schemas.openxmlformats.org/drawingml/2006/main">
              <a:ext uri="{FF2B5EF4-FFF2-40B4-BE49-F238E27FC236}">
                <a16:creationId xmlns:a16="http://schemas.microsoft.com/office/drawing/2014/main" id="{AFADAC55-905D-4034-AF94-05F01815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946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8" name="G0008_scale_sequence___A__0610__poly">
            <a:extLst xmlns:a="http://schemas.openxmlformats.org/drawingml/2006/main">
              <a:ext uri="{FF2B5EF4-FFF2-40B4-BE49-F238E27FC236}">
                <a16:creationId xmlns:a16="http://schemas.microsoft.com/office/drawing/2014/main" id="{EED4E92A-6F87-4889-9BCF-C5FF7C65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991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9" name="G0008_scale_sequence___A__0611__poly">
            <a:extLst xmlns:a="http://schemas.openxmlformats.org/drawingml/2006/main">
              <a:ext uri="{FF2B5EF4-FFF2-40B4-BE49-F238E27FC236}">
                <a16:creationId xmlns:a16="http://schemas.microsoft.com/office/drawing/2014/main" id="{69EF1F6E-3FF9-43F7-BC37-B1F0789A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100353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0" name="G0008_scale_sequence___A__0612__poly">
            <a:extLst xmlns:a="http://schemas.openxmlformats.org/drawingml/2006/main">
              <a:ext uri="{FF2B5EF4-FFF2-40B4-BE49-F238E27FC236}">
                <a16:creationId xmlns:a16="http://schemas.microsoft.com/office/drawing/2014/main" id="{03197D84-0382-48DF-AEFF-C434CC0A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100800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1" name="G0008_scale_sequence___A__0613__poly">
            <a:extLst xmlns:a="http://schemas.openxmlformats.org/drawingml/2006/main">
              <a:ext uri="{FF2B5EF4-FFF2-40B4-BE49-F238E27FC236}">
                <a16:creationId xmlns:a16="http://schemas.microsoft.com/office/drawing/2014/main" id="{9BC639AD-C278-4850-91B1-F426C352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10124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2" name="G0008_scale_sequence___A__0614__poly">
            <a:extLst xmlns:a="http://schemas.openxmlformats.org/drawingml/2006/main">
              <a:ext uri="{FF2B5EF4-FFF2-40B4-BE49-F238E27FC236}">
                <a16:creationId xmlns:a16="http://schemas.microsoft.com/office/drawing/2014/main" id="{8F03BEA3-AF9E-49E0-8ECC-6CC8A133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101685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3" name="G0008_scale_sequence___A__0615__poly">
            <a:extLst xmlns:a="http://schemas.openxmlformats.org/drawingml/2006/main">
              <a:ext uri="{FF2B5EF4-FFF2-40B4-BE49-F238E27FC236}">
                <a16:creationId xmlns:a16="http://schemas.microsoft.com/office/drawing/2014/main" id="{0A4E247D-CD49-4445-B4DF-92A32210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102132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4" name="G0008_scale_sequence___A__0616__poly">
            <a:extLst xmlns:a="http://schemas.openxmlformats.org/drawingml/2006/main">
              <a:ext uri="{FF2B5EF4-FFF2-40B4-BE49-F238E27FC236}">
                <a16:creationId xmlns:a16="http://schemas.microsoft.com/office/drawing/2014/main" id="{3351C33C-AA11-4C2B-9304-D0BBB4F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2570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5" name="G0008_scale_sequence___A__0617__poly">
            <a:extLst xmlns:a="http://schemas.openxmlformats.org/drawingml/2006/main">
              <a:ext uri="{FF2B5EF4-FFF2-40B4-BE49-F238E27FC236}">
                <a16:creationId xmlns:a16="http://schemas.microsoft.com/office/drawing/2014/main" id="{B16755E6-ECED-4812-BAF4-4156953D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3017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6" name="G0008_scale_sequence___A__0618__poly">
            <a:extLst xmlns:a="http://schemas.openxmlformats.org/drawingml/2006/main">
              <a:ext uri="{FF2B5EF4-FFF2-40B4-BE49-F238E27FC236}">
                <a16:creationId xmlns:a16="http://schemas.microsoft.com/office/drawing/2014/main" id="{E2E80A71-2AF1-4A80-B5E5-8A542B23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0345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7" name="G0008_scale_sequence___A__0619__poly">
            <a:extLst xmlns:a="http://schemas.openxmlformats.org/drawingml/2006/main">
              <a:ext uri="{FF2B5EF4-FFF2-40B4-BE49-F238E27FC236}">
                <a16:creationId xmlns:a16="http://schemas.microsoft.com/office/drawing/2014/main" id="{D4F4CEBE-D1D8-4473-9F70-C95B52E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0390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8" name="G0008_scale_sequence___A__0620__poly">
            <a:extLst xmlns:a="http://schemas.openxmlformats.org/drawingml/2006/main">
              <a:ext uri="{FF2B5EF4-FFF2-40B4-BE49-F238E27FC236}">
                <a16:creationId xmlns:a16="http://schemas.microsoft.com/office/drawing/2014/main" id="{097C8803-BF6F-4874-932F-6D5C22A9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0434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9" name="G0008_scale_sequence___A__0621__poly">
            <a:extLst xmlns:a="http://schemas.openxmlformats.org/drawingml/2006/main">
              <a:ext uri="{FF2B5EF4-FFF2-40B4-BE49-F238E27FC236}">
                <a16:creationId xmlns:a16="http://schemas.microsoft.com/office/drawing/2014/main" id="{866F36E5-D9BC-43FA-9F74-70D5BE9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10124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0" name="G0008_scale_sequence___A__0622__poly">
            <a:extLst xmlns:a="http://schemas.openxmlformats.org/drawingml/2006/main">
              <a:ext uri="{FF2B5EF4-FFF2-40B4-BE49-F238E27FC236}">
                <a16:creationId xmlns:a16="http://schemas.microsoft.com/office/drawing/2014/main" id="{52BC44B2-1610-4236-AC50-149A195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101685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1" name="G0008_scale_sequence___A__0623__poly">
            <a:extLst xmlns:a="http://schemas.openxmlformats.org/drawingml/2006/main">
              <a:ext uri="{FF2B5EF4-FFF2-40B4-BE49-F238E27FC236}">
                <a16:creationId xmlns:a16="http://schemas.microsoft.com/office/drawing/2014/main" id="{54A0E26F-BCAF-4BE6-8741-DE0D27B4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102132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2" name="G0008_scale_sequence___A__0624__poly">
            <a:extLst xmlns:a="http://schemas.openxmlformats.org/drawingml/2006/main">
              <a:ext uri="{FF2B5EF4-FFF2-40B4-BE49-F238E27FC236}">
                <a16:creationId xmlns:a16="http://schemas.microsoft.com/office/drawing/2014/main" id="{92047826-DD67-4DA3-A224-2163A23F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102570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3" name="G0008_scale_sequence___A__0625__poly">
            <a:extLst xmlns:a="http://schemas.openxmlformats.org/drawingml/2006/main">
              <a:ext uri="{FF2B5EF4-FFF2-40B4-BE49-F238E27FC236}">
                <a16:creationId xmlns:a16="http://schemas.microsoft.com/office/drawing/2014/main" id="{F7C68048-8815-414B-9E02-1CAB406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103017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4" name="G0008_scale_sequence___A__0626__poly">
            <a:extLst xmlns:a="http://schemas.openxmlformats.org/drawingml/2006/main">
              <a:ext uri="{FF2B5EF4-FFF2-40B4-BE49-F238E27FC236}">
                <a16:creationId xmlns:a16="http://schemas.microsoft.com/office/drawing/2014/main" id="{F08BE616-F33F-415E-8975-7ACFBBDC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10345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5" name="G0008_scale_sequence___A__0627__poly">
            <a:extLst xmlns:a="http://schemas.openxmlformats.org/drawingml/2006/main">
              <a:ext uri="{FF2B5EF4-FFF2-40B4-BE49-F238E27FC236}">
                <a16:creationId xmlns:a16="http://schemas.microsoft.com/office/drawing/2014/main" id="{AD8048F9-DF97-4DE0-89C1-E78B7BA2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10390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6" name="G0008_scale_sequence___A__0628__poly">
            <a:extLst xmlns:a="http://schemas.openxmlformats.org/drawingml/2006/main">
              <a:ext uri="{FF2B5EF4-FFF2-40B4-BE49-F238E27FC236}">
                <a16:creationId xmlns:a16="http://schemas.microsoft.com/office/drawing/2014/main" id="{8A134012-B4C3-4803-97EE-5494B1DB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10434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7" name="G0008_scale_sequence___A__0629__poly">
            <a:extLst xmlns:a="http://schemas.openxmlformats.org/drawingml/2006/main">
              <a:ext uri="{FF2B5EF4-FFF2-40B4-BE49-F238E27FC236}">
                <a16:creationId xmlns:a16="http://schemas.microsoft.com/office/drawing/2014/main" id="{5E136D0D-992F-4CDE-8E99-A1B62056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4788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8" name="G0008_scale_sequence___A__0630__poly">
            <a:extLst xmlns:a="http://schemas.openxmlformats.org/drawingml/2006/main">
              <a:ext uri="{FF2B5EF4-FFF2-40B4-BE49-F238E27FC236}">
                <a16:creationId xmlns:a16="http://schemas.microsoft.com/office/drawing/2014/main" id="{1306CCF4-B8ED-45EA-BEAC-8E63216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5226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9" name="G0008_scale_sequence___A__0631__poly">
            <a:extLst xmlns:a="http://schemas.openxmlformats.org/drawingml/2006/main">
              <a:ext uri="{FF2B5EF4-FFF2-40B4-BE49-F238E27FC236}">
                <a16:creationId xmlns:a16="http://schemas.microsoft.com/office/drawing/2014/main" id="{DE6F56EB-DD54-490A-8095-67C7534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0567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0" name="G0008_scale_sequence___A__0632__poly">
            <a:extLst xmlns:a="http://schemas.openxmlformats.org/drawingml/2006/main">
              <a:ext uri="{FF2B5EF4-FFF2-40B4-BE49-F238E27FC236}">
                <a16:creationId xmlns:a16="http://schemas.microsoft.com/office/drawing/2014/main" id="{5B0F7B19-F2BA-47D0-BE43-1DD866F6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06111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1" name="G0008_scale_sequence___A__0633__poly">
            <a:extLst xmlns:a="http://schemas.openxmlformats.org/drawingml/2006/main">
              <a:ext uri="{FF2B5EF4-FFF2-40B4-BE49-F238E27FC236}">
                <a16:creationId xmlns:a16="http://schemas.microsoft.com/office/drawing/2014/main" id="{E91AB5C8-F3A7-45E2-A37C-DAE22615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0655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2" name="G0008_scale_sequence___A__0634__poly">
            <a:extLst xmlns:a="http://schemas.openxmlformats.org/drawingml/2006/main">
              <a:ext uri="{FF2B5EF4-FFF2-40B4-BE49-F238E27FC236}">
                <a16:creationId xmlns:a16="http://schemas.microsoft.com/office/drawing/2014/main" id="{8E42E352-4E98-4AA8-8936-151FC8C0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10345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3" name="G0008_scale_sequence___A__0635__poly">
            <a:extLst xmlns:a="http://schemas.openxmlformats.org/drawingml/2006/main">
              <a:ext uri="{FF2B5EF4-FFF2-40B4-BE49-F238E27FC236}">
                <a16:creationId xmlns:a16="http://schemas.microsoft.com/office/drawing/2014/main" id="{048C46E0-DD61-4595-8D3C-3F182CE0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10390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4" name="G0008_scale_sequence___A__0636__poly">
            <a:extLst xmlns:a="http://schemas.openxmlformats.org/drawingml/2006/main">
              <a:ext uri="{FF2B5EF4-FFF2-40B4-BE49-F238E27FC236}">
                <a16:creationId xmlns:a16="http://schemas.microsoft.com/office/drawing/2014/main" id="{CCCD5842-1198-4E52-8CB9-A61C3CB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10434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5" name="G0008_scale_sequence___A__0637__poly">
            <a:extLst xmlns:a="http://schemas.openxmlformats.org/drawingml/2006/main">
              <a:ext uri="{FF2B5EF4-FFF2-40B4-BE49-F238E27FC236}">
                <a16:creationId xmlns:a16="http://schemas.microsoft.com/office/drawing/2014/main" id="{223D987C-2883-4245-80AA-277E346D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104788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6" name="G0008_scale_sequence___A__0638__poly">
            <a:extLst xmlns:a="http://schemas.openxmlformats.org/drawingml/2006/main">
              <a:ext uri="{FF2B5EF4-FFF2-40B4-BE49-F238E27FC236}">
                <a16:creationId xmlns:a16="http://schemas.microsoft.com/office/drawing/2014/main" id="{0BE858D7-97D3-4FF8-8FF7-8E754889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105226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7" name="G0008_scale_sequence___A__0639__poly">
            <a:extLst xmlns:a="http://schemas.openxmlformats.org/drawingml/2006/main">
              <a:ext uri="{FF2B5EF4-FFF2-40B4-BE49-F238E27FC236}">
                <a16:creationId xmlns:a16="http://schemas.microsoft.com/office/drawing/2014/main" id="{DF26C2CB-7D4A-4E89-B392-0CD5141F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10567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8" name="G0008_scale_sequence___A__0640__poly">
            <a:extLst xmlns:a="http://schemas.openxmlformats.org/drawingml/2006/main">
              <a:ext uri="{FF2B5EF4-FFF2-40B4-BE49-F238E27FC236}">
                <a16:creationId xmlns:a16="http://schemas.microsoft.com/office/drawing/2014/main" id="{46795291-4036-4A97-96D5-673A939C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106111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9" name="G0008_scale_sequence___A__0641__poly">
            <a:extLst xmlns:a="http://schemas.openxmlformats.org/drawingml/2006/main">
              <a:ext uri="{FF2B5EF4-FFF2-40B4-BE49-F238E27FC236}">
                <a16:creationId xmlns:a16="http://schemas.microsoft.com/office/drawing/2014/main" id="{666C309F-C888-4EB4-8410-D73605C4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10655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0" name="G0008_scale_sequence___A__0642__poly">
            <a:extLst xmlns:a="http://schemas.openxmlformats.org/drawingml/2006/main">
              <a:ext uri="{FF2B5EF4-FFF2-40B4-BE49-F238E27FC236}">
                <a16:creationId xmlns:a16="http://schemas.microsoft.com/office/drawing/2014/main" id="{A50CE8A4-C4EA-4BE8-BD57-3150BA07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6996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1" name="G0008_scale_sequence___A__0643__poly">
            <a:extLst xmlns:a="http://schemas.openxmlformats.org/drawingml/2006/main">
              <a:ext uri="{FF2B5EF4-FFF2-40B4-BE49-F238E27FC236}">
                <a16:creationId xmlns:a16="http://schemas.microsoft.com/office/drawing/2014/main" id="{CC2572F6-3FF7-49CE-8CFD-C30CE1CC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7443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2" name="G0008_scale_sequence___A__0644__poly">
            <a:extLst xmlns:a="http://schemas.openxmlformats.org/drawingml/2006/main">
              <a:ext uri="{FF2B5EF4-FFF2-40B4-BE49-F238E27FC236}">
                <a16:creationId xmlns:a16="http://schemas.microsoft.com/office/drawing/2014/main" id="{2E6D3893-BC41-4829-AEE3-86CE9126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0788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3" name="G0008_scale_sequence___A__0645__poly">
            <a:extLst xmlns:a="http://schemas.openxmlformats.org/drawingml/2006/main">
              <a:ext uri="{FF2B5EF4-FFF2-40B4-BE49-F238E27FC236}">
                <a16:creationId xmlns:a16="http://schemas.microsoft.com/office/drawing/2014/main" id="{65A99C38-A4BC-41C1-B689-716E1744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0832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4" name="G0008_scale_sequence___A__0646__poly">
            <a:extLst xmlns:a="http://schemas.openxmlformats.org/drawingml/2006/main">
              <a:ext uri="{FF2B5EF4-FFF2-40B4-BE49-F238E27FC236}">
                <a16:creationId xmlns:a16="http://schemas.microsoft.com/office/drawing/2014/main" id="{335A0036-87F3-49D4-9D27-C3D8DC2E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08766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5" name="G0008_scale_sequence___A__0647__poly">
            <a:extLst xmlns:a="http://schemas.openxmlformats.org/drawingml/2006/main">
              <a:ext uri="{FF2B5EF4-FFF2-40B4-BE49-F238E27FC236}">
                <a16:creationId xmlns:a16="http://schemas.microsoft.com/office/drawing/2014/main" id="{DFAFDF94-D618-4A7D-A37F-1A2C64C7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10567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6" name="G0008_scale_sequence___A__0648__poly">
            <a:extLst xmlns:a="http://schemas.openxmlformats.org/drawingml/2006/main">
              <a:ext uri="{FF2B5EF4-FFF2-40B4-BE49-F238E27FC236}">
                <a16:creationId xmlns:a16="http://schemas.microsoft.com/office/drawing/2014/main" id="{E3E40BEA-999E-4E6F-9A6D-91C750FE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106111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7" name="G0008_scale_sequence___A__0649__poly">
            <a:extLst xmlns:a="http://schemas.openxmlformats.org/drawingml/2006/main">
              <a:ext uri="{FF2B5EF4-FFF2-40B4-BE49-F238E27FC236}">
                <a16:creationId xmlns:a16="http://schemas.microsoft.com/office/drawing/2014/main" id="{3F9EC72C-269B-49B9-AC47-91E67080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10655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8" name="G0008_scale_sequence___A__0650__poly">
            <a:extLst xmlns:a="http://schemas.openxmlformats.org/drawingml/2006/main">
              <a:ext uri="{FF2B5EF4-FFF2-40B4-BE49-F238E27FC236}">
                <a16:creationId xmlns:a16="http://schemas.microsoft.com/office/drawing/2014/main" id="{9D519F83-2C2A-41F8-A94D-45314180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106996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9" name="G0008_scale_sequence___A__0651__poly">
            <a:extLst xmlns:a="http://schemas.openxmlformats.org/drawingml/2006/main">
              <a:ext uri="{FF2B5EF4-FFF2-40B4-BE49-F238E27FC236}">
                <a16:creationId xmlns:a16="http://schemas.microsoft.com/office/drawing/2014/main" id="{0EFA2278-C23A-4C3C-909C-D0DB26E1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107443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0" name="G0008_scale_sequence___A__0652__poly">
            <a:extLst xmlns:a="http://schemas.openxmlformats.org/drawingml/2006/main">
              <a:ext uri="{FF2B5EF4-FFF2-40B4-BE49-F238E27FC236}">
                <a16:creationId xmlns:a16="http://schemas.microsoft.com/office/drawing/2014/main" id="{91809FD7-EF6F-4824-AF2E-A87FAF5B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10788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1" name="G0008_scale_sequence___A__0653__poly">
            <a:extLst xmlns:a="http://schemas.openxmlformats.org/drawingml/2006/main">
              <a:ext uri="{FF2B5EF4-FFF2-40B4-BE49-F238E27FC236}">
                <a16:creationId xmlns:a16="http://schemas.microsoft.com/office/drawing/2014/main" id="{1B07B784-4DFA-4447-834E-6E7F0908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10832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2" name="G0008_scale_sequence___A__0654__poly">
            <a:extLst xmlns:a="http://schemas.openxmlformats.org/drawingml/2006/main">
              <a:ext uri="{FF2B5EF4-FFF2-40B4-BE49-F238E27FC236}">
                <a16:creationId xmlns:a16="http://schemas.microsoft.com/office/drawing/2014/main" id="{20FBA64A-0839-43F3-ADF8-A763819F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108766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3" name="G0008_scale_sequence___A__0655__poly">
            <a:extLst xmlns:a="http://schemas.openxmlformats.org/drawingml/2006/main">
              <a:ext uri="{FF2B5EF4-FFF2-40B4-BE49-F238E27FC236}">
                <a16:creationId xmlns:a16="http://schemas.microsoft.com/office/drawing/2014/main" id="{9CD5E9EF-189C-4402-A4E3-7F1D0FF2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9213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4" name="G0008_scale_sequence___A__0656__poly">
            <a:extLst xmlns:a="http://schemas.openxmlformats.org/drawingml/2006/main">
              <a:ext uri="{FF2B5EF4-FFF2-40B4-BE49-F238E27FC236}">
                <a16:creationId xmlns:a16="http://schemas.microsoft.com/office/drawing/2014/main" id="{71EF7230-8074-416E-8583-1854E05E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9651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5" name="G0008_scale_sequence___A__0657__poly">
            <a:extLst xmlns:a="http://schemas.openxmlformats.org/drawingml/2006/main">
              <a:ext uri="{FF2B5EF4-FFF2-40B4-BE49-F238E27FC236}">
                <a16:creationId xmlns:a16="http://schemas.microsoft.com/office/drawing/2014/main" id="{6E17E480-473D-4CA8-BB6B-09348754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10098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6" name="G0008_scale_sequence___A__0658__poly">
            <a:extLst xmlns:a="http://schemas.openxmlformats.org/drawingml/2006/main">
              <a:ext uri="{FF2B5EF4-FFF2-40B4-BE49-F238E27FC236}">
                <a16:creationId xmlns:a16="http://schemas.microsoft.com/office/drawing/2014/main" id="{C3309D79-982D-4861-BCA0-447A2715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10545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7" name="G0008_scale_sequence___A__0659__poly">
            <a:extLst xmlns:a="http://schemas.openxmlformats.org/drawingml/2006/main">
              <a:ext uri="{FF2B5EF4-FFF2-40B4-BE49-F238E27FC236}">
                <a16:creationId xmlns:a16="http://schemas.microsoft.com/office/drawing/2014/main" id="{96C168E9-063E-46D0-9743-EA51B9F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10983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8" name="G0008_scale_sequence___A__0663__poly">
            <a:extLst xmlns:a="http://schemas.openxmlformats.org/drawingml/2006/main">
              <a:ext uri="{FF2B5EF4-FFF2-40B4-BE49-F238E27FC236}">
                <a16:creationId xmlns:a16="http://schemas.microsoft.com/office/drawing/2014/main" id="{340C8135-1FE4-4C7B-B2B8-E3E782E3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027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9" name="G0008_scale_sequence___A__0664__poly">
            <a:extLst xmlns:a="http://schemas.openxmlformats.org/drawingml/2006/main">
              <a:ext uri="{FF2B5EF4-FFF2-40B4-BE49-F238E27FC236}">
                <a16:creationId xmlns:a16="http://schemas.microsoft.com/office/drawing/2014/main" id="{38C8F4D2-41A8-4FAF-AF00-EF6B29E5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7081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0" name="G0008_scale_sequence___A__0665__poly">
            <a:extLst xmlns:a="http://schemas.openxmlformats.org/drawingml/2006/main">
              <a:ext uri="{FF2B5EF4-FFF2-40B4-BE49-F238E27FC236}">
                <a16:creationId xmlns:a16="http://schemas.microsoft.com/office/drawing/2014/main" id="{D0FCD63A-D8A2-4669-9CDF-2E87199F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7135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1" name="G0008_scale_sequence___A__0666__poly">
            <a:extLst xmlns:a="http://schemas.openxmlformats.org/drawingml/2006/main">
              <a:ext uri="{FF2B5EF4-FFF2-40B4-BE49-F238E27FC236}">
                <a16:creationId xmlns:a16="http://schemas.microsoft.com/office/drawing/2014/main" id="{04F9A3C1-F52B-4B5B-A863-7DDCE624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7190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2" name="G0008_scale_sequence___A__0667__poly">
            <a:extLst xmlns:a="http://schemas.openxmlformats.org/drawingml/2006/main">
              <a:ext uri="{FF2B5EF4-FFF2-40B4-BE49-F238E27FC236}">
                <a16:creationId xmlns:a16="http://schemas.microsoft.com/office/drawing/2014/main" id="{86382A39-23DE-4A03-8966-7B8E9CB9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7244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3" name="G0008_scale_sequence___A__0668__poly">
            <a:extLst xmlns:a="http://schemas.openxmlformats.org/drawingml/2006/main">
              <a:ext uri="{FF2B5EF4-FFF2-40B4-BE49-F238E27FC236}">
                <a16:creationId xmlns:a16="http://schemas.microsoft.com/office/drawing/2014/main" id="{43FA8C3C-7A04-4807-BFCA-EEDE925A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7298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4" name="G0008_scale_sequence___A__0669__poly">
            <a:extLst xmlns:a="http://schemas.openxmlformats.org/drawingml/2006/main">
              <a:ext uri="{FF2B5EF4-FFF2-40B4-BE49-F238E27FC236}">
                <a16:creationId xmlns:a16="http://schemas.microsoft.com/office/drawing/2014/main" id="{9663EA5C-9EDA-49CC-A881-ED523FB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73539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5" name="G0008_scale_sequence___A__0670__poly">
            <a:extLst xmlns:a="http://schemas.openxmlformats.org/drawingml/2006/main">
              <a:ext uri="{FF2B5EF4-FFF2-40B4-BE49-F238E27FC236}">
                <a16:creationId xmlns:a16="http://schemas.microsoft.com/office/drawing/2014/main" id="{CE0D018C-7A8F-4033-BDDC-4D0D06B9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74082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6" name="G0008_scale_sequence___A__0671__poly">
            <a:extLst xmlns:a="http://schemas.openxmlformats.org/drawingml/2006/main">
              <a:ext uri="{FF2B5EF4-FFF2-40B4-BE49-F238E27FC236}">
                <a16:creationId xmlns:a16="http://schemas.microsoft.com/office/drawing/2014/main" id="{610BADF8-9212-44E2-9A97-854ED44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74625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7" name="G0008_scale_sequence___A__0672__poly">
            <a:extLst xmlns:a="http://schemas.openxmlformats.org/drawingml/2006/main">
              <a:ext uri="{FF2B5EF4-FFF2-40B4-BE49-F238E27FC236}">
                <a16:creationId xmlns:a16="http://schemas.microsoft.com/office/drawing/2014/main" id="{DE8294EB-829C-4E9A-8403-799FBAAE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75169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8" name="G0008_scale_sequence___A__0673__poly">
            <a:extLst xmlns:a="http://schemas.openxmlformats.org/drawingml/2006/main">
              <a:ext uri="{FF2B5EF4-FFF2-40B4-BE49-F238E27FC236}">
                <a16:creationId xmlns:a16="http://schemas.microsoft.com/office/drawing/2014/main" id="{39BC16A7-677F-468B-8223-910FDA33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7571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9" name="G0008_scale_sequence___A__0674__poly">
            <a:extLst xmlns:a="http://schemas.openxmlformats.org/drawingml/2006/main">
              <a:ext uri="{FF2B5EF4-FFF2-40B4-BE49-F238E27FC236}">
                <a16:creationId xmlns:a16="http://schemas.microsoft.com/office/drawing/2014/main" id="{C919FA0F-DCB2-401F-B2EE-FC356B59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7625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0" name="G0008_scale_sequence___A__0675__poly">
            <a:extLst xmlns:a="http://schemas.openxmlformats.org/drawingml/2006/main">
              <a:ext uri="{FF2B5EF4-FFF2-40B4-BE49-F238E27FC236}">
                <a16:creationId xmlns:a16="http://schemas.microsoft.com/office/drawing/2014/main" id="{F00A0E38-EA83-4F88-AA9C-C8CB935C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7679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1" name="G0008_scale_sequence___A__0676__poly">
            <a:extLst xmlns:a="http://schemas.openxmlformats.org/drawingml/2006/main">
              <a:ext uri="{FF2B5EF4-FFF2-40B4-BE49-F238E27FC236}">
                <a16:creationId xmlns:a16="http://schemas.microsoft.com/office/drawing/2014/main" id="{DDC0D0CD-772B-410F-B049-4B42787A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7734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2" name="G0008_scale_sequence___A__0677__poly">
            <a:extLst xmlns:a="http://schemas.openxmlformats.org/drawingml/2006/main">
              <a:ext uri="{FF2B5EF4-FFF2-40B4-BE49-F238E27FC236}">
                <a16:creationId xmlns:a16="http://schemas.microsoft.com/office/drawing/2014/main" id="{3A35BE61-0AAB-4731-818C-74D69D3D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7788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3" name="G0008_scale_sequence___A__0678__poly">
            <a:extLst xmlns:a="http://schemas.openxmlformats.org/drawingml/2006/main">
              <a:ext uri="{FF2B5EF4-FFF2-40B4-BE49-F238E27FC236}">
                <a16:creationId xmlns:a16="http://schemas.microsoft.com/office/drawing/2014/main" id="{0351BCDF-FA54-4FFC-A245-8FFFD198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7842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4" name="G0008_scale_sequence___A__0679__poly">
            <a:extLst xmlns:a="http://schemas.openxmlformats.org/drawingml/2006/main">
              <a:ext uri="{FF2B5EF4-FFF2-40B4-BE49-F238E27FC236}">
                <a16:creationId xmlns:a16="http://schemas.microsoft.com/office/drawing/2014/main" id="{50856613-C0C6-426F-B9E6-D4E6C92C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298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5" name="G0008_scale_sequence___A__0680__poly">
            <a:extLst xmlns:a="http://schemas.openxmlformats.org/drawingml/2006/main">
              <a:ext uri="{FF2B5EF4-FFF2-40B4-BE49-F238E27FC236}">
                <a16:creationId xmlns:a16="http://schemas.microsoft.com/office/drawing/2014/main" id="{F7A971B0-98D4-4054-BAB4-CF54CEC9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73539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6" name="G0008_scale_sequence___A__0681__poly">
            <a:extLst xmlns:a="http://schemas.openxmlformats.org/drawingml/2006/main">
              <a:ext uri="{FF2B5EF4-FFF2-40B4-BE49-F238E27FC236}">
                <a16:creationId xmlns:a16="http://schemas.microsoft.com/office/drawing/2014/main" id="{1AA04151-7CB5-40C7-8AE3-8E84DC2C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74082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7" name="G0008_scale_sequence___A__0682__poly">
            <a:extLst xmlns:a="http://schemas.openxmlformats.org/drawingml/2006/main">
              <a:ext uri="{FF2B5EF4-FFF2-40B4-BE49-F238E27FC236}">
                <a16:creationId xmlns:a16="http://schemas.microsoft.com/office/drawing/2014/main" id="{64EAC170-5001-43B4-9956-A7017A6E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74625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8" name="G0008_scale_sequence___A__0683__poly">
            <a:extLst xmlns:a="http://schemas.openxmlformats.org/drawingml/2006/main">
              <a:ext uri="{FF2B5EF4-FFF2-40B4-BE49-F238E27FC236}">
                <a16:creationId xmlns:a16="http://schemas.microsoft.com/office/drawing/2014/main" id="{97EFB89A-1558-4282-842F-ECD66398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75169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9" name="G0008_scale_sequence___A__0684__poly">
            <a:extLst xmlns:a="http://schemas.openxmlformats.org/drawingml/2006/main">
              <a:ext uri="{FF2B5EF4-FFF2-40B4-BE49-F238E27FC236}">
                <a16:creationId xmlns:a16="http://schemas.microsoft.com/office/drawing/2014/main" id="{5A336515-0D0A-4594-98EF-B8B6D28E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7571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0" name="G0008_scale_sequence___A__0685__poly">
            <a:extLst xmlns:a="http://schemas.openxmlformats.org/drawingml/2006/main">
              <a:ext uri="{FF2B5EF4-FFF2-40B4-BE49-F238E27FC236}">
                <a16:creationId xmlns:a16="http://schemas.microsoft.com/office/drawing/2014/main" id="{E9B0A952-9F97-4BDF-8879-3B2FC3E4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7625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1" name="G0008_scale_sequence___A__0686__poly">
            <a:extLst xmlns:a="http://schemas.openxmlformats.org/drawingml/2006/main">
              <a:ext uri="{FF2B5EF4-FFF2-40B4-BE49-F238E27FC236}">
                <a16:creationId xmlns:a16="http://schemas.microsoft.com/office/drawing/2014/main" id="{001FF605-289F-4746-99DF-991D8D46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7679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2" name="G0008_scale_sequence___A__0687__poly">
            <a:extLst xmlns:a="http://schemas.openxmlformats.org/drawingml/2006/main">
              <a:ext uri="{FF2B5EF4-FFF2-40B4-BE49-F238E27FC236}">
                <a16:creationId xmlns:a16="http://schemas.microsoft.com/office/drawing/2014/main" id="{DAE9007B-FF0D-4160-B798-A9E9AAF1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7734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3" name="G0008_scale_sequence___A__0688__poly">
            <a:extLst xmlns:a="http://schemas.openxmlformats.org/drawingml/2006/main">
              <a:ext uri="{FF2B5EF4-FFF2-40B4-BE49-F238E27FC236}">
                <a16:creationId xmlns:a16="http://schemas.microsoft.com/office/drawing/2014/main" id="{42C4D55B-DF5F-4939-9CEA-A9503EC5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7788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4" name="G0008_scale_sequence___A__0689__poly">
            <a:extLst xmlns:a="http://schemas.openxmlformats.org/drawingml/2006/main">
              <a:ext uri="{FF2B5EF4-FFF2-40B4-BE49-F238E27FC236}">
                <a16:creationId xmlns:a16="http://schemas.microsoft.com/office/drawing/2014/main" id="{5FC19650-F694-4A12-8BEB-AE7107B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7842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5" name="G0008_scale_sequence___A__0690__poly">
            <a:extLst xmlns:a="http://schemas.openxmlformats.org/drawingml/2006/main">
              <a:ext uri="{FF2B5EF4-FFF2-40B4-BE49-F238E27FC236}">
                <a16:creationId xmlns:a16="http://schemas.microsoft.com/office/drawing/2014/main" id="{54907A14-9D05-4DF5-9EB8-C0855B9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7897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6" name="G0008_scale_sequence___A__0691__poly">
            <a:extLst xmlns:a="http://schemas.openxmlformats.org/drawingml/2006/main">
              <a:ext uri="{FF2B5EF4-FFF2-40B4-BE49-F238E27FC236}">
                <a16:creationId xmlns:a16="http://schemas.microsoft.com/office/drawing/2014/main" id="{842B0690-9C93-41EF-9E7A-708718CB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7951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7" name="G0008_scale_sequence___A__0692__poly">
            <a:extLst xmlns:a="http://schemas.openxmlformats.org/drawingml/2006/main">
              <a:ext uri="{FF2B5EF4-FFF2-40B4-BE49-F238E27FC236}">
                <a16:creationId xmlns:a16="http://schemas.microsoft.com/office/drawing/2014/main" id="{7A984B56-4B47-4E90-B67C-90BBC305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8005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8" name="G0008_scale_sequence___A__0693__poly">
            <a:extLst xmlns:a="http://schemas.openxmlformats.org/drawingml/2006/main">
              <a:ext uri="{FF2B5EF4-FFF2-40B4-BE49-F238E27FC236}">
                <a16:creationId xmlns:a16="http://schemas.microsoft.com/office/drawing/2014/main" id="{9FC25D04-274F-423E-9215-06859DA9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8060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9" name="G0008_scale_sequence___A__0694__poly">
            <a:extLst xmlns:a="http://schemas.openxmlformats.org/drawingml/2006/main">
              <a:ext uri="{FF2B5EF4-FFF2-40B4-BE49-F238E27FC236}">
                <a16:creationId xmlns:a16="http://schemas.microsoft.com/office/drawing/2014/main" id="{50329A70-A936-467C-A119-7F8AE9FC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8114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0" name="G0008_scale_sequence___A__0695__poly">
            <a:extLst xmlns:a="http://schemas.openxmlformats.org/drawingml/2006/main">
              <a:ext uri="{FF2B5EF4-FFF2-40B4-BE49-F238E27FC236}">
                <a16:creationId xmlns:a16="http://schemas.microsoft.com/office/drawing/2014/main" id="{280A9FC6-CF53-40C5-AB83-4FB3F927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571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1" name="G0008_scale_sequence___A__0696__poly">
            <a:extLst xmlns:a="http://schemas.openxmlformats.org/drawingml/2006/main">
              <a:ext uri="{FF2B5EF4-FFF2-40B4-BE49-F238E27FC236}">
                <a16:creationId xmlns:a16="http://schemas.microsoft.com/office/drawing/2014/main" id="{245B2CDF-71A7-4828-8CC2-DB7C5A5D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7625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2" name="G0008_scale_sequence___A__0697__poly">
            <a:extLst xmlns:a="http://schemas.openxmlformats.org/drawingml/2006/main">
              <a:ext uri="{FF2B5EF4-FFF2-40B4-BE49-F238E27FC236}">
                <a16:creationId xmlns:a16="http://schemas.microsoft.com/office/drawing/2014/main" id="{77AB8786-B3F1-4E5D-8177-5ABD8682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7679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3" name="G0008_scale_sequence___A__0698__poly">
            <a:extLst xmlns:a="http://schemas.openxmlformats.org/drawingml/2006/main">
              <a:ext uri="{FF2B5EF4-FFF2-40B4-BE49-F238E27FC236}">
                <a16:creationId xmlns:a16="http://schemas.microsoft.com/office/drawing/2014/main" id="{BB9EF28D-6CE0-4A35-9A51-8570CAD0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7734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4" name="G0008_scale_sequence___A__0699__poly">
            <a:extLst xmlns:a="http://schemas.openxmlformats.org/drawingml/2006/main">
              <a:ext uri="{FF2B5EF4-FFF2-40B4-BE49-F238E27FC236}">
                <a16:creationId xmlns:a16="http://schemas.microsoft.com/office/drawing/2014/main" id="{FCE1FECD-1F9D-49E4-9A41-914FB9C6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7788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5" name="G0008_scale_sequence___A__0700__poly">
            <a:extLst xmlns:a="http://schemas.openxmlformats.org/drawingml/2006/main">
              <a:ext uri="{FF2B5EF4-FFF2-40B4-BE49-F238E27FC236}">
                <a16:creationId xmlns:a16="http://schemas.microsoft.com/office/drawing/2014/main" id="{3075E428-BC24-43D9-A807-267DF07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7842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6" name="G0008_scale_sequence___A__0701__poly">
            <a:extLst xmlns:a="http://schemas.openxmlformats.org/drawingml/2006/main">
              <a:ext uri="{FF2B5EF4-FFF2-40B4-BE49-F238E27FC236}">
                <a16:creationId xmlns:a16="http://schemas.microsoft.com/office/drawing/2014/main" id="{2373101F-5DF5-4535-9A38-F870A10A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7897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7" name="G0008_scale_sequence___A__0702__poly">
            <a:extLst xmlns:a="http://schemas.openxmlformats.org/drawingml/2006/main">
              <a:ext uri="{FF2B5EF4-FFF2-40B4-BE49-F238E27FC236}">
                <a16:creationId xmlns:a16="http://schemas.microsoft.com/office/drawing/2014/main" id="{2E28389B-F2C8-4186-B219-9FC4C289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7951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8" name="G0008_scale_sequence___A__0703__poly">
            <a:extLst xmlns:a="http://schemas.openxmlformats.org/drawingml/2006/main">
              <a:ext uri="{FF2B5EF4-FFF2-40B4-BE49-F238E27FC236}">
                <a16:creationId xmlns:a16="http://schemas.microsoft.com/office/drawing/2014/main" id="{BA40C4C9-0F90-4D28-A08C-63736FBF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8005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9" name="G0008_scale_sequence___A__0704__poly">
            <a:extLst xmlns:a="http://schemas.openxmlformats.org/drawingml/2006/main">
              <a:ext uri="{FF2B5EF4-FFF2-40B4-BE49-F238E27FC236}">
                <a16:creationId xmlns:a16="http://schemas.microsoft.com/office/drawing/2014/main" id="{792CB3CF-8074-48AF-9251-4E6DFE2D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8060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0" name="G0008_scale_sequence___A__0705__poly">
            <a:extLst xmlns:a="http://schemas.openxmlformats.org/drawingml/2006/main">
              <a:ext uri="{FF2B5EF4-FFF2-40B4-BE49-F238E27FC236}">
                <a16:creationId xmlns:a16="http://schemas.microsoft.com/office/drawing/2014/main" id="{B9C6E8AD-9B54-417E-B359-D51FB5BB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8114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1" name="G0008_scale_sequence___A__0706__poly">
            <a:extLst xmlns:a="http://schemas.openxmlformats.org/drawingml/2006/main">
              <a:ext uri="{FF2B5EF4-FFF2-40B4-BE49-F238E27FC236}">
                <a16:creationId xmlns:a16="http://schemas.microsoft.com/office/drawing/2014/main" id="{1C645D56-C029-49E5-BADC-2F4AD42C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8168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2" name="G0008_scale_sequence___A__0707__poly">
            <a:extLst xmlns:a="http://schemas.openxmlformats.org/drawingml/2006/main">
              <a:ext uri="{FF2B5EF4-FFF2-40B4-BE49-F238E27FC236}">
                <a16:creationId xmlns:a16="http://schemas.microsoft.com/office/drawing/2014/main" id="{86EACB38-E294-4D43-BFE7-D04486C2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8223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3" name="G0008_scale_sequence___A__0708__poly">
            <a:extLst xmlns:a="http://schemas.openxmlformats.org/drawingml/2006/main">
              <a:ext uri="{FF2B5EF4-FFF2-40B4-BE49-F238E27FC236}">
                <a16:creationId xmlns:a16="http://schemas.microsoft.com/office/drawing/2014/main" id="{733ACC4F-7A4A-468F-9D74-817E8D10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8277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4" name="G0008_scale_sequence___A__0709__poly">
            <a:extLst xmlns:a="http://schemas.openxmlformats.org/drawingml/2006/main">
              <a:ext uri="{FF2B5EF4-FFF2-40B4-BE49-F238E27FC236}">
                <a16:creationId xmlns:a16="http://schemas.microsoft.com/office/drawing/2014/main" id="{30176F0F-748B-490B-8228-EF21314A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8331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5" name="G0008_scale_sequence___A__0710__poly">
            <a:extLst xmlns:a="http://schemas.openxmlformats.org/drawingml/2006/main">
              <a:ext uri="{FF2B5EF4-FFF2-40B4-BE49-F238E27FC236}">
                <a16:creationId xmlns:a16="http://schemas.microsoft.com/office/drawing/2014/main" id="{400565BB-7CA6-4871-941E-0EB8034E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83870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6" name="G0008_scale_sequence___A__0711__poly">
            <a:extLst xmlns:a="http://schemas.openxmlformats.org/drawingml/2006/main">
              <a:ext uri="{FF2B5EF4-FFF2-40B4-BE49-F238E27FC236}">
                <a16:creationId xmlns:a16="http://schemas.microsoft.com/office/drawing/2014/main" id="{42D4D00D-AF72-4797-892B-5F04F39D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842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7" name="G0008_scale_sequence___A__0712__poly">
            <a:extLst xmlns:a="http://schemas.openxmlformats.org/drawingml/2006/main">
              <a:ext uri="{FF2B5EF4-FFF2-40B4-BE49-F238E27FC236}">
                <a16:creationId xmlns:a16="http://schemas.microsoft.com/office/drawing/2014/main" id="{6865240D-0974-4887-897C-6CA3D89A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7897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8" name="G0008_scale_sequence___A__0713__poly">
            <a:extLst xmlns:a="http://schemas.openxmlformats.org/drawingml/2006/main">
              <a:ext uri="{FF2B5EF4-FFF2-40B4-BE49-F238E27FC236}">
                <a16:creationId xmlns:a16="http://schemas.microsoft.com/office/drawing/2014/main" id="{ED1F2983-842C-42D9-ACE9-AE39D66E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7951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9" name="G0008_scale_sequence___A__0714__poly">
            <a:extLst xmlns:a="http://schemas.openxmlformats.org/drawingml/2006/main">
              <a:ext uri="{FF2B5EF4-FFF2-40B4-BE49-F238E27FC236}">
                <a16:creationId xmlns:a16="http://schemas.microsoft.com/office/drawing/2014/main" id="{389AFAE2-7E97-451C-8AEC-29E1FDD1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8005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0" name="G0008_scale_sequence___A__0715__poly">
            <a:extLst xmlns:a="http://schemas.openxmlformats.org/drawingml/2006/main">
              <a:ext uri="{FF2B5EF4-FFF2-40B4-BE49-F238E27FC236}">
                <a16:creationId xmlns:a16="http://schemas.microsoft.com/office/drawing/2014/main" id="{B74A13D5-A987-4B35-9CA7-7DAE9C19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8060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1" name="G0008_scale_sequence___A__0716__poly">
            <a:extLst xmlns:a="http://schemas.openxmlformats.org/drawingml/2006/main">
              <a:ext uri="{FF2B5EF4-FFF2-40B4-BE49-F238E27FC236}">
                <a16:creationId xmlns:a16="http://schemas.microsoft.com/office/drawing/2014/main" id="{7FBA5A18-95E6-4234-AE68-3BB88BD0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8114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2" name="G0008_scale_sequence___A__0717__poly">
            <a:extLst xmlns:a="http://schemas.openxmlformats.org/drawingml/2006/main">
              <a:ext uri="{FF2B5EF4-FFF2-40B4-BE49-F238E27FC236}">
                <a16:creationId xmlns:a16="http://schemas.microsoft.com/office/drawing/2014/main" id="{3AF7BB3A-8A1F-426F-ACA6-EBEA2BF6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8168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3" name="G0008_scale_sequence___A__0718__poly">
            <a:extLst xmlns:a="http://schemas.openxmlformats.org/drawingml/2006/main">
              <a:ext uri="{FF2B5EF4-FFF2-40B4-BE49-F238E27FC236}">
                <a16:creationId xmlns:a16="http://schemas.microsoft.com/office/drawing/2014/main" id="{B055649D-1FE1-488C-A03A-8877E07B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8223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4" name="G0008_scale_sequence___A__0719__poly">
            <a:extLst xmlns:a="http://schemas.openxmlformats.org/drawingml/2006/main">
              <a:ext uri="{FF2B5EF4-FFF2-40B4-BE49-F238E27FC236}">
                <a16:creationId xmlns:a16="http://schemas.microsoft.com/office/drawing/2014/main" id="{41445988-752F-4A47-8D1F-1BDBEF94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8277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5" name="G0008_scale_sequence___A__0720__poly">
            <a:extLst xmlns:a="http://schemas.openxmlformats.org/drawingml/2006/main">
              <a:ext uri="{FF2B5EF4-FFF2-40B4-BE49-F238E27FC236}">
                <a16:creationId xmlns:a16="http://schemas.microsoft.com/office/drawing/2014/main" id="{0C896E70-28D6-4A5E-89C5-E9FA91B4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8331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6" name="G0008_scale_sequence___A__0721__poly">
            <a:extLst xmlns:a="http://schemas.openxmlformats.org/drawingml/2006/main">
              <a:ext uri="{FF2B5EF4-FFF2-40B4-BE49-F238E27FC236}">
                <a16:creationId xmlns:a16="http://schemas.microsoft.com/office/drawing/2014/main" id="{57707E09-D931-411B-B05B-2EE950B0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83870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7" name="G0008_scale_sequence___A__0722__poly">
            <a:extLst xmlns:a="http://schemas.openxmlformats.org/drawingml/2006/main">
              <a:ext uri="{FF2B5EF4-FFF2-40B4-BE49-F238E27FC236}">
                <a16:creationId xmlns:a16="http://schemas.microsoft.com/office/drawing/2014/main" id="{7ACF1578-A35A-456D-8AF0-A3B982A4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84414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8" name="G0008_scale_sequence___A__0723__poly">
            <a:extLst xmlns:a="http://schemas.openxmlformats.org/drawingml/2006/main">
              <a:ext uri="{FF2B5EF4-FFF2-40B4-BE49-F238E27FC236}">
                <a16:creationId xmlns:a16="http://schemas.microsoft.com/office/drawing/2014/main" id="{29C53DCD-D03B-4C67-8E6E-69AAD28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84957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9" name="G0008_scale_sequence___A__0724__poly">
            <a:extLst xmlns:a="http://schemas.openxmlformats.org/drawingml/2006/main">
              <a:ext uri="{FF2B5EF4-FFF2-40B4-BE49-F238E27FC236}">
                <a16:creationId xmlns:a16="http://schemas.microsoft.com/office/drawing/2014/main" id="{429D43CB-6A5D-4037-B945-C8CBB2A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85500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0" name="G0008_scale_sequence___A__0725__poly">
            <a:extLst xmlns:a="http://schemas.openxmlformats.org/drawingml/2006/main">
              <a:ext uri="{FF2B5EF4-FFF2-40B4-BE49-F238E27FC236}">
                <a16:creationId xmlns:a16="http://schemas.microsoft.com/office/drawing/2014/main" id="{12C6F989-888A-41D8-B7F7-7258B714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86043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1" name="G0008_scale_sequence___A__0726__poly">
            <a:extLst xmlns:a="http://schemas.openxmlformats.org/drawingml/2006/main">
              <a:ext uri="{FF2B5EF4-FFF2-40B4-BE49-F238E27FC236}">
                <a16:creationId xmlns:a16="http://schemas.microsoft.com/office/drawing/2014/main" id="{AAABE0E2-2629-4D13-9277-D67E897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86587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2" name="G0008_scale_sequence___A__0727__poly">
            <a:extLst xmlns:a="http://schemas.openxmlformats.org/drawingml/2006/main">
              <a:ext uri="{FF2B5EF4-FFF2-40B4-BE49-F238E27FC236}">
                <a16:creationId xmlns:a16="http://schemas.microsoft.com/office/drawing/2014/main" id="{D7BDE85C-2853-438F-B957-75C9651A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8114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3" name="G0008_scale_sequence___A__0728__poly">
            <a:extLst xmlns:a="http://schemas.openxmlformats.org/drawingml/2006/main">
              <a:ext uri="{FF2B5EF4-FFF2-40B4-BE49-F238E27FC236}">
                <a16:creationId xmlns:a16="http://schemas.microsoft.com/office/drawing/2014/main" id="{D2E3815B-981C-4B48-B513-51BF7890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8168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4" name="G0008_scale_sequence___A__0729__poly">
            <a:extLst xmlns:a="http://schemas.openxmlformats.org/drawingml/2006/main">
              <a:ext uri="{FF2B5EF4-FFF2-40B4-BE49-F238E27FC236}">
                <a16:creationId xmlns:a16="http://schemas.microsoft.com/office/drawing/2014/main" id="{DA79C38B-F8E1-41B6-9546-C2D1794B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8223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5" name="G0008_scale_sequence___A__0730__poly">
            <a:extLst xmlns:a="http://schemas.openxmlformats.org/drawingml/2006/main">
              <a:ext uri="{FF2B5EF4-FFF2-40B4-BE49-F238E27FC236}">
                <a16:creationId xmlns:a16="http://schemas.microsoft.com/office/drawing/2014/main" id="{A4FD4644-819D-48D9-8A00-73499AF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8277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6" name="G0008_scale_sequence___A__0731__poly">
            <a:extLst xmlns:a="http://schemas.openxmlformats.org/drawingml/2006/main">
              <a:ext uri="{FF2B5EF4-FFF2-40B4-BE49-F238E27FC236}">
                <a16:creationId xmlns:a16="http://schemas.microsoft.com/office/drawing/2014/main" id="{1642EFFF-3015-476A-B1EC-228E5475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8331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7" name="G0008_scale_sequence___A__0732__poly">
            <a:extLst xmlns:a="http://schemas.openxmlformats.org/drawingml/2006/main">
              <a:ext uri="{FF2B5EF4-FFF2-40B4-BE49-F238E27FC236}">
                <a16:creationId xmlns:a16="http://schemas.microsoft.com/office/drawing/2014/main" id="{00C312C9-B049-4159-A5E8-91B5EC5E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83870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8" name="G0008_scale_sequence___A__0733__poly">
            <a:extLst xmlns:a="http://schemas.openxmlformats.org/drawingml/2006/main">
              <a:ext uri="{FF2B5EF4-FFF2-40B4-BE49-F238E27FC236}">
                <a16:creationId xmlns:a16="http://schemas.microsoft.com/office/drawing/2014/main" id="{C013D258-F322-4A42-BE92-7B7412CD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84414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9" name="G0008_scale_sequence___A__0734__poly">
            <a:extLst xmlns:a="http://schemas.openxmlformats.org/drawingml/2006/main">
              <a:ext uri="{FF2B5EF4-FFF2-40B4-BE49-F238E27FC236}">
                <a16:creationId xmlns:a16="http://schemas.microsoft.com/office/drawing/2014/main" id="{C82A0E7F-FC2E-4A38-BF17-E2785155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84957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0" name="G0008_scale_sequence___A__0735__poly">
            <a:extLst xmlns:a="http://schemas.openxmlformats.org/drawingml/2006/main">
              <a:ext uri="{FF2B5EF4-FFF2-40B4-BE49-F238E27FC236}">
                <a16:creationId xmlns:a16="http://schemas.microsoft.com/office/drawing/2014/main" id="{65B1BCF4-14CF-4C2A-9BC7-E9A735B2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85500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1" name="G0008_scale_sequence___A__0736__poly">
            <a:extLst xmlns:a="http://schemas.openxmlformats.org/drawingml/2006/main">
              <a:ext uri="{FF2B5EF4-FFF2-40B4-BE49-F238E27FC236}">
                <a16:creationId xmlns:a16="http://schemas.microsoft.com/office/drawing/2014/main" id="{10444818-6C93-441D-9CA0-0B336C61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86043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2" name="G0008_scale_sequence___A__0737__poly">
            <a:extLst xmlns:a="http://schemas.openxmlformats.org/drawingml/2006/main">
              <a:ext uri="{FF2B5EF4-FFF2-40B4-BE49-F238E27FC236}">
                <a16:creationId xmlns:a16="http://schemas.microsoft.com/office/drawing/2014/main" id="{46D14832-86B9-4196-BD8C-1FD5C6E8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86587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3" name="G0008_scale_sequence___A__0738__poly">
            <a:extLst xmlns:a="http://schemas.openxmlformats.org/drawingml/2006/main">
              <a:ext uri="{FF2B5EF4-FFF2-40B4-BE49-F238E27FC236}">
                <a16:creationId xmlns:a16="http://schemas.microsoft.com/office/drawing/2014/main" id="{CC16AEE9-7B2D-4229-B2DE-6762591B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8713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4" name="G0008_scale_sequence___A__0739__poly">
            <a:extLst xmlns:a="http://schemas.openxmlformats.org/drawingml/2006/main">
              <a:ext uri="{FF2B5EF4-FFF2-40B4-BE49-F238E27FC236}">
                <a16:creationId xmlns:a16="http://schemas.microsoft.com/office/drawing/2014/main" id="{710F17C7-8432-4996-A74C-7C84A008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8767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5" name="G0008_scale_sequence___A__0740__poly">
            <a:extLst xmlns:a="http://schemas.openxmlformats.org/drawingml/2006/main">
              <a:ext uri="{FF2B5EF4-FFF2-40B4-BE49-F238E27FC236}">
                <a16:creationId xmlns:a16="http://schemas.microsoft.com/office/drawing/2014/main" id="{7C30E3A7-8D48-403A-B6BC-26894AF9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8821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6" name="G0008_scale_sequence___A__0741__poly">
            <a:extLst xmlns:a="http://schemas.openxmlformats.org/drawingml/2006/main">
              <a:ext uri="{FF2B5EF4-FFF2-40B4-BE49-F238E27FC236}">
                <a16:creationId xmlns:a16="http://schemas.microsoft.com/office/drawing/2014/main" id="{94079CB7-3965-41E0-92F7-80C8BE22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8876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7" name="G0008_scale_sequence___A__0742__poly">
            <a:extLst xmlns:a="http://schemas.openxmlformats.org/drawingml/2006/main">
              <a:ext uri="{FF2B5EF4-FFF2-40B4-BE49-F238E27FC236}">
                <a16:creationId xmlns:a16="http://schemas.microsoft.com/office/drawing/2014/main" id="{38941D15-20FD-4A3E-8568-783A55AF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8930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8" name="G0008_scale_sequence___A__0743__poly">
            <a:extLst xmlns:a="http://schemas.openxmlformats.org/drawingml/2006/main">
              <a:ext uri="{FF2B5EF4-FFF2-40B4-BE49-F238E27FC236}">
                <a16:creationId xmlns:a16="http://schemas.microsoft.com/office/drawing/2014/main" id="{A25853F2-2985-449F-A64C-960CC7F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83870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9" name="G0008_scale_sequence___A__0744__poly">
            <a:extLst xmlns:a="http://schemas.openxmlformats.org/drawingml/2006/main">
              <a:ext uri="{FF2B5EF4-FFF2-40B4-BE49-F238E27FC236}">
                <a16:creationId xmlns:a16="http://schemas.microsoft.com/office/drawing/2014/main" id="{474B1D73-1F37-41A3-84CC-A8C1CF64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84414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0" name="G0008_scale_sequence___A__0745__poly">
            <a:extLst xmlns:a="http://schemas.openxmlformats.org/drawingml/2006/main">
              <a:ext uri="{FF2B5EF4-FFF2-40B4-BE49-F238E27FC236}">
                <a16:creationId xmlns:a16="http://schemas.microsoft.com/office/drawing/2014/main" id="{667B12B8-BDBE-422F-991F-5B01914B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84957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1" name="G0008_scale_sequence___A__0746__poly">
            <a:extLst xmlns:a="http://schemas.openxmlformats.org/drawingml/2006/main">
              <a:ext uri="{FF2B5EF4-FFF2-40B4-BE49-F238E27FC236}">
                <a16:creationId xmlns:a16="http://schemas.microsoft.com/office/drawing/2014/main" id="{32224209-626C-4C29-9BBC-27D7B6FF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85500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2" name="G0008_scale_sequence___A__0747__poly">
            <a:extLst xmlns:a="http://schemas.openxmlformats.org/drawingml/2006/main">
              <a:ext uri="{FF2B5EF4-FFF2-40B4-BE49-F238E27FC236}">
                <a16:creationId xmlns:a16="http://schemas.microsoft.com/office/drawing/2014/main" id="{6CF2B790-A174-44FD-AB86-79A185FB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86043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3" name="G0008_scale_sequence___A__0748__poly">
            <a:extLst xmlns:a="http://schemas.openxmlformats.org/drawingml/2006/main">
              <a:ext uri="{FF2B5EF4-FFF2-40B4-BE49-F238E27FC236}">
                <a16:creationId xmlns:a16="http://schemas.microsoft.com/office/drawing/2014/main" id="{7279517B-9295-48DF-8B9E-F03301E3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86587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4" name="G0008_scale_sequence___A__0749__poly">
            <a:extLst xmlns:a="http://schemas.openxmlformats.org/drawingml/2006/main">
              <a:ext uri="{FF2B5EF4-FFF2-40B4-BE49-F238E27FC236}">
                <a16:creationId xmlns:a16="http://schemas.microsoft.com/office/drawing/2014/main" id="{4101B656-343D-4DB6-9EF5-237D3AA2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8713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5" name="G0008_scale_sequence___A__0750__poly">
            <a:extLst xmlns:a="http://schemas.openxmlformats.org/drawingml/2006/main">
              <a:ext uri="{FF2B5EF4-FFF2-40B4-BE49-F238E27FC236}">
                <a16:creationId xmlns:a16="http://schemas.microsoft.com/office/drawing/2014/main" id="{FD87C982-CBD2-4CAD-A502-F39DDC6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8767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6" name="G0008_scale_sequence___A__0751__poly">
            <a:extLst xmlns:a="http://schemas.openxmlformats.org/drawingml/2006/main">
              <a:ext uri="{FF2B5EF4-FFF2-40B4-BE49-F238E27FC236}">
                <a16:creationId xmlns:a16="http://schemas.microsoft.com/office/drawing/2014/main" id="{CBCDA912-2C7E-493F-8829-D75BA43C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8821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7" name="G0008_scale_sequence___A__0752__poly">
            <a:extLst xmlns:a="http://schemas.openxmlformats.org/drawingml/2006/main">
              <a:ext uri="{FF2B5EF4-FFF2-40B4-BE49-F238E27FC236}">
                <a16:creationId xmlns:a16="http://schemas.microsoft.com/office/drawing/2014/main" id="{3DE6DDEA-634E-49EB-9500-DABAEBBE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8876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8" name="G0008_scale_sequence___A__0753__poly">
            <a:extLst xmlns:a="http://schemas.openxmlformats.org/drawingml/2006/main">
              <a:ext uri="{FF2B5EF4-FFF2-40B4-BE49-F238E27FC236}">
                <a16:creationId xmlns:a16="http://schemas.microsoft.com/office/drawing/2014/main" id="{1D37D5C3-4F36-4F82-A228-E2E13AAC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8930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9" name="G0008_scale_sequence___A__0754__poly">
            <a:extLst xmlns:a="http://schemas.openxmlformats.org/drawingml/2006/main">
              <a:ext uri="{FF2B5EF4-FFF2-40B4-BE49-F238E27FC236}">
                <a16:creationId xmlns:a16="http://schemas.microsoft.com/office/drawing/2014/main" id="{A4EDA32A-EC3E-4F3D-BAAA-2A23988D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8984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0" name="G0008_scale_sequence___A__0755__poly">
            <a:extLst xmlns:a="http://schemas.openxmlformats.org/drawingml/2006/main">
              <a:ext uri="{FF2B5EF4-FFF2-40B4-BE49-F238E27FC236}">
                <a16:creationId xmlns:a16="http://schemas.microsoft.com/office/drawing/2014/main" id="{1B9546AE-A589-49C1-86EA-E9A1E736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9039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1" name="G0008_scale_sequence___A__0756__poly">
            <a:extLst xmlns:a="http://schemas.openxmlformats.org/drawingml/2006/main">
              <a:ext uri="{FF2B5EF4-FFF2-40B4-BE49-F238E27FC236}">
                <a16:creationId xmlns:a16="http://schemas.microsoft.com/office/drawing/2014/main" id="{66B2D4B6-0C4B-4E62-BAD5-F1D5A8C5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9093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2" name="G0008_scale_sequence___A__0757__poly">
            <a:extLst xmlns:a="http://schemas.openxmlformats.org/drawingml/2006/main">
              <a:ext uri="{FF2B5EF4-FFF2-40B4-BE49-F238E27FC236}">
                <a16:creationId xmlns:a16="http://schemas.microsoft.com/office/drawing/2014/main" id="{63225193-5817-4078-A330-801B47B4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9147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3" name="G0008_scale_sequence___A__0758__poly">
            <a:extLst xmlns:a="http://schemas.openxmlformats.org/drawingml/2006/main">
              <a:ext uri="{FF2B5EF4-FFF2-40B4-BE49-F238E27FC236}">
                <a16:creationId xmlns:a16="http://schemas.microsoft.com/office/drawing/2014/main" id="{041EB630-ACA9-4145-A358-B08779F8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9202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4" name="G0008_scale_sequence___A__0759__poly">
            <a:extLst xmlns:a="http://schemas.openxmlformats.org/drawingml/2006/main">
              <a:ext uri="{FF2B5EF4-FFF2-40B4-BE49-F238E27FC236}">
                <a16:creationId xmlns:a16="http://schemas.microsoft.com/office/drawing/2014/main" id="{3B3CCCA1-56EA-4865-8E72-059B06B1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86587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5" name="G0008_scale_sequence___A__0760__poly">
            <a:extLst xmlns:a="http://schemas.openxmlformats.org/drawingml/2006/main">
              <a:ext uri="{FF2B5EF4-FFF2-40B4-BE49-F238E27FC236}">
                <a16:creationId xmlns:a16="http://schemas.microsoft.com/office/drawing/2014/main" id="{42E24E8E-4763-423B-965B-8A79E9BE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8713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6" name="G0008_scale_sequence___A__0761__poly">
            <a:extLst xmlns:a="http://schemas.openxmlformats.org/drawingml/2006/main">
              <a:ext uri="{FF2B5EF4-FFF2-40B4-BE49-F238E27FC236}">
                <a16:creationId xmlns:a16="http://schemas.microsoft.com/office/drawing/2014/main" id="{212A8655-5DAD-4A78-84B8-A5F3FF28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8767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7" name="G0008_scale_sequence___A__0762__poly">
            <a:extLst xmlns:a="http://schemas.openxmlformats.org/drawingml/2006/main">
              <a:ext uri="{FF2B5EF4-FFF2-40B4-BE49-F238E27FC236}">
                <a16:creationId xmlns:a16="http://schemas.microsoft.com/office/drawing/2014/main" id="{ED43D0A6-932D-470B-B9C8-C37AE993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8821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8" name="G0008_scale_sequence___A__0763__poly">
            <a:extLst xmlns:a="http://schemas.openxmlformats.org/drawingml/2006/main">
              <a:ext uri="{FF2B5EF4-FFF2-40B4-BE49-F238E27FC236}">
                <a16:creationId xmlns:a16="http://schemas.microsoft.com/office/drawing/2014/main" id="{4DF7567B-1FA5-4EB2-B4E3-8A668BD9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8876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9" name="G0008_scale_sequence___A__0764__poly">
            <a:extLst xmlns:a="http://schemas.openxmlformats.org/drawingml/2006/main">
              <a:ext uri="{FF2B5EF4-FFF2-40B4-BE49-F238E27FC236}">
                <a16:creationId xmlns:a16="http://schemas.microsoft.com/office/drawing/2014/main" id="{17DF5C8F-DD90-4B13-B2A2-541D2336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8930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0" name="G0008_scale_sequence___A__0765__poly">
            <a:extLst xmlns:a="http://schemas.openxmlformats.org/drawingml/2006/main">
              <a:ext uri="{FF2B5EF4-FFF2-40B4-BE49-F238E27FC236}">
                <a16:creationId xmlns:a16="http://schemas.microsoft.com/office/drawing/2014/main" id="{866206EE-F1B1-4F2B-8F81-5C78AC54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8984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1" name="G0008_scale_sequence___A__0766__poly">
            <a:extLst xmlns:a="http://schemas.openxmlformats.org/drawingml/2006/main">
              <a:ext uri="{FF2B5EF4-FFF2-40B4-BE49-F238E27FC236}">
                <a16:creationId xmlns:a16="http://schemas.microsoft.com/office/drawing/2014/main" id="{33FE8DB7-9CAC-4A00-9332-5CD37DC9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9039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2" name="G0008_scale_sequence___A__0767__poly">
            <a:extLst xmlns:a="http://schemas.openxmlformats.org/drawingml/2006/main">
              <a:ext uri="{FF2B5EF4-FFF2-40B4-BE49-F238E27FC236}">
                <a16:creationId xmlns:a16="http://schemas.microsoft.com/office/drawing/2014/main" id="{785023BF-9ED2-4571-B4D7-AE119DD7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9093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3" name="G0008_scale_sequence___A__0768__poly">
            <a:extLst xmlns:a="http://schemas.openxmlformats.org/drawingml/2006/main">
              <a:ext uri="{FF2B5EF4-FFF2-40B4-BE49-F238E27FC236}">
                <a16:creationId xmlns:a16="http://schemas.microsoft.com/office/drawing/2014/main" id="{5F5E58DA-F9A2-478A-BA3D-A065806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9147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4" name="G0008_scale_sequence___A__0769__poly">
            <a:extLst xmlns:a="http://schemas.openxmlformats.org/drawingml/2006/main">
              <a:ext uri="{FF2B5EF4-FFF2-40B4-BE49-F238E27FC236}">
                <a16:creationId xmlns:a16="http://schemas.microsoft.com/office/drawing/2014/main" id="{A61F22F3-1D1E-43CE-AF5B-4F4E9CAE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9202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5" name="G0008_scale_sequence___A__0770__poly">
            <a:extLst xmlns:a="http://schemas.openxmlformats.org/drawingml/2006/main">
              <a:ext uri="{FF2B5EF4-FFF2-40B4-BE49-F238E27FC236}">
                <a16:creationId xmlns:a16="http://schemas.microsoft.com/office/drawing/2014/main" id="{7273389B-F69C-4A23-9FAD-089522ED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9256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6" name="G0008_scale_sequence___A__0771__poly">
            <a:extLst xmlns:a="http://schemas.openxmlformats.org/drawingml/2006/main">
              <a:ext uri="{FF2B5EF4-FFF2-40B4-BE49-F238E27FC236}">
                <a16:creationId xmlns:a16="http://schemas.microsoft.com/office/drawing/2014/main" id="{961BA647-BC0C-4DB9-AE99-82FAA681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9310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7" name="G0008_scale_sequence___A__0772__poly">
            <a:extLst xmlns:a="http://schemas.openxmlformats.org/drawingml/2006/main">
              <a:ext uri="{FF2B5EF4-FFF2-40B4-BE49-F238E27FC236}">
                <a16:creationId xmlns:a16="http://schemas.microsoft.com/office/drawing/2014/main" id="{3BC07CE9-1A11-4698-A282-132000BC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9365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8" name="G0008_scale_sequence___A__0773__poly">
            <a:extLst xmlns:a="http://schemas.openxmlformats.org/drawingml/2006/main">
              <a:ext uri="{FF2B5EF4-FFF2-40B4-BE49-F238E27FC236}">
                <a16:creationId xmlns:a16="http://schemas.microsoft.com/office/drawing/2014/main" id="{98CCA1D8-7308-4EBD-A0F5-213EC7C3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9420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9" name="G0008_scale_sequence___A__0774__poly">
            <a:extLst xmlns:a="http://schemas.openxmlformats.org/drawingml/2006/main">
              <a:ext uri="{FF2B5EF4-FFF2-40B4-BE49-F238E27FC236}">
                <a16:creationId xmlns:a16="http://schemas.microsoft.com/office/drawing/2014/main" id="{0C6439A4-CEC8-4CEE-B3D2-6E3D6CAB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9474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0" name="G0008_scale_sequence___A__0775__poly">
            <a:extLst xmlns:a="http://schemas.openxmlformats.org/drawingml/2006/main">
              <a:ext uri="{FF2B5EF4-FFF2-40B4-BE49-F238E27FC236}">
                <a16:creationId xmlns:a16="http://schemas.microsoft.com/office/drawing/2014/main" id="{656BA8F2-F861-4F5B-B455-76F56BD0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8930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1" name="G0008_scale_sequence___A__0776__poly">
            <a:extLst xmlns:a="http://schemas.openxmlformats.org/drawingml/2006/main">
              <a:ext uri="{FF2B5EF4-FFF2-40B4-BE49-F238E27FC236}">
                <a16:creationId xmlns:a16="http://schemas.microsoft.com/office/drawing/2014/main" id="{335ECDDC-868B-4C73-8E04-A5C36255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8984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2" name="G0008_scale_sequence___A__0777__poly">
            <a:extLst xmlns:a="http://schemas.openxmlformats.org/drawingml/2006/main">
              <a:ext uri="{FF2B5EF4-FFF2-40B4-BE49-F238E27FC236}">
                <a16:creationId xmlns:a16="http://schemas.microsoft.com/office/drawing/2014/main" id="{AA56322D-6D35-4AE3-9D10-A65BD908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9039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3" name="G0008_scale_sequence___A__0778__poly">
            <a:extLst xmlns:a="http://schemas.openxmlformats.org/drawingml/2006/main">
              <a:ext uri="{FF2B5EF4-FFF2-40B4-BE49-F238E27FC236}">
                <a16:creationId xmlns:a16="http://schemas.microsoft.com/office/drawing/2014/main" id="{1B7B0346-4768-4B2F-9307-B7544C97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9093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4" name="G0008_scale_sequence___A__0779__poly">
            <a:extLst xmlns:a="http://schemas.openxmlformats.org/drawingml/2006/main">
              <a:ext uri="{FF2B5EF4-FFF2-40B4-BE49-F238E27FC236}">
                <a16:creationId xmlns:a16="http://schemas.microsoft.com/office/drawing/2014/main" id="{8F13A1FE-BAA6-4EA1-B615-F98DFB93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9147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5" name="G0008_scale_sequence___A__0780__poly">
            <a:extLst xmlns:a="http://schemas.openxmlformats.org/drawingml/2006/main">
              <a:ext uri="{FF2B5EF4-FFF2-40B4-BE49-F238E27FC236}">
                <a16:creationId xmlns:a16="http://schemas.microsoft.com/office/drawing/2014/main" id="{AAA17A7F-E8EC-4E93-B167-1D7B9706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9202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6" name="G0008_scale_sequence___A__0781__poly">
            <a:extLst xmlns:a="http://schemas.openxmlformats.org/drawingml/2006/main">
              <a:ext uri="{FF2B5EF4-FFF2-40B4-BE49-F238E27FC236}">
                <a16:creationId xmlns:a16="http://schemas.microsoft.com/office/drawing/2014/main" id="{A22BA110-6471-46FF-A1F2-B155AB5A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9256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7" name="G0008_scale_sequence___A__0782__poly">
            <a:extLst xmlns:a="http://schemas.openxmlformats.org/drawingml/2006/main">
              <a:ext uri="{FF2B5EF4-FFF2-40B4-BE49-F238E27FC236}">
                <a16:creationId xmlns:a16="http://schemas.microsoft.com/office/drawing/2014/main" id="{C7239B2E-9319-40F3-A061-097F663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9310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8" name="G0008_scale_sequence___A__0783__poly">
            <a:extLst xmlns:a="http://schemas.openxmlformats.org/drawingml/2006/main">
              <a:ext uri="{FF2B5EF4-FFF2-40B4-BE49-F238E27FC236}">
                <a16:creationId xmlns:a16="http://schemas.microsoft.com/office/drawing/2014/main" id="{2BC10CC2-C493-45F3-AB0B-15E024AF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9365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9" name="G0008_scale_sequence___A__0784__poly">
            <a:extLst xmlns:a="http://schemas.openxmlformats.org/drawingml/2006/main">
              <a:ext uri="{FF2B5EF4-FFF2-40B4-BE49-F238E27FC236}">
                <a16:creationId xmlns:a16="http://schemas.microsoft.com/office/drawing/2014/main" id="{D6A3D5E5-4601-464C-9486-18DBCE31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9420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0" name="G0008_scale_sequence___A__0785__poly">
            <a:extLst xmlns:a="http://schemas.openxmlformats.org/drawingml/2006/main">
              <a:ext uri="{FF2B5EF4-FFF2-40B4-BE49-F238E27FC236}">
                <a16:creationId xmlns:a16="http://schemas.microsoft.com/office/drawing/2014/main" id="{66EE2D4B-8421-4FE6-B796-C32242A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9474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1" name="G0008_scale_sequence___A__0786__poly">
            <a:extLst xmlns:a="http://schemas.openxmlformats.org/drawingml/2006/main">
              <a:ext uri="{FF2B5EF4-FFF2-40B4-BE49-F238E27FC236}">
                <a16:creationId xmlns:a16="http://schemas.microsoft.com/office/drawing/2014/main" id="{F4993B72-957E-41F4-894C-845E18E4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9528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2" name="G0008_scale_sequence___A__0787__poly">
            <a:extLst xmlns:a="http://schemas.openxmlformats.org/drawingml/2006/main">
              <a:ext uri="{FF2B5EF4-FFF2-40B4-BE49-F238E27FC236}">
                <a16:creationId xmlns:a16="http://schemas.microsoft.com/office/drawing/2014/main" id="{DA4681BB-B283-4908-800D-D9D01D25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9583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3" name="G0008_scale_sequence___A__0788__poly">
            <a:extLst xmlns:a="http://schemas.openxmlformats.org/drawingml/2006/main">
              <a:ext uri="{FF2B5EF4-FFF2-40B4-BE49-F238E27FC236}">
                <a16:creationId xmlns:a16="http://schemas.microsoft.com/office/drawing/2014/main" id="{B8433EE8-2D8B-44FB-A607-DEE84C93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9637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4" name="G0008_scale_sequence___A__0789__poly">
            <a:extLst xmlns:a="http://schemas.openxmlformats.org/drawingml/2006/main">
              <a:ext uri="{FF2B5EF4-FFF2-40B4-BE49-F238E27FC236}">
                <a16:creationId xmlns:a16="http://schemas.microsoft.com/office/drawing/2014/main" id="{D3E4AAF2-2336-42DA-80F4-F37B4295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9691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5" name="G0008_scale_sequence___A__0790__poly">
            <a:extLst xmlns:a="http://schemas.openxmlformats.org/drawingml/2006/main">
              <a:ext uri="{FF2B5EF4-FFF2-40B4-BE49-F238E27FC236}">
                <a16:creationId xmlns:a16="http://schemas.microsoft.com/office/drawing/2014/main" id="{CFEDC22C-60C9-43F5-9D6F-BF0F8EED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9746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6" name="G0008_scale_sequence___A__0791__poly">
            <a:extLst xmlns:a="http://schemas.openxmlformats.org/drawingml/2006/main">
              <a:ext uri="{FF2B5EF4-FFF2-40B4-BE49-F238E27FC236}">
                <a16:creationId xmlns:a16="http://schemas.microsoft.com/office/drawing/2014/main" id="{FC79F99F-F9B9-470A-9A44-0CEE229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9202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7" name="G0008_scale_sequence___A__0792__poly">
            <a:extLst xmlns:a="http://schemas.openxmlformats.org/drawingml/2006/main">
              <a:ext uri="{FF2B5EF4-FFF2-40B4-BE49-F238E27FC236}">
                <a16:creationId xmlns:a16="http://schemas.microsoft.com/office/drawing/2014/main" id="{867D19F4-5A6A-4DA2-8FB5-52284263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9256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8" name="G0008_scale_sequence___A__0793__poly">
            <a:extLst xmlns:a="http://schemas.openxmlformats.org/drawingml/2006/main">
              <a:ext uri="{FF2B5EF4-FFF2-40B4-BE49-F238E27FC236}">
                <a16:creationId xmlns:a16="http://schemas.microsoft.com/office/drawing/2014/main" id="{A081341E-A6C6-437B-A09A-4DB7C869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9310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9" name="G0008_scale_sequence___A__0794__poly">
            <a:extLst xmlns:a="http://schemas.openxmlformats.org/drawingml/2006/main">
              <a:ext uri="{FF2B5EF4-FFF2-40B4-BE49-F238E27FC236}">
                <a16:creationId xmlns:a16="http://schemas.microsoft.com/office/drawing/2014/main" id="{E58AC106-F2B9-49F6-94C0-B4B217C2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9365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0" name="G0008_scale_sequence___A__0795__poly">
            <a:extLst xmlns:a="http://schemas.openxmlformats.org/drawingml/2006/main">
              <a:ext uri="{FF2B5EF4-FFF2-40B4-BE49-F238E27FC236}">
                <a16:creationId xmlns:a16="http://schemas.microsoft.com/office/drawing/2014/main" id="{C09F74F0-97F6-40DB-A8F6-403CAA8E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9420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1" name="G0008_scale_sequence___A__0796__poly">
            <a:extLst xmlns:a="http://schemas.openxmlformats.org/drawingml/2006/main">
              <a:ext uri="{FF2B5EF4-FFF2-40B4-BE49-F238E27FC236}">
                <a16:creationId xmlns:a16="http://schemas.microsoft.com/office/drawing/2014/main" id="{102CFA0C-838D-4829-9230-5BE5A1F1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9474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2" name="G0008_scale_sequence___A__0797__poly">
            <a:extLst xmlns:a="http://schemas.openxmlformats.org/drawingml/2006/main">
              <a:ext uri="{FF2B5EF4-FFF2-40B4-BE49-F238E27FC236}">
                <a16:creationId xmlns:a16="http://schemas.microsoft.com/office/drawing/2014/main" id="{4CAADF17-B9EC-45A1-AAD7-10F2133D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9528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3" name="G0008_scale_sequence___A__0798__poly">
            <a:extLst xmlns:a="http://schemas.openxmlformats.org/drawingml/2006/main">
              <a:ext uri="{FF2B5EF4-FFF2-40B4-BE49-F238E27FC236}">
                <a16:creationId xmlns:a16="http://schemas.microsoft.com/office/drawing/2014/main" id="{86D7618C-5A25-47B6-BFE7-AF7ADC02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9583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4" name="G0008_scale_sequence___A__0799__poly">
            <a:extLst xmlns:a="http://schemas.openxmlformats.org/drawingml/2006/main">
              <a:ext uri="{FF2B5EF4-FFF2-40B4-BE49-F238E27FC236}">
                <a16:creationId xmlns:a16="http://schemas.microsoft.com/office/drawing/2014/main" id="{5294ECFF-8981-4AAE-9974-628294EF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9637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5" name="G0008_scale_sequence___A__0800__poly">
            <a:extLst xmlns:a="http://schemas.openxmlformats.org/drawingml/2006/main">
              <a:ext uri="{FF2B5EF4-FFF2-40B4-BE49-F238E27FC236}">
                <a16:creationId xmlns:a16="http://schemas.microsoft.com/office/drawing/2014/main" id="{1DEA130A-5379-488B-9907-044C5033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9691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6" name="G0008_scale_sequence___A__0801__poly">
            <a:extLst xmlns:a="http://schemas.openxmlformats.org/drawingml/2006/main">
              <a:ext uri="{FF2B5EF4-FFF2-40B4-BE49-F238E27FC236}">
                <a16:creationId xmlns:a16="http://schemas.microsoft.com/office/drawing/2014/main" id="{45D85CEE-7B6B-4BAF-A985-EC1654B1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9746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7" name="G0008_scale_sequence___A__0802__poly">
            <a:extLst xmlns:a="http://schemas.openxmlformats.org/drawingml/2006/main">
              <a:ext uri="{FF2B5EF4-FFF2-40B4-BE49-F238E27FC236}">
                <a16:creationId xmlns:a16="http://schemas.microsoft.com/office/drawing/2014/main" id="{B9157AFE-BC19-4650-9DF0-404A2184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9800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8" name="G0008_scale_sequence___A__0803__poly">
            <a:extLst xmlns:a="http://schemas.openxmlformats.org/drawingml/2006/main">
              <a:ext uri="{FF2B5EF4-FFF2-40B4-BE49-F238E27FC236}">
                <a16:creationId xmlns:a16="http://schemas.microsoft.com/office/drawing/2014/main" id="{D846BF0C-CFF5-4287-8256-A3F2FA36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9854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9" name="G0008_scale_sequence___A__0804__poly">
            <a:extLst xmlns:a="http://schemas.openxmlformats.org/drawingml/2006/main">
              <a:ext uri="{FF2B5EF4-FFF2-40B4-BE49-F238E27FC236}">
                <a16:creationId xmlns:a16="http://schemas.microsoft.com/office/drawing/2014/main" id="{5736D933-B7E9-456D-8215-DA676168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9909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0" name="G0008_scale_sequence___A__0805__poly">
            <a:extLst xmlns:a="http://schemas.openxmlformats.org/drawingml/2006/main">
              <a:ext uri="{FF2B5EF4-FFF2-40B4-BE49-F238E27FC236}">
                <a16:creationId xmlns:a16="http://schemas.microsoft.com/office/drawing/2014/main" id="{AC378A0E-E5F7-4A4D-823F-EC1EAEDA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9963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1" name="G0008_scale_sequence___A__0806__poly">
            <a:extLst xmlns:a="http://schemas.openxmlformats.org/drawingml/2006/main">
              <a:ext uri="{FF2B5EF4-FFF2-40B4-BE49-F238E27FC236}">
                <a16:creationId xmlns:a16="http://schemas.microsoft.com/office/drawing/2014/main" id="{DEB7A865-1F8C-4215-894E-99FA887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0017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2" name="G0008_scale_sequence___A__0807__poly">
            <a:extLst xmlns:a="http://schemas.openxmlformats.org/drawingml/2006/main">
              <a:ext uri="{FF2B5EF4-FFF2-40B4-BE49-F238E27FC236}">
                <a16:creationId xmlns:a16="http://schemas.microsoft.com/office/drawing/2014/main" id="{C6F10FCB-92EB-4BFD-B132-81F95A03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9474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3" name="G0008_scale_sequence___A__0808__poly">
            <a:extLst xmlns:a="http://schemas.openxmlformats.org/drawingml/2006/main">
              <a:ext uri="{FF2B5EF4-FFF2-40B4-BE49-F238E27FC236}">
                <a16:creationId xmlns:a16="http://schemas.microsoft.com/office/drawing/2014/main" id="{503E49E5-1475-42AD-AE7A-9A07FABB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9528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4" name="G0008_scale_sequence___A__0809__poly">
            <a:extLst xmlns:a="http://schemas.openxmlformats.org/drawingml/2006/main">
              <a:ext uri="{FF2B5EF4-FFF2-40B4-BE49-F238E27FC236}">
                <a16:creationId xmlns:a16="http://schemas.microsoft.com/office/drawing/2014/main" id="{9C5E6AD9-503B-42C3-995D-78DDFFDD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9583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5" name="G0008_scale_sequence___A__0810__poly">
            <a:extLst xmlns:a="http://schemas.openxmlformats.org/drawingml/2006/main">
              <a:ext uri="{FF2B5EF4-FFF2-40B4-BE49-F238E27FC236}">
                <a16:creationId xmlns:a16="http://schemas.microsoft.com/office/drawing/2014/main" id="{7D37ED95-DFB2-4A1A-9FAF-9EADB166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9637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6" name="G0008_scale_sequence___A__0811__poly">
            <a:extLst xmlns:a="http://schemas.openxmlformats.org/drawingml/2006/main">
              <a:ext uri="{FF2B5EF4-FFF2-40B4-BE49-F238E27FC236}">
                <a16:creationId xmlns:a16="http://schemas.microsoft.com/office/drawing/2014/main" id="{A93096C9-DC8A-4DB9-BBD1-D7EB7DF6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9691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7" name="G0008_scale_sequence___A__0812__poly">
            <a:extLst xmlns:a="http://schemas.openxmlformats.org/drawingml/2006/main">
              <a:ext uri="{FF2B5EF4-FFF2-40B4-BE49-F238E27FC236}">
                <a16:creationId xmlns:a16="http://schemas.microsoft.com/office/drawing/2014/main" id="{AF083101-DC42-4CEE-AC1D-92F6B8CE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9746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8" name="G0008_scale_sequence___A__0813__poly">
            <a:extLst xmlns:a="http://schemas.openxmlformats.org/drawingml/2006/main">
              <a:ext uri="{FF2B5EF4-FFF2-40B4-BE49-F238E27FC236}">
                <a16:creationId xmlns:a16="http://schemas.microsoft.com/office/drawing/2014/main" id="{200799FE-FEBB-4675-96C5-1F36617A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9800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9" name="G0008_scale_sequence___A__0814__poly">
            <a:extLst xmlns:a="http://schemas.openxmlformats.org/drawingml/2006/main">
              <a:ext uri="{FF2B5EF4-FFF2-40B4-BE49-F238E27FC236}">
                <a16:creationId xmlns:a16="http://schemas.microsoft.com/office/drawing/2014/main" id="{A7BAEF62-4B97-495F-BAA5-AABDAAF4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9854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0" name="G0008_scale_sequence___A__0815__poly">
            <a:extLst xmlns:a="http://schemas.openxmlformats.org/drawingml/2006/main">
              <a:ext uri="{FF2B5EF4-FFF2-40B4-BE49-F238E27FC236}">
                <a16:creationId xmlns:a16="http://schemas.microsoft.com/office/drawing/2014/main" id="{B1BF3585-6F6B-4E49-AE8C-123F9EEA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9909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1" name="G0008_scale_sequence___A__0816__poly">
            <a:extLst xmlns:a="http://schemas.openxmlformats.org/drawingml/2006/main">
              <a:ext uri="{FF2B5EF4-FFF2-40B4-BE49-F238E27FC236}">
                <a16:creationId xmlns:a16="http://schemas.microsoft.com/office/drawing/2014/main" id="{D282E216-9C4F-4A0C-B435-C53E0857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9963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2" name="G0008_scale_sequence___A__0817__poly">
            <a:extLst xmlns:a="http://schemas.openxmlformats.org/drawingml/2006/main">
              <a:ext uri="{FF2B5EF4-FFF2-40B4-BE49-F238E27FC236}">
                <a16:creationId xmlns:a16="http://schemas.microsoft.com/office/drawing/2014/main" id="{DC0257D7-15C7-43DF-BD9F-BF656161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0017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3" name="G0008_scale_sequence___A__0818__poly">
            <a:extLst xmlns:a="http://schemas.openxmlformats.org/drawingml/2006/main">
              <a:ext uri="{FF2B5EF4-FFF2-40B4-BE49-F238E27FC236}">
                <a16:creationId xmlns:a16="http://schemas.microsoft.com/office/drawing/2014/main" id="{BD412823-93F6-4FE9-A1D8-7775F7E6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0072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4" name="G0008_scale_sequence___A__0819__poly">
            <a:extLst xmlns:a="http://schemas.openxmlformats.org/drawingml/2006/main">
              <a:ext uri="{FF2B5EF4-FFF2-40B4-BE49-F238E27FC236}">
                <a16:creationId xmlns:a16="http://schemas.microsoft.com/office/drawing/2014/main" id="{92703587-16E7-4610-9C40-1A7451DA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01265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5" name="G0008_scale_sequence___A__0820__poly">
            <a:extLst xmlns:a="http://schemas.openxmlformats.org/drawingml/2006/main">
              <a:ext uri="{FF2B5EF4-FFF2-40B4-BE49-F238E27FC236}">
                <a16:creationId xmlns:a16="http://schemas.microsoft.com/office/drawing/2014/main" id="{21EF5424-13B6-4AB2-A472-6531DBC0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0180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6" name="G0008_scale_sequence___A__0821__poly">
            <a:extLst xmlns:a="http://schemas.openxmlformats.org/drawingml/2006/main">
              <a:ext uri="{FF2B5EF4-FFF2-40B4-BE49-F238E27FC236}">
                <a16:creationId xmlns:a16="http://schemas.microsoft.com/office/drawing/2014/main" id="{03AC4D8E-4D6B-4A1B-8856-4ED0D1C0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02351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7" name="G0008_scale_sequence___A__0822__poly">
            <a:extLst xmlns:a="http://schemas.openxmlformats.org/drawingml/2006/main">
              <a:ext uri="{FF2B5EF4-FFF2-40B4-BE49-F238E27FC236}">
                <a16:creationId xmlns:a16="http://schemas.microsoft.com/office/drawing/2014/main" id="{BD2EDBA0-E2B0-4945-AF43-0AD12AE0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02895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8" name="G0008_scale_sequence___A__0823__poly">
            <a:extLst xmlns:a="http://schemas.openxmlformats.org/drawingml/2006/main">
              <a:ext uri="{FF2B5EF4-FFF2-40B4-BE49-F238E27FC236}">
                <a16:creationId xmlns:a16="http://schemas.microsoft.com/office/drawing/2014/main" id="{04492E40-CBA3-42E4-8F3B-EABCC3E5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9746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9" name="G0008_scale_sequence___A__0824__poly">
            <a:extLst xmlns:a="http://schemas.openxmlformats.org/drawingml/2006/main">
              <a:ext uri="{FF2B5EF4-FFF2-40B4-BE49-F238E27FC236}">
                <a16:creationId xmlns:a16="http://schemas.microsoft.com/office/drawing/2014/main" id="{F8714E2F-61EF-4CF8-82E0-F9D06A27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9800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0" name="G0008_scale_sequence___A__0825__poly">
            <a:extLst xmlns:a="http://schemas.openxmlformats.org/drawingml/2006/main">
              <a:ext uri="{FF2B5EF4-FFF2-40B4-BE49-F238E27FC236}">
                <a16:creationId xmlns:a16="http://schemas.microsoft.com/office/drawing/2014/main" id="{5A2E2F53-8183-4F47-8B47-D87F19C1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9854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1" name="G0008_scale_sequence___A__0826__poly">
            <a:extLst xmlns:a="http://schemas.openxmlformats.org/drawingml/2006/main">
              <a:ext uri="{FF2B5EF4-FFF2-40B4-BE49-F238E27FC236}">
                <a16:creationId xmlns:a16="http://schemas.microsoft.com/office/drawing/2014/main" id="{F612F425-49DB-4721-83DF-E54021CE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9909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2" name="G0008_scale_sequence___A__0827__poly">
            <a:extLst xmlns:a="http://schemas.openxmlformats.org/drawingml/2006/main">
              <a:ext uri="{FF2B5EF4-FFF2-40B4-BE49-F238E27FC236}">
                <a16:creationId xmlns:a16="http://schemas.microsoft.com/office/drawing/2014/main" id="{75147E96-EC40-47F3-A263-D2A5453D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9963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3" name="G0008_scale_sequence___A__0828__poly">
            <a:extLst xmlns:a="http://schemas.openxmlformats.org/drawingml/2006/main">
              <a:ext uri="{FF2B5EF4-FFF2-40B4-BE49-F238E27FC236}">
                <a16:creationId xmlns:a16="http://schemas.microsoft.com/office/drawing/2014/main" id="{A9F34FB2-76AC-4195-A323-FA5D26A7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0017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4" name="G0008_scale_sequence___A__0829__poly">
            <a:extLst xmlns:a="http://schemas.openxmlformats.org/drawingml/2006/main">
              <a:ext uri="{FF2B5EF4-FFF2-40B4-BE49-F238E27FC236}">
                <a16:creationId xmlns:a16="http://schemas.microsoft.com/office/drawing/2014/main" id="{39459FC7-CC17-4931-AB34-F433D312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0072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5" name="G0008_scale_sequence___A__0830__poly">
            <a:extLst xmlns:a="http://schemas.openxmlformats.org/drawingml/2006/main">
              <a:ext uri="{FF2B5EF4-FFF2-40B4-BE49-F238E27FC236}">
                <a16:creationId xmlns:a16="http://schemas.microsoft.com/office/drawing/2014/main" id="{603D794C-464E-401D-9BB7-2DFBB0CD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01265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6" name="G0008_scale_sequence___A__0831__poly">
            <a:extLst xmlns:a="http://schemas.openxmlformats.org/drawingml/2006/main">
              <a:ext uri="{FF2B5EF4-FFF2-40B4-BE49-F238E27FC236}">
                <a16:creationId xmlns:a16="http://schemas.microsoft.com/office/drawing/2014/main" id="{7BE9EA8F-E4EF-461D-9CE1-05417629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0180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7" name="G0008_scale_sequence___A__0832__poly">
            <a:extLst xmlns:a="http://schemas.openxmlformats.org/drawingml/2006/main">
              <a:ext uri="{FF2B5EF4-FFF2-40B4-BE49-F238E27FC236}">
                <a16:creationId xmlns:a16="http://schemas.microsoft.com/office/drawing/2014/main" id="{FFE8DCC3-4121-42F1-BA27-EA690CD3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02351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8" name="G0008_scale_sequence___A__0833__poly">
            <a:extLst xmlns:a="http://schemas.openxmlformats.org/drawingml/2006/main">
              <a:ext uri="{FF2B5EF4-FFF2-40B4-BE49-F238E27FC236}">
                <a16:creationId xmlns:a16="http://schemas.microsoft.com/office/drawing/2014/main" id="{4FE96C98-743E-4BFD-96FA-D00EEA2D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02895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9" name="G0008_scale_sequence___A__0834__poly">
            <a:extLst xmlns:a="http://schemas.openxmlformats.org/drawingml/2006/main">
              <a:ext uri="{FF2B5EF4-FFF2-40B4-BE49-F238E27FC236}">
                <a16:creationId xmlns:a16="http://schemas.microsoft.com/office/drawing/2014/main" id="{2EB0C88D-9C56-4419-BCB6-2EA7A27C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0343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0" name="G0008_scale_sequence___A__0835__poly">
            <a:extLst xmlns:a="http://schemas.openxmlformats.org/drawingml/2006/main">
              <a:ext uri="{FF2B5EF4-FFF2-40B4-BE49-F238E27FC236}">
                <a16:creationId xmlns:a16="http://schemas.microsoft.com/office/drawing/2014/main" id="{EF50D561-4E69-457F-99B0-2ECA7507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0399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1" name="G0008_scale_sequence___A__0836__poly">
            <a:extLst xmlns:a="http://schemas.openxmlformats.org/drawingml/2006/main">
              <a:ext uri="{FF2B5EF4-FFF2-40B4-BE49-F238E27FC236}">
                <a16:creationId xmlns:a16="http://schemas.microsoft.com/office/drawing/2014/main" id="{89ACE921-786D-4D36-A25E-EB204DE3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0453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2" name="G0008_scale_sequence___A__0837__poly">
            <a:extLst xmlns:a="http://schemas.openxmlformats.org/drawingml/2006/main">
              <a:ext uri="{FF2B5EF4-FFF2-40B4-BE49-F238E27FC236}">
                <a16:creationId xmlns:a16="http://schemas.microsoft.com/office/drawing/2014/main" id="{EA0E91BB-323B-4EE4-9BA0-899325FD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0507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3" name="G0008_scale_sequence___A__0838__poly">
            <a:extLst xmlns:a="http://schemas.openxmlformats.org/drawingml/2006/main">
              <a:ext uri="{FF2B5EF4-FFF2-40B4-BE49-F238E27FC236}">
                <a16:creationId xmlns:a16="http://schemas.microsoft.com/office/drawing/2014/main" id="{E57509EB-D40F-4D78-B86C-62415EBD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0562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4" name="G0008_scale_sequence___A__0839__poly">
            <a:extLst xmlns:a="http://schemas.openxmlformats.org/drawingml/2006/main">
              <a:ext uri="{FF2B5EF4-FFF2-40B4-BE49-F238E27FC236}">
                <a16:creationId xmlns:a16="http://schemas.microsoft.com/office/drawing/2014/main" id="{A34FCF0E-1133-412E-967A-80A77A6A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0017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5" name="G0008_scale_sequence___A__0840__poly">
            <a:extLst xmlns:a="http://schemas.openxmlformats.org/drawingml/2006/main">
              <a:ext uri="{FF2B5EF4-FFF2-40B4-BE49-F238E27FC236}">
                <a16:creationId xmlns:a16="http://schemas.microsoft.com/office/drawing/2014/main" id="{27C94303-CF86-47B8-B5D0-F66456F6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0072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6" name="G0008_scale_sequence___A__0841__poly">
            <a:extLst xmlns:a="http://schemas.openxmlformats.org/drawingml/2006/main">
              <a:ext uri="{FF2B5EF4-FFF2-40B4-BE49-F238E27FC236}">
                <a16:creationId xmlns:a16="http://schemas.microsoft.com/office/drawing/2014/main" id="{C7B10749-AB60-4BF4-B97C-DDBAEB8A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01265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7" name="G0008_scale_sequence___A__0842__poly">
            <a:extLst xmlns:a="http://schemas.openxmlformats.org/drawingml/2006/main">
              <a:ext uri="{FF2B5EF4-FFF2-40B4-BE49-F238E27FC236}">
                <a16:creationId xmlns:a16="http://schemas.microsoft.com/office/drawing/2014/main" id="{0A1C450A-E45F-451B-A175-32D9ACB0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0180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8" name="G0008_scale_sequence___A__0843__poly">
            <a:extLst xmlns:a="http://schemas.openxmlformats.org/drawingml/2006/main">
              <a:ext uri="{FF2B5EF4-FFF2-40B4-BE49-F238E27FC236}">
                <a16:creationId xmlns:a16="http://schemas.microsoft.com/office/drawing/2014/main" id="{1F5543E0-5A39-4DCA-B7E8-38E085BE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02351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9" name="G0008_scale_sequence___A__0844__poly">
            <a:extLst xmlns:a="http://schemas.openxmlformats.org/drawingml/2006/main">
              <a:ext uri="{FF2B5EF4-FFF2-40B4-BE49-F238E27FC236}">
                <a16:creationId xmlns:a16="http://schemas.microsoft.com/office/drawing/2014/main" id="{DD6C5BA6-7639-49BF-B5B9-4C0625AF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02895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0" name="G0008_scale_sequence___A__0845__poly">
            <a:extLst xmlns:a="http://schemas.openxmlformats.org/drawingml/2006/main">
              <a:ext uri="{FF2B5EF4-FFF2-40B4-BE49-F238E27FC236}">
                <a16:creationId xmlns:a16="http://schemas.microsoft.com/office/drawing/2014/main" id="{13696B25-87EF-4E6C-B9FD-ED605F09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0343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1" name="G0008_scale_sequence___A__0846__poly">
            <a:extLst xmlns:a="http://schemas.openxmlformats.org/drawingml/2006/main">
              <a:ext uri="{FF2B5EF4-FFF2-40B4-BE49-F238E27FC236}">
                <a16:creationId xmlns:a16="http://schemas.microsoft.com/office/drawing/2014/main" id="{485AE299-F0E0-4E54-AE20-9AB06A5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0399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2" name="G0008_scale_sequence___A__0847__poly">
            <a:extLst xmlns:a="http://schemas.openxmlformats.org/drawingml/2006/main">
              <a:ext uri="{FF2B5EF4-FFF2-40B4-BE49-F238E27FC236}">
                <a16:creationId xmlns:a16="http://schemas.microsoft.com/office/drawing/2014/main" id="{84C78981-678E-4522-A48C-AF45D462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0453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3" name="G0008_scale_sequence___A__0848__poly">
            <a:extLst xmlns:a="http://schemas.openxmlformats.org/drawingml/2006/main">
              <a:ext uri="{FF2B5EF4-FFF2-40B4-BE49-F238E27FC236}">
                <a16:creationId xmlns:a16="http://schemas.microsoft.com/office/drawing/2014/main" id="{91484884-319E-4217-A8E2-73F12FF7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0507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4" name="G0008_scale_sequence___A__0849__poly">
            <a:extLst xmlns:a="http://schemas.openxmlformats.org/drawingml/2006/main">
              <a:ext uri="{FF2B5EF4-FFF2-40B4-BE49-F238E27FC236}">
                <a16:creationId xmlns:a16="http://schemas.microsoft.com/office/drawing/2014/main" id="{6A2E9DCA-13D3-4904-B5D1-449FFBB6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0562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5" name="G0008_scale_sequence___A__0850__poly">
            <a:extLst xmlns:a="http://schemas.openxmlformats.org/drawingml/2006/main">
              <a:ext uri="{FF2B5EF4-FFF2-40B4-BE49-F238E27FC236}">
                <a16:creationId xmlns:a16="http://schemas.microsoft.com/office/drawing/2014/main" id="{68B46FF5-170B-48F6-B1A3-01C0877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0616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6" name="G0008_scale_sequence___A__0851__poly">
            <a:extLst xmlns:a="http://schemas.openxmlformats.org/drawingml/2006/main">
              <a:ext uri="{FF2B5EF4-FFF2-40B4-BE49-F238E27FC236}">
                <a16:creationId xmlns:a16="http://schemas.microsoft.com/office/drawing/2014/main" id="{EC60E468-5EEE-43C8-AE70-8E652844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0670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7" name="G0008_scale_sequence___A__0852__poly">
            <a:extLst xmlns:a="http://schemas.openxmlformats.org/drawingml/2006/main">
              <a:ext uri="{FF2B5EF4-FFF2-40B4-BE49-F238E27FC236}">
                <a16:creationId xmlns:a16="http://schemas.microsoft.com/office/drawing/2014/main" id="{C6AFF57D-1440-4F72-A4AD-B93EBB3E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0725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8" name="G0008_scale_sequence___A__0853__poly">
            <a:extLst xmlns:a="http://schemas.openxmlformats.org/drawingml/2006/main">
              <a:ext uri="{FF2B5EF4-FFF2-40B4-BE49-F238E27FC236}">
                <a16:creationId xmlns:a16="http://schemas.microsoft.com/office/drawing/2014/main" id="{A6FCC6BD-1AF3-4703-A76D-DE102544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0779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9" name="G0008_scale_sequence___A__0854__poly">
            <a:extLst xmlns:a="http://schemas.openxmlformats.org/drawingml/2006/main">
              <a:ext uri="{FF2B5EF4-FFF2-40B4-BE49-F238E27FC236}">
                <a16:creationId xmlns:a16="http://schemas.microsoft.com/office/drawing/2014/main" id="{83C0BC5E-BC7A-493B-AB8B-D2F23355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0833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0" name="G0008_scale_sequence___A__0855__poly">
            <a:extLst xmlns:a="http://schemas.openxmlformats.org/drawingml/2006/main">
              <a:ext uri="{FF2B5EF4-FFF2-40B4-BE49-F238E27FC236}">
                <a16:creationId xmlns:a16="http://schemas.microsoft.com/office/drawing/2014/main" id="{01727773-3B58-4100-96CF-B44F890A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02895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1" name="G0008_scale_sequence___A__0856__poly">
            <a:extLst xmlns:a="http://schemas.openxmlformats.org/drawingml/2006/main">
              <a:ext uri="{FF2B5EF4-FFF2-40B4-BE49-F238E27FC236}">
                <a16:creationId xmlns:a16="http://schemas.microsoft.com/office/drawing/2014/main" id="{0B337733-AA02-434A-8085-171C086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0343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2" name="G0008_scale_sequence___A__0857__poly">
            <a:extLst xmlns:a="http://schemas.openxmlformats.org/drawingml/2006/main">
              <a:ext uri="{FF2B5EF4-FFF2-40B4-BE49-F238E27FC236}">
                <a16:creationId xmlns:a16="http://schemas.microsoft.com/office/drawing/2014/main" id="{AC4A0BF1-4711-4DD6-B3CE-06C9FFB1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0399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3" name="G0008_scale_sequence___A__0858__poly">
            <a:extLst xmlns:a="http://schemas.openxmlformats.org/drawingml/2006/main">
              <a:ext uri="{FF2B5EF4-FFF2-40B4-BE49-F238E27FC236}">
                <a16:creationId xmlns:a16="http://schemas.microsoft.com/office/drawing/2014/main" id="{B758D805-D1B4-4DD7-B614-7E7B3755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0453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4" name="G0008_scale_sequence___A__0859__poly">
            <a:extLst xmlns:a="http://schemas.openxmlformats.org/drawingml/2006/main">
              <a:ext uri="{FF2B5EF4-FFF2-40B4-BE49-F238E27FC236}">
                <a16:creationId xmlns:a16="http://schemas.microsoft.com/office/drawing/2014/main" id="{D0BF5E87-5F51-417C-8E7F-3BFDD7B0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0507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5" name="G0008_scale_sequence___A__0860__poly">
            <a:extLst xmlns:a="http://schemas.openxmlformats.org/drawingml/2006/main">
              <a:ext uri="{FF2B5EF4-FFF2-40B4-BE49-F238E27FC236}">
                <a16:creationId xmlns:a16="http://schemas.microsoft.com/office/drawing/2014/main" id="{7820C6DE-5DAE-494D-8900-591D6A8F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0562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6" name="G0008_scale_sequence___A__0861__poly">
            <a:extLst xmlns:a="http://schemas.openxmlformats.org/drawingml/2006/main">
              <a:ext uri="{FF2B5EF4-FFF2-40B4-BE49-F238E27FC236}">
                <a16:creationId xmlns:a16="http://schemas.microsoft.com/office/drawing/2014/main" id="{AF55D6B0-7F66-4A08-AA00-8CC1E322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0616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7" name="G0008_scale_sequence___A__0862__poly">
            <a:extLst xmlns:a="http://schemas.openxmlformats.org/drawingml/2006/main">
              <a:ext uri="{FF2B5EF4-FFF2-40B4-BE49-F238E27FC236}">
                <a16:creationId xmlns:a16="http://schemas.microsoft.com/office/drawing/2014/main" id="{943A14CF-C380-4AE6-B495-6B261BD0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0670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8" name="G0008_scale_sequence___A__0863__poly">
            <a:extLst xmlns:a="http://schemas.openxmlformats.org/drawingml/2006/main">
              <a:ext uri="{FF2B5EF4-FFF2-40B4-BE49-F238E27FC236}">
                <a16:creationId xmlns:a16="http://schemas.microsoft.com/office/drawing/2014/main" id="{6B1CD74B-B277-401E-B6CC-14D2B7F0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0725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9" name="G0008_scale_sequence___A__0864__poly">
            <a:extLst xmlns:a="http://schemas.openxmlformats.org/drawingml/2006/main">
              <a:ext uri="{FF2B5EF4-FFF2-40B4-BE49-F238E27FC236}">
                <a16:creationId xmlns:a16="http://schemas.microsoft.com/office/drawing/2014/main" id="{7845BEFD-B5BF-4F57-909E-18B687D6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0779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0" name="G0008_scale_sequence___A__0865__poly">
            <a:extLst xmlns:a="http://schemas.openxmlformats.org/drawingml/2006/main">
              <a:ext uri="{FF2B5EF4-FFF2-40B4-BE49-F238E27FC236}">
                <a16:creationId xmlns:a16="http://schemas.microsoft.com/office/drawing/2014/main" id="{824BB26A-A434-4423-962E-35FAB2E6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0833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1" name="G0008_scale_sequence___A__0866__poly">
            <a:extLst xmlns:a="http://schemas.openxmlformats.org/drawingml/2006/main">
              <a:ext uri="{FF2B5EF4-FFF2-40B4-BE49-F238E27FC236}">
                <a16:creationId xmlns:a16="http://schemas.microsoft.com/office/drawing/2014/main" id="{543E5334-837B-4C24-B1A4-F776B999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0888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2" name="G0008_scale_sequence___A__0867__poly">
            <a:extLst xmlns:a="http://schemas.openxmlformats.org/drawingml/2006/main">
              <a:ext uri="{FF2B5EF4-FFF2-40B4-BE49-F238E27FC236}">
                <a16:creationId xmlns:a16="http://schemas.microsoft.com/office/drawing/2014/main" id="{55EB03BD-9E39-481E-92EE-FE7465AE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0942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3" name="G0008_scale_sequence___A__0868__poly">
            <a:extLst xmlns:a="http://schemas.openxmlformats.org/drawingml/2006/main">
              <a:ext uri="{FF2B5EF4-FFF2-40B4-BE49-F238E27FC236}">
                <a16:creationId xmlns:a16="http://schemas.microsoft.com/office/drawing/2014/main" id="{9E94F9D0-C246-48DF-9A55-686106A7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0996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4" name="G0008_scale_sequence___A__0869__poly">
            <a:extLst xmlns:a="http://schemas.openxmlformats.org/drawingml/2006/main">
              <a:ext uri="{FF2B5EF4-FFF2-40B4-BE49-F238E27FC236}">
                <a16:creationId xmlns:a16="http://schemas.microsoft.com/office/drawing/2014/main" id="{1093EC28-1DDA-4DD6-A017-57A5CF9A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1051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5" name="G0008_scale_sequence___A__0870__poly">
            <a:extLst xmlns:a="http://schemas.openxmlformats.org/drawingml/2006/main">
              <a:ext uri="{FF2B5EF4-FFF2-40B4-BE49-F238E27FC236}">
                <a16:creationId xmlns:a16="http://schemas.microsoft.com/office/drawing/2014/main" id="{36129992-102C-4549-8C10-7487A54A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11053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6" name="G0008_scale_sequence___A__0871__poly">
            <a:extLst xmlns:a="http://schemas.openxmlformats.org/drawingml/2006/main">
              <a:ext uri="{FF2B5EF4-FFF2-40B4-BE49-F238E27FC236}">
                <a16:creationId xmlns:a16="http://schemas.microsoft.com/office/drawing/2014/main" id="{589A7BA1-C5B3-4870-8272-0688BA02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0562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7" name="G0008_scale_sequence___A__0872__poly">
            <a:extLst xmlns:a="http://schemas.openxmlformats.org/drawingml/2006/main">
              <a:ext uri="{FF2B5EF4-FFF2-40B4-BE49-F238E27FC236}">
                <a16:creationId xmlns:a16="http://schemas.microsoft.com/office/drawing/2014/main" id="{0F592C93-276A-4F63-9594-868FE08B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0616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8" name="G0008_scale_sequence___A__0873__poly">
            <a:extLst xmlns:a="http://schemas.openxmlformats.org/drawingml/2006/main">
              <a:ext uri="{FF2B5EF4-FFF2-40B4-BE49-F238E27FC236}">
                <a16:creationId xmlns:a16="http://schemas.microsoft.com/office/drawing/2014/main" id="{9F7107C7-9D65-4E4F-8D72-63C5B57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0670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9" name="G0008_scale_sequence___A__0874__poly">
            <a:extLst xmlns:a="http://schemas.openxmlformats.org/drawingml/2006/main">
              <a:ext uri="{FF2B5EF4-FFF2-40B4-BE49-F238E27FC236}">
                <a16:creationId xmlns:a16="http://schemas.microsoft.com/office/drawing/2014/main" id="{5CE15E07-17C4-48FE-8004-092EF0E1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0725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0" name="G0008_scale_sequence___A__0875__poly">
            <a:extLst xmlns:a="http://schemas.openxmlformats.org/drawingml/2006/main">
              <a:ext uri="{FF2B5EF4-FFF2-40B4-BE49-F238E27FC236}">
                <a16:creationId xmlns:a16="http://schemas.microsoft.com/office/drawing/2014/main" id="{26208B55-C30A-4D3B-866D-664DD4A7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0779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1" name="G0008_scale_sequence___A__0876__poly">
            <a:extLst xmlns:a="http://schemas.openxmlformats.org/drawingml/2006/main">
              <a:ext uri="{FF2B5EF4-FFF2-40B4-BE49-F238E27FC236}">
                <a16:creationId xmlns:a16="http://schemas.microsoft.com/office/drawing/2014/main" id="{48898503-992C-4C88-83B6-08136470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0833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2" name="G0008_scale_sequence___A__0877__poly">
            <a:extLst xmlns:a="http://schemas.openxmlformats.org/drawingml/2006/main">
              <a:ext uri="{FF2B5EF4-FFF2-40B4-BE49-F238E27FC236}">
                <a16:creationId xmlns:a16="http://schemas.microsoft.com/office/drawing/2014/main" id="{F6B17885-1FD2-4379-AB32-69678DDF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0888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3" name="G0008_scale_sequence___A__0878__poly">
            <a:extLst xmlns:a="http://schemas.openxmlformats.org/drawingml/2006/main">
              <a:ext uri="{FF2B5EF4-FFF2-40B4-BE49-F238E27FC236}">
                <a16:creationId xmlns:a16="http://schemas.microsoft.com/office/drawing/2014/main" id="{33FA207B-24FC-4597-884B-111B6359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0942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4" name="G0008_scale_sequence___A__0879__poly">
            <a:extLst xmlns:a="http://schemas.openxmlformats.org/drawingml/2006/main">
              <a:ext uri="{FF2B5EF4-FFF2-40B4-BE49-F238E27FC236}">
                <a16:creationId xmlns:a16="http://schemas.microsoft.com/office/drawing/2014/main" id="{56E2D971-9014-4A8E-924A-F2BEDE41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0996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5" name="G0008_scale_sequence___A__0880__poly">
            <a:extLst xmlns:a="http://schemas.openxmlformats.org/drawingml/2006/main">
              <a:ext uri="{FF2B5EF4-FFF2-40B4-BE49-F238E27FC236}">
                <a16:creationId xmlns:a16="http://schemas.microsoft.com/office/drawing/2014/main" id="{8F29658D-0F46-4CD5-9993-7226E7F7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1051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6" name="G0008_scale_sequence___A__0881__poly">
            <a:extLst xmlns:a="http://schemas.openxmlformats.org/drawingml/2006/main">
              <a:ext uri="{FF2B5EF4-FFF2-40B4-BE49-F238E27FC236}">
                <a16:creationId xmlns:a16="http://schemas.microsoft.com/office/drawing/2014/main" id="{847DD75E-9934-4158-8396-18754B48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11053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7" name="G0008_scale_sequence___A__0882__poly">
            <a:extLst xmlns:a="http://schemas.openxmlformats.org/drawingml/2006/main">
              <a:ext uri="{FF2B5EF4-FFF2-40B4-BE49-F238E27FC236}">
                <a16:creationId xmlns:a16="http://schemas.microsoft.com/office/drawing/2014/main" id="{44853B61-C4DA-4BA6-A5DA-9056AF0C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11596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8" name="G0008_scale_sequence___A__0883__poly">
            <a:extLst xmlns:a="http://schemas.openxmlformats.org/drawingml/2006/main">
              <a:ext uri="{FF2B5EF4-FFF2-40B4-BE49-F238E27FC236}">
                <a16:creationId xmlns:a16="http://schemas.microsoft.com/office/drawing/2014/main" id="{10AD6F09-A028-405C-B1BE-75C785F3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12140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9" name="G0008_scale_sequence___A__0884__poly">
            <a:extLst xmlns:a="http://schemas.openxmlformats.org/drawingml/2006/main">
              <a:ext uri="{FF2B5EF4-FFF2-40B4-BE49-F238E27FC236}">
                <a16:creationId xmlns:a16="http://schemas.microsoft.com/office/drawing/2014/main" id="{1014C93C-5742-4342-BDFB-0FC90D19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12683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0" name="G0008_scale_sequence___A__0885__poly">
            <a:extLst xmlns:a="http://schemas.openxmlformats.org/drawingml/2006/main">
              <a:ext uri="{FF2B5EF4-FFF2-40B4-BE49-F238E27FC236}">
                <a16:creationId xmlns:a16="http://schemas.microsoft.com/office/drawing/2014/main" id="{8A4AA940-6F50-4964-A29A-54013DAE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13226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1" name="G0008_scale_sequence___A__0886__poly">
            <a:extLst xmlns:a="http://schemas.openxmlformats.org/drawingml/2006/main">
              <a:ext uri="{FF2B5EF4-FFF2-40B4-BE49-F238E27FC236}">
                <a16:creationId xmlns:a16="http://schemas.microsoft.com/office/drawing/2014/main" id="{74D61D10-1A16-4589-9ED5-E1F3227F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13770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2" name="G0008_scale_sequence___A__0887__poly">
            <a:extLst xmlns:a="http://schemas.openxmlformats.org/drawingml/2006/main">
              <a:ext uri="{FF2B5EF4-FFF2-40B4-BE49-F238E27FC236}">
                <a16:creationId xmlns:a16="http://schemas.microsoft.com/office/drawing/2014/main" id="{73C2148A-B7FA-41D7-97CC-FF91B497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0833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3" name="G0008_scale_sequence___A__0888__poly">
            <a:extLst xmlns:a="http://schemas.openxmlformats.org/drawingml/2006/main">
              <a:ext uri="{FF2B5EF4-FFF2-40B4-BE49-F238E27FC236}">
                <a16:creationId xmlns:a16="http://schemas.microsoft.com/office/drawing/2014/main" id="{ABD6614E-5B64-40BC-A3FB-63ED1656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0888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4" name="G0008_scale_sequence___A__0889__poly">
            <a:extLst xmlns:a="http://schemas.openxmlformats.org/drawingml/2006/main">
              <a:ext uri="{FF2B5EF4-FFF2-40B4-BE49-F238E27FC236}">
                <a16:creationId xmlns:a16="http://schemas.microsoft.com/office/drawing/2014/main" id="{DFBD7CAF-0B38-4939-883A-FCB4E0FF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0942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5" name="G0008_scale_sequence___A__0890__poly">
            <a:extLst xmlns:a="http://schemas.openxmlformats.org/drawingml/2006/main">
              <a:ext uri="{FF2B5EF4-FFF2-40B4-BE49-F238E27FC236}">
                <a16:creationId xmlns:a16="http://schemas.microsoft.com/office/drawing/2014/main" id="{24E475E6-409B-40D3-A37F-634D3F80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0996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6" name="G0008_scale_sequence___A__0891__poly">
            <a:extLst xmlns:a="http://schemas.openxmlformats.org/drawingml/2006/main">
              <a:ext uri="{FF2B5EF4-FFF2-40B4-BE49-F238E27FC236}">
                <a16:creationId xmlns:a16="http://schemas.microsoft.com/office/drawing/2014/main" id="{46FEC528-27CC-4D64-9F53-3BD7BE1C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1051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7" name="G0008_scale_sequence___A__0892__poly">
            <a:extLst xmlns:a="http://schemas.openxmlformats.org/drawingml/2006/main">
              <a:ext uri="{FF2B5EF4-FFF2-40B4-BE49-F238E27FC236}">
                <a16:creationId xmlns:a16="http://schemas.microsoft.com/office/drawing/2014/main" id="{9388D0DA-41CA-43F8-B787-DEA37003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11053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8" name="G0008_scale_sequence___A__0893__poly">
            <a:extLst xmlns:a="http://schemas.openxmlformats.org/drawingml/2006/main">
              <a:ext uri="{FF2B5EF4-FFF2-40B4-BE49-F238E27FC236}">
                <a16:creationId xmlns:a16="http://schemas.microsoft.com/office/drawing/2014/main" id="{520724B9-7A5A-4ABD-AA54-4B5CE22F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11596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9" name="G0008_scale_sequence___A__0894__poly">
            <a:extLst xmlns:a="http://schemas.openxmlformats.org/drawingml/2006/main">
              <a:ext uri="{FF2B5EF4-FFF2-40B4-BE49-F238E27FC236}">
                <a16:creationId xmlns:a16="http://schemas.microsoft.com/office/drawing/2014/main" id="{B2906AC8-1854-45C3-B707-1071C1D5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12140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0" name="G0008_scale_sequence___A__0895__poly">
            <a:extLst xmlns:a="http://schemas.openxmlformats.org/drawingml/2006/main">
              <a:ext uri="{FF2B5EF4-FFF2-40B4-BE49-F238E27FC236}">
                <a16:creationId xmlns:a16="http://schemas.microsoft.com/office/drawing/2014/main" id="{0367A612-DF9B-4A99-8695-79F61EAC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12683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1" name="G0008_scale_sequence___A__0896__poly">
            <a:extLst xmlns:a="http://schemas.openxmlformats.org/drawingml/2006/main">
              <a:ext uri="{FF2B5EF4-FFF2-40B4-BE49-F238E27FC236}">
                <a16:creationId xmlns:a16="http://schemas.microsoft.com/office/drawing/2014/main" id="{383FD80B-31CF-47F8-8713-47B14AE1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13226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2" name="G0008_scale_sequence___A__0897__poly">
            <a:extLst xmlns:a="http://schemas.openxmlformats.org/drawingml/2006/main">
              <a:ext uri="{FF2B5EF4-FFF2-40B4-BE49-F238E27FC236}">
                <a16:creationId xmlns:a16="http://schemas.microsoft.com/office/drawing/2014/main" id="{762C5CBD-24D5-49C5-B7DC-4708037C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13770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3" name="G0008_scale_sequence___A__0898__poly">
            <a:extLst xmlns:a="http://schemas.openxmlformats.org/drawingml/2006/main">
              <a:ext uri="{FF2B5EF4-FFF2-40B4-BE49-F238E27FC236}">
                <a16:creationId xmlns:a16="http://schemas.microsoft.com/office/drawing/2014/main" id="{EB0FBD6E-D606-443F-9C26-38872D34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1432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4" name="G0008_scale_sequence___A__0899__poly">
            <a:extLst xmlns:a="http://schemas.openxmlformats.org/drawingml/2006/main">
              <a:ext uri="{FF2B5EF4-FFF2-40B4-BE49-F238E27FC236}">
                <a16:creationId xmlns:a16="http://schemas.microsoft.com/office/drawing/2014/main" id="{98CF7728-FA83-4A1B-BB62-836365FC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1486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5" name="G0008_scale_sequence___A__0900__poly">
            <a:extLst xmlns:a="http://schemas.openxmlformats.org/drawingml/2006/main">
              <a:ext uri="{FF2B5EF4-FFF2-40B4-BE49-F238E27FC236}">
                <a16:creationId xmlns:a16="http://schemas.microsoft.com/office/drawing/2014/main" id="{C894ED29-F211-49EC-A3CA-DC92641B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1540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6" name="G0008_scale_sequence___A__0901__poly">
            <a:extLst xmlns:a="http://schemas.openxmlformats.org/drawingml/2006/main">
              <a:ext uri="{FF2B5EF4-FFF2-40B4-BE49-F238E27FC236}">
                <a16:creationId xmlns:a16="http://schemas.microsoft.com/office/drawing/2014/main" id="{D47DDB9C-60C8-4F7D-9F23-FE0D3504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1595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7" name="G0008_scale_sequence___A__0902__poly">
            <a:extLst xmlns:a="http://schemas.openxmlformats.org/drawingml/2006/main">
              <a:ext uri="{FF2B5EF4-FFF2-40B4-BE49-F238E27FC236}">
                <a16:creationId xmlns:a16="http://schemas.microsoft.com/office/drawing/2014/main" id="{A91E94CF-0311-404D-8425-C7B88AED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1649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8" name="G0008_scale_sequence___A__0903__poly">
            <a:extLst xmlns:a="http://schemas.openxmlformats.org/drawingml/2006/main">
              <a:ext uri="{FF2B5EF4-FFF2-40B4-BE49-F238E27FC236}">
                <a16:creationId xmlns:a16="http://schemas.microsoft.com/office/drawing/2014/main" id="{3CA6CD59-E340-42D8-805C-32BE81EC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11053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9" name="G0008_scale_sequence___A__0904__poly">
            <a:extLst xmlns:a="http://schemas.openxmlformats.org/drawingml/2006/main">
              <a:ext uri="{FF2B5EF4-FFF2-40B4-BE49-F238E27FC236}">
                <a16:creationId xmlns:a16="http://schemas.microsoft.com/office/drawing/2014/main" id="{0BAAC81F-40D3-4CCE-ACBB-CC0C8CFF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11596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0" name="G0008_scale_sequence___A__0905__poly">
            <a:extLst xmlns:a="http://schemas.openxmlformats.org/drawingml/2006/main">
              <a:ext uri="{FF2B5EF4-FFF2-40B4-BE49-F238E27FC236}">
                <a16:creationId xmlns:a16="http://schemas.microsoft.com/office/drawing/2014/main" id="{815DF20F-7FDB-47D8-8910-22954C1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12140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1" name="G0008_scale_sequence___A__0906__poly">
            <a:extLst xmlns:a="http://schemas.openxmlformats.org/drawingml/2006/main">
              <a:ext uri="{FF2B5EF4-FFF2-40B4-BE49-F238E27FC236}">
                <a16:creationId xmlns:a16="http://schemas.microsoft.com/office/drawing/2014/main" id="{D421223F-B01C-4B8C-AFAC-EBE624A8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12683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2" name="G0008_scale_sequence___A__0907__poly">
            <a:extLst xmlns:a="http://schemas.openxmlformats.org/drawingml/2006/main">
              <a:ext uri="{FF2B5EF4-FFF2-40B4-BE49-F238E27FC236}">
                <a16:creationId xmlns:a16="http://schemas.microsoft.com/office/drawing/2014/main" id="{6D8111E3-C2B7-4F71-96FF-99EF0B51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13226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3" name="G0008_scale_sequence___A__0908__poly">
            <a:extLst xmlns:a="http://schemas.openxmlformats.org/drawingml/2006/main">
              <a:ext uri="{FF2B5EF4-FFF2-40B4-BE49-F238E27FC236}">
                <a16:creationId xmlns:a16="http://schemas.microsoft.com/office/drawing/2014/main" id="{54102BF4-DE8C-4346-B882-F9FA2BFB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13770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4" name="G0008_scale_sequence___A__0909__poly">
            <a:extLst xmlns:a="http://schemas.openxmlformats.org/drawingml/2006/main">
              <a:ext uri="{FF2B5EF4-FFF2-40B4-BE49-F238E27FC236}">
                <a16:creationId xmlns:a16="http://schemas.microsoft.com/office/drawing/2014/main" id="{0B0D1F55-B535-44A3-9ACD-D192FAE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1432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5" name="G0008_scale_sequence___A__0910__poly">
            <a:extLst xmlns:a="http://schemas.openxmlformats.org/drawingml/2006/main">
              <a:ext uri="{FF2B5EF4-FFF2-40B4-BE49-F238E27FC236}">
                <a16:creationId xmlns:a16="http://schemas.microsoft.com/office/drawing/2014/main" id="{35F41328-C3FF-4641-B433-9BB97C12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1486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6" name="G0008_scale_sequence___A__0911__poly">
            <a:extLst xmlns:a="http://schemas.openxmlformats.org/drawingml/2006/main">
              <a:ext uri="{FF2B5EF4-FFF2-40B4-BE49-F238E27FC236}">
                <a16:creationId xmlns:a16="http://schemas.microsoft.com/office/drawing/2014/main" id="{EDAF55DC-7951-4B3A-AC5E-316440D4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1540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7" name="G0008_scale_sequence___A__0912__poly">
            <a:extLst xmlns:a="http://schemas.openxmlformats.org/drawingml/2006/main">
              <a:ext uri="{FF2B5EF4-FFF2-40B4-BE49-F238E27FC236}">
                <a16:creationId xmlns:a16="http://schemas.microsoft.com/office/drawing/2014/main" id="{85149BCB-D04E-4138-9E56-8BFD3F72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1595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8" name="G0008_scale_sequence___A__0913__poly">
            <a:extLst xmlns:a="http://schemas.openxmlformats.org/drawingml/2006/main">
              <a:ext uri="{FF2B5EF4-FFF2-40B4-BE49-F238E27FC236}">
                <a16:creationId xmlns:a16="http://schemas.microsoft.com/office/drawing/2014/main" id="{037AE52D-709A-4476-847F-58534864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1649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9" name="G0008_scale_sequence___A__0914__poly">
            <a:extLst xmlns:a="http://schemas.openxmlformats.org/drawingml/2006/main">
              <a:ext uri="{FF2B5EF4-FFF2-40B4-BE49-F238E27FC236}">
                <a16:creationId xmlns:a16="http://schemas.microsoft.com/office/drawing/2014/main" id="{4B8356E9-02C3-445E-9271-1E3E7994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1703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90" name="G0008_scale_sequence___A__0915__poly">
            <a:extLst xmlns:a="http://schemas.openxmlformats.org/drawingml/2006/main">
              <a:ext uri="{FF2B5EF4-FFF2-40B4-BE49-F238E27FC236}">
                <a16:creationId xmlns:a16="http://schemas.microsoft.com/office/drawing/2014/main" id="{B83247F9-D2F4-404B-B76A-287F049F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1758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91" name="G0008_scale_sequence___A__0916__poly">
            <a:extLst xmlns:a="http://schemas.openxmlformats.org/drawingml/2006/main">
              <a:ext uri="{FF2B5EF4-FFF2-40B4-BE49-F238E27FC236}">
                <a16:creationId xmlns:a16="http://schemas.microsoft.com/office/drawing/2014/main" id="{607CA2E8-56F1-4B24-B72F-DE86BE88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18125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92" name="G0008_scale_sequence___A__0917__poly">
            <a:extLst xmlns:a="http://schemas.openxmlformats.org/drawingml/2006/main">
              <a:ext uri="{FF2B5EF4-FFF2-40B4-BE49-F238E27FC236}">
                <a16:creationId xmlns:a16="http://schemas.microsoft.com/office/drawing/2014/main" id="{01462B2B-21E3-4DD8-85C1-BEC5FB75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1866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93" name="G0008_scale_sequence___A__0918__poly">
            <a:extLst xmlns:a="http://schemas.openxmlformats.org/drawingml/2006/main">
              <a:ext uri="{FF2B5EF4-FFF2-40B4-BE49-F238E27FC236}">
                <a16:creationId xmlns:a16="http://schemas.microsoft.com/office/drawing/2014/main" id="{0C82189D-53A7-4291-8692-A152723D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1921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444" name="G0008_scale_sequence___A__0315__poly">
            <a:extLst xmlns:a="http://schemas.openxmlformats.org/drawingml/2006/main">
              <a:ext uri="{FF2B5EF4-FFF2-40B4-BE49-F238E27FC236}">
                <a16:creationId xmlns:a16="http://schemas.microsoft.com/office/drawing/2014/main" id="{DDCAEFD6-7FAF-43BF-A8B8-5C922A94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931595"/>
            <a:ext cx="34957" cy="64233"/>
          </a:xfrm>
          <a:custGeom xmlns:a="http://schemas.openxmlformats.org/drawingml/2006/main">
            <a:pathLst>
              <a:path w="34918" h="69836">
                <a:moveTo>
                  <a:pt x="0" y="0"/>
                </a:moveTo>
                <a:lnTo>
                  <a:pt x="34918" y="11639"/>
                </a:lnTo>
                <a:lnTo>
                  <a:pt x="34918" y="69836"/>
                </a:lnTo>
                <a:lnTo>
                  <a:pt x="0" y="581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5" name="G0008_scale_sequence___A__0382__poly">
            <a:extLst xmlns:a="http://schemas.openxmlformats.org/drawingml/2006/main">
              <a:ext uri="{FF2B5EF4-FFF2-40B4-BE49-F238E27FC236}">
                <a16:creationId xmlns:a16="http://schemas.microsoft.com/office/drawing/2014/main" id="{1F7AA0FD-426A-4BF5-ADE4-33D5FAE1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899522"/>
            <a:ext cx="69818" cy="128466"/>
          </a:xfrm>
          <a:custGeom xmlns:a="http://schemas.openxmlformats.org/drawingml/2006/main">
            <a:pathLst>
              <a:path w="69836" h="139672">
                <a:moveTo>
                  <a:pt x="0" y="0"/>
                </a:moveTo>
                <a:lnTo>
                  <a:pt x="69836" y="23279"/>
                </a:lnTo>
                <a:lnTo>
                  <a:pt x="69836" y="139672"/>
                </a:lnTo>
                <a:lnTo>
                  <a:pt x="0" y="1163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6" name="G0008_scale_sequence___A__0485__poly">
            <a:extLst xmlns:a="http://schemas.openxmlformats.org/drawingml/2006/main">
              <a:ext uri="{FF2B5EF4-FFF2-40B4-BE49-F238E27FC236}">
                <a16:creationId xmlns:a16="http://schemas.microsoft.com/office/drawing/2014/main" id="{37F03724-0FA9-46D9-BD3C-CCEBDA38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53341"/>
            <a:ext cx="120015" cy="220828"/>
          </a:xfrm>
          <a:custGeom xmlns:a="http://schemas.openxmlformats.org/drawingml/2006/main">
            <a:pathLst>
              <a:path w="120030" h="240060">
                <a:moveTo>
                  <a:pt x="0" y="0"/>
                </a:moveTo>
                <a:lnTo>
                  <a:pt x="120030" y="40010"/>
                </a:lnTo>
                <a:lnTo>
                  <a:pt x="120030" y="240060"/>
                </a:lnTo>
                <a:lnTo>
                  <a:pt x="0" y="200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7" name="G0008_scale_sequence___A__0660__poly">
            <a:extLst xmlns:a="http://schemas.openxmlformats.org/drawingml/2006/main">
              <a:ext uri="{FF2B5EF4-FFF2-40B4-BE49-F238E27FC236}">
                <a16:creationId xmlns:a16="http://schemas.microsoft.com/office/drawing/2014/main" id="{DE166F41-2824-4069-B7BE-C4B36EFC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791036"/>
            <a:ext cx="187643" cy="345350"/>
          </a:xfrm>
          <a:custGeom xmlns:a="http://schemas.openxmlformats.org/drawingml/2006/main">
            <a:pathLst>
              <a:path w="187684" h="375367">
                <a:moveTo>
                  <a:pt x="0" y="0"/>
                </a:moveTo>
                <a:lnTo>
                  <a:pt x="187684" y="62561"/>
                </a:lnTo>
                <a:lnTo>
                  <a:pt x="187684" y="375367"/>
                </a:lnTo>
                <a:lnTo>
                  <a:pt x="0" y="312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BD8D47"/>
            </a:solidFill>
            <a:prstDash val="solid"/>
          </a:ln>
        </p:spPr>
      </p:sp>
      <p:sp>
        <p:nvSpPr>
          <p:cNvPr id="1448" name="G0008_scale_sequence___A__0919__poly">
            <a:extLst xmlns:a="http://schemas.openxmlformats.org/drawingml/2006/main">
              <a:ext uri="{FF2B5EF4-FFF2-40B4-BE49-F238E27FC236}">
                <a16:creationId xmlns:a16="http://schemas.microsoft.com/office/drawing/2014/main" id="{EDC4E540-E624-4071-AA32-1391B04C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02705"/>
            <a:ext cx="283750" cy="522012"/>
          </a:xfrm>
          <a:custGeom xmlns:a="http://schemas.openxmlformats.org/drawingml/2006/main">
            <a:pathLst>
              <a:path w="283708" h="567416">
                <a:moveTo>
                  <a:pt x="0" y="0"/>
                </a:moveTo>
                <a:lnTo>
                  <a:pt x="283708" y="94569"/>
                </a:lnTo>
                <a:lnTo>
                  <a:pt x="283708" y="567416"/>
                </a:lnTo>
                <a:lnTo>
                  <a:pt x="0" y="4728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BD8D47"/>
            </a:solidFill>
            <a:prstDash val="solid"/>
          </a:ln>
        </p:spPr>
      </p:sp>
      <p:sp>
        <p:nvSpPr>
          <p:cNvPr id="1492" name="G0008_scale_sequence___A__0486__line">
            <a:extLst xmlns:a="http://schemas.openxmlformats.org/drawingml/2006/main">
              <a:ext uri="{FF2B5EF4-FFF2-40B4-BE49-F238E27FC236}">
                <a16:creationId xmlns:a16="http://schemas.microsoft.com/office/drawing/2014/main" id="{D3C6DADD-65A9-4D08-922F-C33455DF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1000559"/>
            <a:ext cx="60008" cy="18402"/>
          </a:xfrm>
          <a:custGeom xmlns:a="http://schemas.openxmlformats.org/drawingml/2006/main">
            <a:pathLst>
              <a:path w="60015" h="20005">
                <a:moveTo>
                  <a:pt x="0" y="0"/>
                </a:moveTo>
                <a:lnTo>
                  <a:pt x="60015" y="20005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3" name="G0008_scale_sequence___A__0487__line">
            <a:extLst xmlns:a="http://schemas.openxmlformats.org/drawingml/2006/main">
              <a:ext uri="{FF2B5EF4-FFF2-40B4-BE49-F238E27FC236}">
                <a16:creationId xmlns:a16="http://schemas.microsoft.com/office/drawing/2014/main" id="{A44E67B5-C8AB-4F6C-BB18-138DA343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00559"/>
            <a:ext cx="0" cy="18402"/>
          </a:xfrm>
          <a:custGeom xmlns:a="http://schemas.openxmlformats.org/drawingml/2006/main">
            <a:pathLst>
              <a:path w="4" h="20005">
                <a:moveTo>
                  <a:pt x="0" y="200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4" name="G0008_scale_sequence___A__0488__line">
            <a:extLst xmlns:a="http://schemas.openxmlformats.org/drawingml/2006/main">
              <a:ext uri="{FF2B5EF4-FFF2-40B4-BE49-F238E27FC236}">
                <a16:creationId xmlns:a16="http://schemas.microsoft.com/office/drawing/2014/main" id="{38D107DC-1206-40EE-8392-616D12B1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00559"/>
            <a:ext cx="60008" cy="18402"/>
          </a:xfrm>
          <a:custGeom xmlns:a="http://schemas.openxmlformats.org/drawingml/2006/main">
            <a:pathLst>
              <a:path w="60015" h="20005">
                <a:moveTo>
                  <a:pt x="0" y="0"/>
                </a:moveTo>
                <a:lnTo>
                  <a:pt x="60015" y="20005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5" name="B__1119__line">
            <a:extLst xmlns:a="http://schemas.openxmlformats.org/drawingml/2006/main">
              <a:ext uri="{FF2B5EF4-FFF2-40B4-BE49-F238E27FC236}">
                <a16:creationId xmlns:a16="http://schemas.microsoft.com/office/drawing/2014/main" id="{3EF0DB7E-5DBA-4B96-A60E-085E13C7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321" y="2313527"/>
            <a:ext cx="21812" cy="18540"/>
          </a:xfrm>
          <a:custGeom xmlns:a="http://schemas.openxmlformats.org/drawingml/2006/main">
            <a:pathLst>
              <a:path w="21824" h="21824">
                <a:moveTo>
                  <a:pt x="0" y="0"/>
                </a:moveTo>
                <a:lnTo>
                  <a:pt x="21824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4E5B65"/>
            </a:solidFill>
            <a:prstDash val="solid"/>
          </a:ln>
        </p:spPr>
      </p:sp>
      <p:sp>
        <p:nvSpPr>
          <p:cNvPr id="1496" name="B__1120__line">
            <a:extLst xmlns:a="http://schemas.openxmlformats.org/drawingml/2006/main">
              <a:ext uri="{FF2B5EF4-FFF2-40B4-BE49-F238E27FC236}">
                <a16:creationId xmlns:a16="http://schemas.microsoft.com/office/drawing/2014/main" id="{BC5428CE-C92F-4D6A-BE55-DA3622D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133" y="2285676"/>
            <a:ext cx="36386" cy="46392"/>
          </a:xfrm>
          <a:custGeom xmlns:a="http://schemas.openxmlformats.org/drawingml/2006/main">
            <a:pathLst>
              <a:path w="36373" h="54559">
                <a:moveTo>
                  <a:pt x="0" y="54559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4E5B65"/>
            </a:solidFill>
            <a:prstDash val="solid"/>
          </a:ln>
        </p:spPr>
      </p:sp>
      <p:sp>
        <p:nvSpPr>
          <p:cNvPr id="1497" name="B__1127__line">
            <a:extLst xmlns:a="http://schemas.openxmlformats.org/drawingml/2006/main">
              <a:ext uri="{FF2B5EF4-FFF2-40B4-BE49-F238E27FC236}">
                <a16:creationId xmlns:a16="http://schemas.microsoft.com/office/drawing/2014/main" id="{AD718F6E-FCF7-428C-ADBF-21A5C145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321" y="2591795"/>
            <a:ext cx="21812" cy="18540"/>
          </a:xfrm>
          <a:custGeom xmlns:a="http://schemas.openxmlformats.org/drawingml/2006/main">
            <a:pathLst>
              <a:path w="21824" h="21824">
                <a:moveTo>
                  <a:pt x="0" y="0"/>
                </a:moveTo>
                <a:lnTo>
                  <a:pt x="21824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235F8C"/>
            </a:solidFill>
            <a:prstDash val="solid"/>
          </a:ln>
        </p:spPr>
      </p:sp>
      <p:sp>
        <p:nvSpPr>
          <p:cNvPr id="1498" name="B__1128__line">
            <a:extLst xmlns:a="http://schemas.openxmlformats.org/drawingml/2006/main">
              <a:ext uri="{FF2B5EF4-FFF2-40B4-BE49-F238E27FC236}">
                <a16:creationId xmlns:a16="http://schemas.microsoft.com/office/drawing/2014/main" id="{39FBF45E-37E2-45B3-823C-15CD0CDD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133" y="2563944"/>
            <a:ext cx="36386" cy="46392"/>
          </a:xfrm>
          <a:custGeom xmlns:a="http://schemas.openxmlformats.org/drawingml/2006/main">
            <a:pathLst>
              <a:path w="36373" h="54559">
                <a:moveTo>
                  <a:pt x="0" y="54559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235F8C"/>
            </a:solidFill>
            <a:prstDash val="solid"/>
          </a:ln>
        </p:spPr>
      </p:sp>
      <p:sp>
        <p:nvSpPr>
          <p:cNvPr id="1499" name="B__1140__line">
            <a:extLst xmlns:a="http://schemas.openxmlformats.org/drawingml/2006/main">
              <a:ext uri="{FF2B5EF4-FFF2-40B4-BE49-F238E27FC236}">
                <a16:creationId xmlns:a16="http://schemas.microsoft.com/office/drawing/2014/main" id="{6875177B-B345-4D10-B888-96CCEF1E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722" y="2254748"/>
            <a:ext cx="0" cy="398821"/>
          </a:xfrm>
          <a:custGeom xmlns:a="http://schemas.openxmlformats.org/drawingml/2006/main">
            <a:pathLst>
              <a:path w="4" h="469209">
                <a:moveTo>
                  <a:pt x="0" y="0"/>
                </a:moveTo>
                <a:lnTo>
                  <a:pt x="0" y="469209"/>
                </a:lnTo>
              </a:path>
            </a:pathLst>
          </a:custGeom>
          <a:noFill xmlns:a="http://schemas.openxmlformats.org/drawingml/2006/main"/>
          <a:ln xmlns:a="http://schemas.openxmlformats.org/drawingml/2006/main" w="5456">
            <a:solidFill>
              <a:srgbClr val="936A5C"/>
            </a:solidFill>
            <a:prstDash val="dash"/>
          </a:ln>
        </p:spPr>
      </p:sp>
      <p:sp>
        <p:nvSpPr>
          <p:cNvPr id="1500" name="A__0000__(a)">
            <a:extLst xmlns:a="http://schemas.openxmlformats.org/drawingml/2006/main">
              <a:ext uri="{FF2B5EF4-FFF2-40B4-BE49-F238E27FC236}">
                <a16:creationId xmlns:a16="http://schemas.microsoft.com/office/drawing/2014/main" id="{9E613CA4-4ADD-4BB5-A08B-2F34996A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4" y="15686"/>
            <a:ext cx="176403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(a)</a:t>
            </a:r>
          </a:p>
        </p:txBody>
      </p:sp>
      <p:sp>
        <p:nvSpPr>
          <p:cNvPr id="1501" name="A__0001__System overview">
            <a:extLst xmlns:a="http://schemas.openxmlformats.org/drawingml/2006/main">
              <a:ext uri="{FF2B5EF4-FFF2-40B4-BE49-F238E27FC236}">
                <a16:creationId xmlns:a16="http://schemas.microsoft.com/office/drawing/2014/main" id="{109066D7-7B4B-4C58-A356-74032E81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9" y="15686"/>
            <a:ext cx="885063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System overview</a:t>
            </a:r>
          </a:p>
        </p:txBody>
      </p:sp>
      <p:sp>
        <p:nvSpPr>
          <p:cNvPr id="1502" name="A__0002__VAR modules share frozen weights">
            <a:extLst xmlns:a="http://schemas.openxmlformats.org/drawingml/2006/main">
              <a:ext uri="{FF2B5EF4-FFF2-40B4-BE49-F238E27FC236}">
                <a16:creationId xmlns:a16="http://schemas.microsoft.com/office/drawing/2014/main" id="{35896576-B9FD-4FDA-997D-45D806B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292" y="26026"/>
            <a:ext cx="1470279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VAR modules share frozen weights</a:t>
            </a:r>
          </a:p>
        </p:txBody>
      </p:sp>
      <p:sp>
        <p:nvSpPr>
          <p:cNvPr id="1503" name="A__0006__Transmitter">
            <a:extLst xmlns:a="http://schemas.openxmlformats.org/drawingml/2006/main">
              <a:ext uri="{FF2B5EF4-FFF2-40B4-BE49-F238E27FC236}">
                <a16:creationId xmlns:a16="http://schemas.microsoft.com/office/drawing/2014/main" id="{ACB0DCCB-191B-44D2-AD72-2A490F67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4" y="181482"/>
            <a:ext cx="610743" cy="150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Transmitter</a:t>
            </a:r>
          </a:p>
        </p:txBody>
      </p:sp>
      <p:sp>
        <p:nvSpPr>
          <p:cNvPr id="1504" name="A__0007__Digital link">
            <a:extLst xmlns:a="http://schemas.openxmlformats.org/drawingml/2006/main">
              <a:ext uri="{FF2B5EF4-FFF2-40B4-BE49-F238E27FC236}">
                <a16:creationId xmlns:a16="http://schemas.microsoft.com/office/drawing/2014/main" id="{21A8BB00-F05E-47DF-A88A-0E60DBB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98" y="181482"/>
            <a:ext cx="562737" cy="150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Digital link</a:t>
            </a:r>
          </a:p>
        </p:txBody>
      </p:sp>
      <p:sp>
        <p:nvSpPr>
          <p:cNvPr id="1505" name="A__0008__Receiver">
            <a:extLst xmlns:a="http://schemas.openxmlformats.org/drawingml/2006/main">
              <a:ext uri="{FF2B5EF4-FFF2-40B4-BE49-F238E27FC236}">
                <a16:creationId xmlns:a16="http://schemas.microsoft.com/office/drawing/2014/main" id="{647C3F5A-0BA2-4226-97AE-335CE715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719" y="181482"/>
            <a:ext cx="473583" cy="150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Receiver</a:t>
            </a:r>
          </a:p>
        </p:txBody>
      </p:sp>
      <p:sp>
        <p:nvSpPr>
          <p:cNvPr id="1506" name="A__0011__$x$">
            <a:extLst xmlns:a="http://schemas.openxmlformats.org/drawingml/2006/main">
              <a:ext uri="{FF2B5EF4-FFF2-40B4-BE49-F238E27FC236}">
                <a16:creationId xmlns:a16="http://schemas.microsoft.com/office/drawing/2014/main" id="{2C6C33BC-2FC3-47EA-9071-45C1591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" y="1115968"/>
            <a:ext cx="10353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x</a:t>
            </a:r>
          </a:p>
        </p:txBody>
      </p:sp>
      <p:sp>
        <p:nvSpPr>
          <p:cNvPr id="41" name="G0001_encoder___A__0013__poly">
            <a:extLst xmlns:a="http://schemas.openxmlformats.org/drawingml/2006/main">
              <a:ext uri="{FF2B5EF4-FFF2-40B4-BE49-F238E27FC236}">
                <a16:creationId xmlns:a16="http://schemas.microsoft.com/office/drawing/2014/main" id="{5472F151-93F7-45AE-A0B7-1960D599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831" y="809789"/>
            <a:ext cx="152781" cy="307844"/>
          </a:xfrm>
          <a:custGeom xmlns:a="http://schemas.openxmlformats.org/drawingml/2006/main">
            <a:pathLst>
              <a:path w="152766" h="334630">
                <a:moveTo>
                  <a:pt x="0" y="0"/>
                </a:moveTo>
                <a:lnTo>
                  <a:pt x="152766" y="61834"/>
                </a:lnTo>
                <a:lnTo>
                  <a:pt x="152766" y="272796"/>
                </a:lnTo>
                <a:lnTo>
                  <a:pt x="0" y="334630"/>
                </a:lnTo>
                <a:close/>
              </a:path>
            </a:pathLst>
          </a:custGeom>
          <a:solidFill xmlns:a="http://schemas.openxmlformats.org/drawingml/2006/main">
            <a:srgbClr val="E9EEF2"/>
          </a:solidFill>
          <a:ln xmlns:a="http://schemas.openxmlformats.org/drawingml/2006/main" w="5820">
            <a:solidFill>
              <a:srgbClr val="8C9DAB"/>
            </a:solidFill>
            <a:prstDash val="solid"/>
          </a:ln>
        </p:spPr>
      </p:sp>
      <p:sp>
        <p:nvSpPr>
          <p:cNvPr id="1507" name="G0001_encoder___A__0014__$E$">
            <a:extLst xmlns:a="http://schemas.openxmlformats.org/drawingml/2006/main">
              <a:ext uri="{FF2B5EF4-FFF2-40B4-BE49-F238E27FC236}">
                <a16:creationId xmlns:a16="http://schemas.microsoft.com/office/drawing/2014/main" id="{107F7ACC-1333-4235-9039-7CB15D35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00" y="881733"/>
            <a:ext cx="119539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E</a:t>
            </a:r>
          </a:p>
        </p:txBody>
      </p:sp>
      <p:sp>
        <p:nvSpPr>
          <p:cNvPr id="1508" name="A__0015__Image encoder">
            <a:extLst xmlns:a="http://schemas.openxmlformats.org/drawingml/2006/main">
              <a:ext uri="{FF2B5EF4-FFF2-40B4-BE49-F238E27FC236}">
                <a16:creationId xmlns:a16="http://schemas.microsoft.com/office/drawing/2014/main" id="{218CDA2D-C42E-4579-8710-66B9D1C5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78" y="1111061"/>
            <a:ext cx="391287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Image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encoder</a:t>
            </a:r>
          </a:p>
        </p:txBody>
      </p:sp>
      <p:sp>
        <p:nvSpPr>
          <p:cNvPr id="1509" name="A__0026__$f$">
            <a:extLst xmlns:a="http://schemas.openxmlformats.org/drawingml/2006/main">
              <a:ext uri="{FF2B5EF4-FFF2-40B4-BE49-F238E27FC236}">
                <a16:creationId xmlns:a16="http://schemas.microsoft.com/office/drawing/2014/main" id="{28116547-63C7-4B36-8E5E-AD9779B1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15" y="677555"/>
            <a:ext cx="113062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f</a:t>
            </a:r>
          </a:p>
        </p:txBody>
      </p:sp>
      <p:sp>
        <p:nvSpPr>
          <p:cNvPr id="1510" name="A__0027__Residual VQ">
            <a:extLst xmlns:a="http://schemas.openxmlformats.org/drawingml/2006/main">
              <a:ext uri="{FF2B5EF4-FFF2-40B4-BE49-F238E27FC236}">
                <a16:creationId xmlns:a16="http://schemas.microsoft.com/office/drawing/2014/main" id="{236DA591-57EF-4232-AC03-CB9C1C3F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32" y="567229"/>
            <a:ext cx="589026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Residual VQ</a:t>
            </a:r>
          </a:p>
        </p:txBody>
      </p:sp>
      <p:sp>
        <p:nvSpPr>
          <p:cNvPr id="1511" name="A__0029__$R_s$">
            <a:extLst xmlns:a="http://schemas.openxmlformats.org/drawingml/2006/main">
              <a:ext uri="{FF2B5EF4-FFF2-40B4-BE49-F238E27FC236}">
                <a16:creationId xmlns:a16="http://schemas.microsoft.com/office/drawing/2014/main" id="{FF3FFD18-8C28-4898-BD06-EE51629F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" y="771319"/>
            <a:ext cx="14401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R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12" name="A__0031__↓ Q">
            <a:extLst xmlns:a="http://schemas.openxmlformats.org/drawingml/2006/main">
              <a:ext uri="{FF2B5EF4-FFF2-40B4-BE49-F238E27FC236}">
                <a16:creationId xmlns:a16="http://schemas.microsoft.com/office/drawing/2014/main" id="{4EAEC82C-B620-4B4E-A411-C5F67A60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22" y="898470"/>
            <a:ext cx="190119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↓ Q</a:t>
            </a:r>
          </a:p>
        </p:txBody>
      </p:sp>
      <p:sp>
        <p:nvSpPr>
          <p:cNvPr id="1513" name="A__0037__$C_s$">
            <a:extLst xmlns:a="http://schemas.openxmlformats.org/drawingml/2006/main">
              <a:ext uri="{FF2B5EF4-FFF2-40B4-BE49-F238E27FC236}">
                <a16:creationId xmlns:a16="http://schemas.microsoft.com/office/drawing/2014/main" id="{BE11CA41-D106-48CD-A34E-1093C378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75" y="1072416"/>
            <a:ext cx="14830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C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14" name="A__0040__−">
            <a:extLst xmlns:a="http://schemas.openxmlformats.org/drawingml/2006/main">
              <a:ext uri="{FF2B5EF4-FFF2-40B4-BE49-F238E27FC236}">
                <a16:creationId xmlns:a16="http://schemas.microsoft.com/office/drawing/2014/main" id="{8C689745-CE81-40A6-87FC-B051CE4A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02" y="1085035"/>
            <a:ext cx="96393" cy="143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−</a:t>
            </a:r>
          </a:p>
        </p:txBody>
      </p:sp>
      <p:sp>
        <p:nvSpPr>
          <p:cNvPr id="1515" name="A__0045__$R_{s+1}$">
            <a:extLst xmlns:a="http://schemas.openxmlformats.org/drawingml/2006/main">
              <a:ext uri="{FF2B5EF4-FFF2-40B4-BE49-F238E27FC236}">
                <a16:creationId xmlns:a16="http://schemas.microsoft.com/office/drawing/2014/main" id="{E39CBB2D-C650-46CC-BA88-22E401B4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" y="1249779"/>
            <a:ext cx="240983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R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  <a:r>
              <a:rPr sz="780" i="0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17" name="A__0047__Scale prefix">
            <a:extLst xmlns:a="http://schemas.openxmlformats.org/drawingml/2006/main">
              <a:ext uri="{FF2B5EF4-FFF2-40B4-BE49-F238E27FC236}">
                <a16:creationId xmlns:a16="http://schemas.microsoft.com/office/drawing/2014/main" id="{B26DD850-A2F4-46D2-AC2C-E9D02AF2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82" y="430789"/>
            <a:ext cx="571881" cy="147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Scale prefix</a:t>
            </a:r>
          </a:p>
        </p:txBody>
      </p:sp>
      <p:sp>
        <p:nvSpPr>
          <p:cNvPr id="1518" name="A__0248__$1\ldots m$">
            <a:extLst xmlns:a="http://schemas.openxmlformats.org/drawingml/2006/main">
              <a:ext uri="{FF2B5EF4-FFF2-40B4-BE49-F238E27FC236}">
                <a16:creationId xmlns:a16="http://schemas.microsoft.com/office/drawing/2014/main" id="{17BEA352-DF92-4367-A3E2-EA833F0A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49" y="1196237"/>
            <a:ext cx="27555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1519" name="A__0249__$m+1$">
            <a:extLst xmlns:a="http://schemas.openxmlformats.org/drawingml/2006/main">
              <a:ext uri="{FF2B5EF4-FFF2-40B4-BE49-F238E27FC236}">
                <a16:creationId xmlns:a16="http://schemas.microsoft.com/office/drawing/2014/main" id="{3EAA6C6A-6ADF-4ECF-AD39-B9BB199E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08" y="1196237"/>
            <a:ext cx="265176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20" name="A__0250__$e=(m,K)$">
            <a:extLst xmlns:a="http://schemas.openxmlformats.org/drawingml/2006/main">
              <a:ext uri="{FF2B5EF4-FFF2-40B4-BE49-F238E27FC236}">
                <a16:creationId xmlns:a16="http://schemas.microsoft.com/office/drawing/2014/main" id="{1BB8BD23-FFCE-422E-8D51-E10AD9FE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1" y="1356863"/>
            <a:ext cx="436245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e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(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,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)</a:t>
            </a:r>
          </a:p>
        </p:txBody>
      </p:sp>
      <p:sp>
        <p:nvSpPr>
          <p:cNvPr id="1521" name="A__0251__see (b)">
            <a:extLst xmlns:a="http://schemas.openxmlformats.org/drawingml/2006/main">
              <a:ext uri="{FF2B5EF4-FFF2-40B4-BE49-F238E27FC236}">
                <a16:creationId xmlns:a16="http://schemas.microsoft.com/office/drawing/2014/main" id="{1787DB0E-B03D-4624-BDA5-A97D3E5C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35" y="1377894"/>
            <a:ext cx="32156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see (b)</a:t>
            </a:r>
          </a:p>
        </p:txBody>
      </p:sp>
      <p:sp>
        <p:nvSpPr>
          <p:cNvPr id="55" name="G0004_role_model___A__0252__rect">
            <a:extLst xmlns:a="http://schemas.openxmlformats.org/drawingml/2006/main">
              <a:ext uri="{FF2B5EF4-FFF2-40B4-BE49-F238E27FC236}">
                <a16:creationId xmlns:a16="http://schemas.microsoft.com/office/drawing/2014/main" id="{5D061614-32CF-405E-8501-4CC24621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1394" y="448403"/>
            <a:ext cx="640175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3637">
            <a:solidFill>
              <a:srgbClr val="94A6B5"/>
            </a:solidFill>
            <a:prstDash val="solid"/>
          </a:ln>
        </p:spPr>
      </p:sp>
      <p:sp>
        <p:nvSpPr>
          <p:cNvPr id="56" name="G0004_role_model___A__0253__rect">
            <a:extLst xmlns:a="http://schemas.openxmlformats.org/drawingml/2006/main">
              <a:ext uri="{FF2B5EF4-FFF2-40B4-BE49-F238E27FC236}">
                <a16:creationId xmlns:a16="http://schemas.microsoft.com/office/drawing/2014/main" id="{569B4B1C-A781-4173-985F-945F0E7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536" y="461810"/>
            <a:ext cx="640175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4365">
            <a:solidFill>
              <a:srgbClr val="94A6B5"/>
            </a:solidFill>
            <a:prstDash val="solid"/>
          </a:ln>
        </p:spPr>
      </p:sp>
      <p:sp>
        <p:nvSpPr>
          <p:cNvPr id="1522" name="G0004_role_model___A__0254__Entropy prior (VAR)">
            <a:extLst xmlns:a="http://schemas.openxmlformats.org/drawingml/2006/main">
              <a:ext uri="{FF2B5EF4-FFF2-40B4-BE49-F238E27FC236}">
                <a16:creationId xmlns:a16="http://schemas.microsoft.com/office/drawing/2014/main" id="{787D3F26-E29B-48BE-9F88-CCDBBC8D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5209" y="461810"/>
            <a:ext cx="530733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Entropy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prior (VAR)</a:t>
            </a:r>
          </a:p>
        </p:txBody>
      </p:sp>
      <p:sp>
        <p:nvSpPr>
          <p:cNvPr id="1523" name="A__0257__$q_{&lt;s}$">
            <a:extLst xmlns:a="http://schemas.openxmlformats.org/drawingml/2006/main">
              <a:ext uri="{FF2B5EF4-FFF2-40B4-BE49-F238E27FC236}">
                <a16:creationId xmlns:a16="http://schemas.microsoft.com/office/drawing/2014/main" id="{E3004227-5899-4690-B099-CE0EE653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25" y="610693"/>
            <a:ext cx="19945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q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&lt;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24" name="A__0259__CDF">
            <a:extLst xmlns:a="http://schemas.openxmlformats.org/drawingml/2006/main">
              <a:ext uri="{FF2B5EF4-FFF2-40B4-BE49-F238E27FC236}">
                <a16:creationId xmlns:a16="http://schemas.microsoft.com/office/drawing/2014/main" id="{AEF77B26-2D5B-45D4-B318-78165706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104" y="718654"/>
            <a:ext cx="22326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CDF</a:t>
            </a:r>
          </a:p>
        </p:txBody>
      </p:sp>
      <p:sp>
        <p:nvSpPr>
          <p:cNvPr id="57" name="G0005_arithmetic_box___A__0261__rect">
            <a:extLst xmlns:a="http://schemas.openxmlformats.org/drawingml/2006/main">
              <a:ext uri="{FF2B5EF4-FFF2-40B4-BE49-F238E27FC236}">
                <a16:creationId xmlns:a16="http://schemas.microsoft.com/office/drawing/2014/main" id="{802D2689-8B38-4F43-BEA9-CB9F111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2348" y="836604"/>
            <a:ext cx="596551" cy="254302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456">
            <a:solidFill>
              <a:srgbClr val="5488B3"/>
            </a:solidFill>
            <a:prstDash val="solid"/>
          </a:ln>
        </p:spPr>
      </p:sp>
      <p:sp>
        <p:nvSpPr>
          <p:cNvPr id="1525" name="G0005_arithmetic_box___A__0262__Arithmetic encoder">
            <a:extLst xmlns:a="http://schemas.openxmlformats.org/drawingml/2006/main">
              <a:ext uri="{FF2B5EF4-FFF2-40B4-BE49-F238E27FC236}">
                <a16:creationId xmlns:a16="http://schemas.microsoft.com/office/drawing/2014/main" id="{9535F565-250C-4C7D-9B66-38B64A40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641" y="833274"/>
            <a:ext cx="475869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Arithmetic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encoder</a:t>
            </a:r>
          </a:p>
        </p:txBody>
      </p:sp>
      <p:sp>
        <p:nvSpPr>
          <p:cNvPr id="1526" name="A__0265__LDPC + QAM">
            <a:extLst xmlns:a="http://schemas.openxmlformats.org/drawingml/2006/main">
              <a:ext uri="{FF2B5EF4-FFF2-40B4-BE49-F238E27FC236}">
                <a16:creationId xmlns:a16="http://schemas.microsoft.com/office/drawing/2014/main" id="{955724DF-4B9A-4D5D-9C38-41F236E8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346" y="833274"/>
            <a:ext cx="344424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LDPC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+ QAM</a:t>
            </a:r>
          </a:p>
        </p:txBody>
      </p:sp>
      <p:sp>
        <p:nvSpPr>
          <p:cNvPr id="1527" name="A__0268__+">
            <a:extLst xmlns:a="http://schemas.openxmlformats.org/drawingml/2006/main">
              <a:ext uri="{FF2B5EF4-FFF2-40B4-BE49-F238E27FC236}">
                <a16:creationId xmlns:a16="http://schemas.microsoft.com/office/drawing/2014/main" id="{8812CDB8-60CD-4BD1-8538-23D1172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161" y="898470"/>
            <a:ext cx="95250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pPr>
            <a:r>
              <a:t>+</a:t>
            </a:r>
          </a:p>
        </p:txBody>
      </p:sp>
      <p:sp>
        <p:nvSpPr>
          <p:cNvPr id="1528" name="A__0269__AWGN">
            <a:extLst xmlns:a="http://schemas.openxmlformats.org/drawingml/2006/main">
              <a:ext uri="{FF2B5EF4-FFF2-40B4-BE49-F238E27FC236}">
                <a16:creationId xmlns:a16="http://schemas.microsoft.com/office/drawing/2014/main" id="{599C3EED-A604-498C-982F-596FF644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433" y="621647"/>
            <a:ext cx="322707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AWGN</a:t>
            </a:r>
          </a:p>
        </p:txBody>
      </p:sp>
      <p:sp>
        <p:nvSpPr>
          <p:cNvPr id="1529" name="A__0270__$n$">
            <a:extLst xmlns:a="http://schemas.openxmlformats.org/drawingml/2006/main">
              <a:ext uri="{FF2B5EF4-FFF2-40B4-BE49-F238E27FC236}">
                <a16:creationId xmlns:a16="http://schemas.microsoft.com/office/drawing/2014/main" id="{59657CD8-223A-4209-AD5C-13A112A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263" y="717777"/>
            <a:ext cx="10353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8A759E"/>
                </a:solidFill>
                <a:latin typeface="STIXGeneral"/>
                <a:ea typeface="STIXGeneral"/>
                <a:cs typeface="STIXGeneral"/>
              </a:rPr>
              <a:t>n</a:t>
            </a:r>
          </a:p>
        </p:txBody>
      </p:sp>
      <p:sp>
        <p:nvSpPr>
          <p:cNvPr id="1530" name="A__0274__Demap + LDPC">
            <a:extLst xmlns:a="http://schemas.openxmlformats.org/drawingml/2006/main">
              <a:ext uri="{FF2B5EF4-FFF2-40B4-BE49-F238E27FC236}">
                <a16:creationId xmlns:a16="http://schemas.microsoft.com/office/drawing/2014/main" id="{5B39AFDD-0043-4218-924C-B9DA0598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8477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rPr sz="780">
                <a:solidFill>
                  <a:srgbClr val="283641"/>
                </a:solidFill>
                <a:latin typeface="Nimbus Sans"/>
                <a:ea typeface="Nimbus Sans"/>
                <a:cs typeface="Nimbus Sans"/>
              </a:rPr>
              <a:t>Demap</a:t>
            </a:r>
          </a:p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rPr sz="780">
                <a:solidFill>
                  <a:srgbClr val="283641"/>
                </a:solidFill>
                <a:latin typeface="Nimbus Sans"/>
                <a:ea typeface="Nimbus Sans"/>
                <a:cs typeface="Nimbus Sans"/>
              </a:rPr>
              <a:t>+ LDPC</a:t>
            </a:r>
          </a:p>
        </p:txBody>
      </p:sp>
      <p:sp>
        <p:nvSpPr>
          <p:cNvPr id="1531" name="A__0275__$N$ complex symbols">
            <a:extLst xmlns:a="http://schemas.openxmlformats.org/drawingml/2006/main">
              <a:ext uri="{FF2B5EF4-FFF2-40B4-BE49-F238E27FC236}">
                <a16:creationId xmlns:a16="http://schemas.microsoft.com/office/drawing/2014/main" id="{5C7144D5-8C20-44D4-9195-1F2070FB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95375"/>
            <a:ext cx="533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20" b="0" i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 i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70" b="0" i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70" b="0" i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70" b="0" i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70" b="0" i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70" b="0" i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70" b="0" i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70" b="0" i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70" b="0" i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20" b="0" i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rPr sz="720" i="0" baseline="0">
                <a:solidFill>
                  <a:srgbClr val="283641"/>
                </a:solidFill>
                <a:latin typeface="Nimbus Sans"/>
                <a:ea typeface="Nimbus Sans"/>
                <a:cs typeface="Nimbus Sans"/>
              </a:rPr>
              <a:t>Fixed frame</a:t>
            </a:r>
          </a:p>
          <a:p xmlns:a="http://schemas.openxmlformats.org/drawingml/2006/main">
            <a:pPr algn="ctr">
              <a:buNone/>
              <a:defRPr sz="720" b="0" i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rPr sz="720" i="0" baseline="0">
                <a:solidFill>
                  <a:srgbClr val="283641"/>
                </a:solidFill>
                <a:latin typeface="Nimbus Sans"/>
                <a:ea typeface="Nimbus Sans"/>
                <a:cs typeface="Nimbus Sans"/>
              </a:rPr>
              <a:t>N symbols</a:t>
            </a:r>
          </a:p>
        </p:txBody>
      </p:sp>
      <p:sp>
        <p:nvSpPr>
          <p:cNvPr id="1532" name="A__0291__Profile">
            <a:extLst xmlns:a="http://schemas.openxmlformats.org/drawingml/2006/main">
              <a:ext uri="{FF2B5EF4-FFF2-40B4-BE49-F238E27FC236}">
                <a16:creationId xmlns:a16="http://schemas.microsoft.com/office/drawing/2014/main" id="{A21DEA71-E099-4140-87DE-F5F5C45F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81125"/>
            <a:ext cx="581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98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698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pPr>
            <a:r>
              <a:rPr sz="698">
                <a:solidFill>
                  <a:srgbClr val="8A759E"/>
                </a:solidFill>
                <a:latin typeface="Nimbus Sans"/>
                <a:ea typeface="Nimbus Sans"/>
                <a:cs typeface="Nimbus Sans"/>
              </a:rPr>
              <a:t>Header: 68</a:t>
            </a:r>
          </a:p>
          <a:p xmlns:a="http://schemas.openxmlformats.org/drawingml/2006/main">
            <a:pPr algn="ctr">
              <a:buNone/>
              <a:defRPr sz="698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pPr>
            <a:r>
              <a:rPr sz="698">
                <a:solidFill>
                  <a:srgbClr val="8A759E"/>
                </a:solidFill>
                <a:latin typeface="Nimbus Sans"/>
                <a:ea typeface="Nimbus Sans"/>
                <a:cs typeface="Nimbus Sans"/>
              </a:rPr>
              <a:t>(protected)</a:t>
            </a:r>
          </a:p>
        </p:txBody>
      </p:sp>
      <p:sp>
        <p:nvSpPr>
          <p:cNvPr id="1533" name="A__0292__Coded body">
            <a:extLst xmlns:a="http://schemas.openxmlformats.org/drawingml/2006/main">
              <a:ext uri="{FF2B5EF4-FFF2-40B4-BE49-F238E27FC236}">
                <a16:creationId xmlns:a16="http://schemas.microsoft.com/office/drawing/2014/main" id="{B9055F0A-FB71-4984-8B6E-5FB44D08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409700"/>
            <a:ext cx="5429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05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05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rPr sz="705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Body: N − 68</a:t>
            </a:r>
          </a:p>
        </p:txBody>
      </p:sp>
      <p:sp>
        <p:nvSpPr>
          <p:cNvPr id="62" name="G0006_arithmetic_box___A__0294__rect">
            <a:extLst xmlns:a="http://schemas.openxmlformats.org/drawingml/2006/main">
              <a:ext uri="{FF2B5EF4-FFF2-40B4-BE49-F238E27FC236}">
                <a16:creationId xmlns:a16="http://schemas.microsoft.com/office/drawing/2014/main" id="{7FD852BF-D8F1-48AF-B5A3-18249E73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2769" y="836604"/>
            <a:ext cx="581978" cy="254302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456">
            <a:solidFill>
              <a:srgbClr val="5488B3"/>
            </a:solidFill>
            <a:prstDash val="solid"/>
          </a:ln>
        </p:spPr>
      </p:sp>
      <p:sp>
        <p:nvSpPr>
          <p:cNvPr id="1534" name="G0006_arithmetic_box___A__0295__Arithmetic decoder">
            <a:extLst xmlns:a="http://schemas.openxmlformats.org/drawingml/2006/main">
              <a:ext uri="{FF2B5EF4-FFF2-40B4-BE49-F238E27FC236}">
                <a16:creationId xmlns:a16="http://schemas.microsoft.com/office/drawing/2014/main" id="{452B0EA5-3A62-4837-8FD5-5EED22AA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5823" y="833274"/>
            <a:ext cx="475869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Arithmetic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decoder</a:t>
            </a:r>
          </a:p>
        </p:txBody>
      </p:sp>
      <p:sp>
        <p:nvSpPr>
          <p:cNvPr id="63" name="G0007_role_model___A__0296__rect">
            <a:extLst xmlns:a="http://schemas.openxmlformats.org/drawingml/2006/main">
              <a:ext uri="{FF2B5EF4-FFF2-40B4-BE49-F238E27FC236}">
                <a16:creationId xmlns:a16="http://schemas.microsoft.com/office/drawing/2014/main" id="{2BFF761A-E582-4CC7-9CC2-A43E9919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448403"/>
            <a:ext cx="640175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3637">
            <a:solidFill>
              <a:srgbClr val="94A6B5"/>
            </a:solidFill>
            <a:prstDash val="solid"/>
          </a:ln>
        </p:spPr>
      </p:sp>
      <p:sp>
        <p:nvSpPr>
          <p:cNvPr id="64" name="G0007_role_model___A__0297__rect">
            <a:extLst xmlns:a="http://schemas.openxmlformats.org/drawingml/2006/main">
              <a:ext uri="{FF2B5EF4-FFF2-40B4-BE49-F238E27FC236}">
                <a16:creationId xmlns:a16="http://schemas.microsoft.com/office/drawing/2014/main" id="{4B7DCEAE-C523-4F0A-9210-C722CEC8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3717" y="461810"/>
            <a:ext cx="640175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4365">
            <a:solidFill>
              <a:srgbClr val="94A6B5"/>
            </a:solidFill>
            <a:prstDash val="solid"/>
          </a:ln>
        </p:spPr>
      </p:sp>
      <p:sp>
        <p:nvSpPr>
          <p:cNvPr id="1535" name="G0007_role_model___A__0298__Entropy prior (VAR)">
            <a:extLst xmlns:a="http://schemas.openxmlformats.org/drawingml/2006/main">
              <a:ext uri="{FF2B5EF4-FFF2-40B4-BE49-F238E27FC236}">
                <a16:creationId xmlns:a16="http://schemas.microsoft.com/office/drawing/2014/main" id="{43F32956-67F2-4DC7-A0A2-3DA775C2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8391" y="461810"/>
            <a:ext cx="530733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Entropy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prior (VAR)</a:t>
            </a:r>
          </a:p>
        </p:txBody>
      </p:sp>
      <p:sp>
        <p:nvSpPr>
          <p:cNvPr id="1536" name="A__0300__CDF">
            <a:extLst xmlns:a="http://schemas.openxmlformats.org/drawingml/2006/main">
              <a:ext uri="{FF2B5EF4-FFF2-40B4-BE49-F238E27FC236}">
                <a16:creationId xmlns:a16="http://schemas.microsoft.com/office/drawing/2014/main" id="{1080EACE-D487-4A61-8DE1-230FC460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286" y="718654"/>
            <a:ext cx="22326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CDF</a:t>
            </a:r>
          </a:p>
        </p:txBody>
      </p:sp>
      <p:sp>
        <p:nvSpPr>
          <p:cNvPr id="1537" name="A__0303__Recovered profile">
            <a:extLst xmlns:a="http://schemas.openxmlformats.org/drawingml/2006/main">
              <a:ext uri="{FF2B5EF4-FFF2-40B4-BE49-F238E27FC236}">
                <a16:creationId xmlns:a16="http://schemas.microsoft.com/office/drawing/2014/main" id="{7E91486A-2069-45C0-B031-C35451D7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763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5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pPr>
            <a:r>
              <a:rPr sz="750">
                <a:solidFill>
                  <a:srgbClr val="6F5B83"/>
                </a:solidFill>
                <a:latin typeface="Nimbus Sans"/>
                <a:ea typeface="Nimbus Sans"/>
                <a:cs typeface="Nimbus Sans"/>
              </a:rPr>
              <a:t>Profile</a:t>
            </a:r>
          </a:p>
          <a:p xmlns:a="http://schemas.openxmlformats.org/drawingml/2006/main">
            <a:pPr algn="ctr">
              <a:buNone/>
              <a:defRPr sz="75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pPr>
            <a:r>
              <a:rPr sz="750">
                <a:solidFill>
                  <a:srgbClr val="6F5B83"/>
                </a:solidFill>
                <a:latin typeface="Nimbus Sans"/>
                <a:ea typeface="Nimbus Sans"/>
                <a:cs typeface="Nimbus Sans"/>
              </a:rPr>
              <a:t>decode</a:t>
            </a:r>
          </a:p>
        </p:txBody>
      </p:sp>
      <p:sp>
        <p:nvSpPr>
          <p:cNvPr id="1538" name="A__0306__$a$">
            <a:extLst xmlns:a="http://schemas.openxmlformats.org/drawingml/2006/main">
              <a:ext uri="{FF2B5EF4-FFF2-40B4-BE49-F238E27FC236}">
                <a16:creationId xmlns:a16="http://schemas.microsoft.com/office/drawing/2014/main" id="{17693826-F6B6-4651-AE59-46228F4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143000"/>
            <a:ext cx="114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6F5B83"/>
                </a:solidFill>
                <a:latin typeface="STIXGeneral"/>
                <a:ea typeface="STIXGeneral"/>
                <a:cs typeface="STIXGeneral"/>
              </a:rPr>
              <a:t>a</a:t>
            </a:r>
          </a:p>
        </p:txBody>
      </p:sp>
      <p:sp>
        <p:nvSpPr>
          <p:cNvPr id="1539" name="A__0307__$e$">
            <a:extLst xmlns:a="http://schemas.openxmlformats.org/drawingml/2006/main">
              <a:ext uri="{FF2B5EF4-FFF2-40B4-BE49-F238E27FC236}">
                <a16:creationId xmlns:a16="http://schemas.microsoft.com/office/drawing/2014/main" id="{30226C00-414B-4C29-AE82-E35CB0C7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1442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 i="1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6F5B83"/>
                </a:solidFill>
                <a:latin typeface="STIXGeneral"/>
                <a:ea typeface="STIXGeneral"/>
                <a:cs typeface="STIXGeneral"/>
              </a:rPr>
              <a:t>e</a:t>
            </a:r>
          </a:p>
        </p:txBody>
      </p:sp>
      <p:sp>
        <p:nvSpPr>
          <p:cNvPr id="1540" name="A__0922__$\hat q_{&lt;s}$">
            <a:extLst xmlns:a="http://schemas.openxmlformats.org/drawingml/2006/main">
              <a:ext uri="{FF2B5EF4-FFF2-40B4-BE49-F238E27FC236}">
                <a16:creationId xmlns:a16="http://schemas.microsoft.com/office/drawing/2014/main" id="{59DC2056-4CDA-408D-BD89-ADBE27FB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719" y="624013"/>
            <a:ext cx="201073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q̂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&lt;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41" name="A__0923__Scale completion">
            <a:extLst xmlns:a="http://schemas.openxmlformats.org/drawingml/2006/main">
              <a:ext uri="{FF2B5EF4-FFF2-40B4-BE49-F238E27FC236}">
                <a16:creationId xmlns:a16="http://schemas.microsoft.com/office/drawing/2014/main" id="{969520FD-C8E7-4230-B2AB-42FCC9AD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479" y="430789"/>
            <a:ext cx="814197" cy="147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Scale completion</a:t>
            </a:r>
          </a:p>
        </p:txBody>
      </p:sp>
      <p:sp>
        <p:nvSpPr>
          <p:cNvPr id="1542" name="A__0924__$1\ldots m$">
            <a:extLst xmlns:a="http://schemas.openxmlformats.org/drawingml/2006/main">
              <a:ext uri="{FF2B5EF4-FFF2-40B4-BE49-F238E27FC236}">
                <a16:creationId xmlns:a16="http://schemas.microsoft.com/office/drawing/2014/main" id="{BCBCD64D-6E65-4F7B-9482-002D89DC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693" y="1052349"/>
            <a:ext cx="27555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1543" name="A__0925__$m+1$">
            <a:extLst xmlns:a="http://schemas.openxmlformats.org/drawingml/2006/main">
              <a:ext uri="{FF2B5EF4-FFF2-40B4-BE49-F238E27FC236}">
                <a16:creationId xmlns:a16="http://schemas.microsoft.com/office/drawing/2014/main" id="{F1B62D79-2CBB-4E79-A795-0F6D9780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822" y="1176170"/>
            <a:ext cx="265176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44" name="A__0926__$\ldots S$">
            <a:extLst xmlns:a="http://schemas.openxmlformats.org/drawingml/2006/main">
              <a:ext uri="{FF2B5EF4-FFF2-40B4-BE49-F238E27FC236}">
                <a16:creationId xmlns:a16="http://schemas.microsoft.com/office/drawing/2014/main" id="{1EF2DFFD-5609-4790-AB79-A50DF87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57300"/>
            <a:ext cx="257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966123"/>
                </a:solidFill>
                <a:latin typeface="STIXGeneral"/>
                <a:ea typeface="STIXGeneral"/>
                <a:cs typeface="STIXGeneral"/>
              </a:rPr>
              <a:t>… 10</a:t>
            </a:r>
          </a:p>
        </p:txBody>
      </p:sp>
      <p:sp>
        <p:nvSpPr>
          <p:cNvPr id="1545" name="A__0930__Completion · see (c)">
            <a:extLst xmlns:a="http://schemas.openxmlformats.org/drawingml/2006/main">
              <a:ext uri="{FF2B5EF4-FFF2-40B4-BE49-F238E27FC236}">
                <a16:creationId xmlns:a16="http://schemas.microsoft.com/office/drawing/2014/main" id="{D0B9E2D2-DFE9-4BC8-BACC-A3F82AE2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661" y="1426441"/>
            <a:ext cx="855345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pPr>
            <a:r>
              <a:t>Completion · see (c)</a:t>
            </a:r>
          </a:p>
        </p:txBody>
      </p:sp>
      <p:sp>
        <p:nvSpPr>
          <p:cNvPr id="1546" name="A__0957__$C_s$">
            <a:extLst xmlns:a="http://schemas.openxmlformats.org/drawingml/2006/main">
              <a:ext uri="{FF2B5EF4-FFF2-40B4-BE49-F238E27FC236}">
                <a16:creationId xmlns:a16="http://schemas.microsoft.com/office/drawing/2014/main" id="{2A2191F2-4773-4943-AD2E-A0401B93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684" y="707700"/>
            <a:ext cx="14830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C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47" name="A__0960__$\Sigma$">
            <a:extLst xmlns:a="http://schemas.openxmlformats.org/drawingml/2006/main">
              <a:ext uri="{FF2B5EF4-FFF2-40B4-BE49-F238E27FC236}">
                <a16:creationId xmlns:a16="http://schemas.microsoft.com/office/drawing/2014/main" id="{5BA79819-B5C7-4965-83DD-5B14E389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511" y="881733"/>
            <a:ext cx="11677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Σ</a:t>
            </a:r>
          </a:p>
        </p:txBody>
      </p:sp>
      <p:sp>
        <p:nvSpPr>
          <p:cNvPr id="1548" name="A__0971__$\hat f$">
            <a:extLst xmlns:a="http://schemas.openxmlformats.org/drawingml/2006/main">
              <a:ext uri="{FF2B5EF4-FFF2-40B4-BE49-F238E27FC236}">
                <a16:creationId xmlns:a16="http://schemas.microsoft.com/office/drawing/2014/main" id="{0B1B43E8-0084-46DC-AC4C-DA0868C3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717" y="711030"/>
            <a:ext cx="12544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f</a:t>
            </a:r>
            <a:r>
              <a:rPr sz="1170" i="0" baseline="15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̂</a:t>
            </a:r>
          </a:p>
        </p:txBody>
      </p:sp>
      <p:sp>
        <p:nvSpPr>
          <p:cNvPr id="106" name="G0011_encoder___A__0973__poly">
            <a:extLst xmlns:a="http://schemas.openxmlformats.org/drawingml/2006/main">
              <a:ext uri="{FF2B5EF4-FFF2-40B4-BE49-F238E27FC236}">
                <a16:creationId xmlns:a16="http://schemas.microsoft.com/office/drawing/2014/main" id="{926252EF-42F0-41A0-ADC2-BC62F273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741" y="809789"/>
            <a:ext cx="152781" cy="307844"/>
          </a:xfrm>
          <a:custGeom xmlns:a="http://schemas.openxmlformats.org/drawingml/2006/main">
            <a:pathLst>
              <a:path w="152766" h="334630">
                <a:moveTo>
                  <a:pt x="0" y="61834"/>
                </a:moveTo>
                <a:lnTo>
                  <a:pt x="152766" y="0"/>
                </a:lnTo>
                <a:lnTo>
                  <a:pt x="152766" y="334630"/>
                </a:lnTo>
                <a:lnTo>
                  <a:pt x="0" y="272796"/>
                </a:lnTo>
                <a:close/>
              </a:path>
            </a:pathLst>
          </a:custGeom>
          <a:solidFill xmlns:a="http://schemas.openxmlformats.org/drawingml/2006/main">
            <a:srgbClr val="E9EEF2"/>
          </a:solidFill>
          <a:ln xmlns:a="http://schemas.openxmlformats.org/drawingml/2006/main" w="5820">
            <a:solidFill>
              <a:srgbClr val="8C9DAB"/>
            </a:solidFill>
            <a:prstDash val="solid"/>
          </a:ln>
        </p:spPr>
      </p:sp>
      <p:sp>
        <p:nvSpPr>
          <p:cNvPr id="1549" name="G0011_encoder___A__0974__$D_c$">
            <a:extLst xmlns:a="http://schemas.openxmlformats.org/drawingml/2006/main">
              <a:ext uri="{FF2B5EF4-FFF2-40B4-BE49-F238E27FC236}">
                <a16:creationId xmlns:a16="http://schemas.microsoft.com/office/drawing/2014/main" id="{536A42F8-52D4-43AC-9653-E1DB84EC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5884" y="881733"/>
            <a:ext cx="158591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D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c</a:t>
            </a:r>
          </a:p>
        </p:txBody>
      </p:sp>
      <p:sp>
        <p:nvSpPr>
          <p:cNvPr id="1550" name="A__0975__Image decoder">
            <a:extLst xmlns:a="http://schemas.openxmlformats.org/drawingml/2006/main">
              <a:ext uri="{FF2B5EF4-FFF2-40B4-BE49-F238E27FC236}">
                <a16:creationId xmlns:a16="http://schemas.microsoft.com/office/drawing/2014/main" id="{C1265917-622E-44D2-AE9B-11C0F5FE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488" y="1111061"/>
            <a:ext cx="391287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Image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decoder</a:t>
            </a:r>
          </a:p>
        </p:txBody>
      </p:sp>
      <p:sp>
        <p:nvSpPr>
          <p:cNvPr id="1551" name="A__0979__$\hat x$">
            <a:extLst xmlns:a="http://schemas.openxmlformats.org/drawingml/2006/main">
              <a:ext uri="{FF2B5EF4-FFF2-40B4-BE49-F238E27FC236}">
                <a16:creationId xmlns:a16="http://schemas.microsoft.com/office/drawing/2014/main" id="{03346150-8BFE-4BDB-9D0D-0B689766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261" y="1115968"/>
            <a:ext cx="10353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x̂</a:t>
            </a:r>
          </a:p>
        </p:txBody>
      </p:sp>
      <p:sp>
        <p:nvSpPr>
          <p:cNvPr id="1553" name="B__0983__(b)">
            <a:extLst xmlns:a="http://schemas.openxmlformats.org/drawingml/2006/main">
              <a:ext uri="{FF2B5EF4-FFF2-40B4-BE49-F238E27FC236}">
                <a16:creationId xmlns:a16="http://schemas.microsoft.com/office/drawing/2014/main" id="{5C57A85B-FF4F-42E1-AC01-7E7C873D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" y="1680839"/>
            <a:ext cx="182118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(b)</a:t>
            </a:r>
          </a:p>
        </p:txBody>
      </p:sp>
      <p:sp>
        <p:nvSpPr>
          <p:cNvPr id="1554" name="B__0984__Within-scale endpoints">
            <a:extLst xmlns:a="http://schemas.openxmlformats.org/drawingml/2006/main">
              <a:ext uri="{FF2B5EF4-FFF2-40B4-BE49-F238E27FC236}">
                <a16:creationId xmlns:a16="http://schemas.microsoft.com/office/drawing/2014/main" id="{1F3F9C32-1AE2-4AFD-914B-395517FA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76400"/>
            <a:ext cx="2314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88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88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rPr sz="788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Within-scale endpoints and frame fitting</a:t>
            </a:r>
          </a:p>
        </p:txBody>
      </p:sp>
      <p:sp>
        <p:nvSpPr>
          <p:cNvPr id="1555" name="B__0985__MCS $a$ fixed">
            <a:extLst xmlns:a="http://schemas.openxmlformats.org/drawingml/2006/main">
              <a:ext uri="{FF2B5EF4-FFF2-40B4-BE49-F238E27FC236}">
                <a16:creationId xmlns:a16="http://schemas.microsoft.com/office/drawing/2014/main" id="{993CBF4D-373E-4C99-90A8-E6D5EF8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38325"/>
            <a:ext cx="828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rPr sz="720" i="0" baseline="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Same MCS a</a:t>
            </a:r>
          </a:p>
        </p:txBody>
      </p:sp>
      <p:sp>
        <p:nvSpPr>
          <p:cNvPr id="1556" name="B__0986__Prefix $\pi_e$">
            <a:extLst xmlns:a="http://schemas.openxmlformats.org/drawingml/2006/main">
              <a:ext uri="{FF2B5EF4-FFF2-40B4-BE49-F238E27FC236}">
                <a16:creationId xmlns:a16="http://schemas.microsoft.com/office/drawing/2014/main" id="{089F4962-9172-46C2-ABF0-46503159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43" y="1803497"/>
            <a:ext cx="387572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20" i="0" baseline="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Prefix </a:t>
            </a:r>
            <a:r>
              <a:rPr sz="72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π</a:t>
            </a:r>
            <a:r>
              <a:rPr sz="720" i="1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e</a:t>
            </a:r>
          </a:p>
        </p:txBody>
      </p:sp>
      <p:sp>
        <p:nvSpPr>
          <p:cNvPr id="1557" name="B__1098__$1\ldots m$">
            <a:extLst xmlns:a="http://schemas.openxmlformats.org/drawingml/2006/main">
              <a:ext uri="{FF2B5EF4-FFF2-40B4-BE49-F238E27FC236}">
                <a16:creationId xmlns:a16="http://schemas.microsoft.com/office/drawing/2014/main" id="{9323BE07-2E1F-43DB-B9B5-ECFBC4FB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" y="2072859"/>
            <a:ext cx="27555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1558" name="B__1099__$m+1$">
            <a:extLst xmlns:a="http://schemas.openxmlformats.org/drawingml/2006/main">
              <a:ext uri="{FF2B5EF4-FFF2-40B4-BE49-F238E27FC236}">
                <a16:creationId xmlns:a16="http://schemas.microsoft.com/office/drawing/2014/main" id="{B5C2E308-255F-4FB1-9C1A-AF2066A4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24" y="2072859"/>
            <a:ext cx="265176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210" name="G0014_arithmetic_box___B__1104__rect">
            <a:extLst xmlns:a="http://schemas.openxmlformats.org/drawingml/2006/main">
              <a:ext uri="{FF2B5EF4-FFF2-40B4-BE49-F238E27FC236}">
                <a16:creationId xmlns:a16="http://schemas.microsoft.com/office/drawing/2014/main" id="{54521E8C-6266-4D84-8805-B45E1FA4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6768" y="1866900"/>
            <a:ext cx="847725" cy="257175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456">
            <a:solidFill>
              <a:srgbClr val="5488B3"/>
            </a:solidFill>
            <a:prstDash val="solid"/>
          </a:ln>
        </p:spPr>
      </p:sp>
      <p:sp>
        <p:nvSpPr>
          <p:cNvPr id="1559" name="G0014_arithmetic_box___B__1105__Arithmetic coding">
            <a:extLst xmlns:a="http://schemas.openxmlformats.org/drawingml/2006/main">
              <a:ext uri="{FF2B5EF4-FFF2-40B4-BE49-F238E27FC236}">
                <a16:creationId xmlns:a16="http://schemas.microsoft.com/office/drawing/2014/main" id="{D187D6EB-BBE7-45A4-AB3C-E9D2B706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18764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98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698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rPr sz="698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Independent AC +</a:t>
            </a:r>
          </a:p>
          <a:p xmlns:a="http://schemas.openxmlformats.org/drawingml/2006/main">
            <a:pPr algn="ctr">
              <a:buNone/>
              <a:defRPr sz="698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rPr sz="698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actual-length check</a:t>
            </a:r>
          </a:p>
        </p:txBody>
      </p:sp>
      <p:sp>
        <p:nvSpPr>
          <p:cNvPr id="1560" name="B__1108__$N=1024$, 10 dB">
            <a:extLst xmlns:a="http://schemas.openxmlformats.org/drawingml/2006/main">
              <a:ext uri="{FF2B5EF4-FFF2-40B4-BE49-F238E27FC236}">
                <a16:creationId xmlns:a16="http://schemas.microsoft.com/office/drawing/2014/main" id="{ABFC8B97-DEC6-4731-B748-2A5C9E42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828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20" b="0" i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20" b="0" i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rPr sz="720" i="0" baseline="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Schematic bars</a:t>
            </a:r>
          </a:p>
        </p:txBody>
      </p:sp>
      <p:sp>
        <p:nvSpPr>
          <p:cNvPr id="1562" name="B__1114__Whole">
            <a:extLst xmlns:a="http://schemas.openxmlformats.org/drawingml/2006/main">
              <a:ext uri="{FF2B5EF4-FFF2-40B4-BE49-F238E27FC236}">
                <a16:creationId xmlns:a16="http://schemas.microsoft.com/office/drawing/2014/main" id="{98CD5C97-E515-45D6-961F-03F5443B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252663"/>
            <a:ext cx="676275" cy="1419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rPr sz="720">
                <a:solidFill>
                  <a:srgbClr val="283641"/>
                </a:solidFill>
                <a:latin typeface="Nimbus Sans"/>
                <a:ea typeface="Nimbus Sans"/>
                <a:cs typeface="Nimbus Sans"/>
              </a:rPr>
              <a:t>Whole (m,0)</a:t>
            </a:r>
          </a:p>
        </p:txBody>
      </p:sp>
      <p:sp>
        <p:nvSpPr>
          <p:cNvPr id="1564" name="B__1121__Partial">
            <a:extLst xmlns:a="http://schemas.openxmlformats.org/drawingml/2006/main">
              <a:ext uri="{FF2B5EF4-FFF2-40B4-BE49-F238E27FC236}">
                <a16:creationId xmlns:a16="http://schemas.microsoft.com/office/drawing/2014/main" id="{DF29C896-A3F0-47C2-9564-06D20F1E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531745"/>
            <a:ext cx="714375" cy="1419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rPr sz="72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Within (m,K)</a:t>
            </a:r>
          </a:p>
        </p:txBody>
      </p:sp>
      <p:sp>
        <p:nvSpPr>
          <p:cNvPr id="1566" name="B__1129__Next whole">
            <a:extLst xmlns:a="http://schemas.openxmlformats.org/drawingml/2006/main">
              <a:ext uri="{FF2B5EF4-FFF2-40B4-BE49-F238E27FC236}">
                <a16:creationId xmlns:a16="http://schemas.microsoft.com/office/drawing/2014/main" id="{70314E10-F4CB-40C2-A81E-47B24401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392680"/>
            <a:ext cx="714375" cy="1419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rPr sz="72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Next (m+1,0)</a:t>
            </a:r>
          </a:p>
        </p:txBody>
      </p:sp>
      <p:sp>
        <p:nvSpPr>
          <p:cNvPr id="1567" name="B__1139__&gt; capacity">
            <a:extLst xmlns:a="http://schemas.openxmlformats.org/drawingml/2006/main">
              <a:ext uri="{FF2B5EF4-FFF2-40B4-BE49-F238E27FC236}">
                <a16:creationId xmlns:a16="http://schemas.microsoft.com/office/drawing/2014/main" id="{468F211E-3B24-4617-8F36-F10C18F2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072" y="2396271"/>
            <a:ext cx="45186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&gt; capacity</a:t>
            </a:r>
          </a:p>
        </p:txBody>
      </p:sp>
      <p:sp>
        <p:nvSpPr>
          <p:cNvPr id="1568" name="B__1141__$k_a$">
            <a:extLst xmlns:a="http://schemas.openxmlformats.org/drawingml/2006/main">
              <a:ext uri="{FF2B5EF4-FFF2-40B4-BE49-F238E27FC236}">
                <a16:creationId xmlns:a16="http://schemas.microsoft.com/office/drawing/2014/main" id="{EB2311F2-560B-463A-ADA8-42C9C965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124075"/>
            <a:ext cx="12763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705" b="0" i="1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 i="1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 i="1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 i="1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 i="1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 i="1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 i="1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 i="1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 i="1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 i="1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05" b="0" i="1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05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Body information bits kₐ</a:t>
            </a:r>
          </a:p>
        </p:txBody>
      </p:sp>
      <p:sp>
        <p:nvSpPr>
          <p:cNvPr id="1569" name="B__1143__Source bits">
            <a:extLst xmlns:a="http://schemas.openxmlformats.org/drawingml/2006/main">
              <a:ext uri="{FF2B5EF4-FFF2-40B4-BE49-F238E27FC236}">
                <a16:creationId xmlns:a16="http://schemas.microsoft.com/office/drawing/2014/main" id="{48E68F8E-A654-47DC-931E-4DC366E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41" y="2639516"/>
            <a:ext cx="495300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Source bits</a:t>
            </a:r>
          </a:p>
        </p:txBody>
      </p:sp>
      <p:sp>
        <p:nvSpPr>
          <p:cNvPr id="1570" name="B__1145__Length + CRC">
            <a:extLst xmlns:a="http://schemas.openxmlformats.org/drawingml/2006/main">
              <a:ext uri="{FF2B5EF4-FFF2-40B4-BE49-F238E27FC236}">
                <a16:creationId xmlns:a16="http://schemas.microsoft.com/office/drawing/2014/main" id="{DED83963-36C9-4CC0-B7E9-4A0E5A5F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39516"/>
            <a:ext cx="638175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Length + CRC</a:t>
            </a:r>
          </a:p>
        </p:txBody>
      </p:sp>
      <p:sp>
        <p:nvSpPr>
          <p:cNvPr id="1571" name="B__1147__Padding">
            <a:extLst xmlns:a="http://schemas.openxmlformats.org/drawingml/2006/main">
              <a:ext uri="{FF2B5EF4-FFF2-40B4-BE49-F238E27FC236}">
                <a16:creationId xmlns:a16="http://schemas.microsoft.com/office/drawing/2014/main" id="{D27FCAC2-074C-40EB-A526-0459F531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522" y="2639516"/>
            <a:ext cx="376428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Padding</a:t>
            </a:r>
          </a:p>
        </p:txBody>
      </p:sp>
      <p:sp>
        <p:nvSpPr>
          <p:cNvPr id="1572" name="B__1148__$b(x,e)+29\leq k_a$">
            <a:extLst xmlns:a="http://schemas.openxmlformats.org/drawingml/2006/main">
              <a:ext uri="{FF2B5EF4-FFF2-40B4-BE49-F238E27FC236}">
                <a16:creationId xmlns:a16="http://schemas.microsoft.com/office/drawing/2014/main" id="{7F8A2F5C-5A1E-413E-9C2D-C4D3A037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62250"/>
            <a:ext cx="1562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b(x,e) + 13 + 16 ≤ kₐ</a:t>
            </a:r>
          </a:p>
        </p:txBody>
      </p:sp>
      <p:sp>
        <p:nvSpPr>
          <p:cNvPr id="1573" name="C__1151__(c)">
            <a:extLst xmlns:a="http://schemas.openxmlformats.org/drawingml/2006/main">
              <a:ext uri="{FF2B5EF4-FFF2-40B4-BE49-F238E27FC236}">
                <a16:creationId xmlns:a16="http://schemas.microsoft.com/office/drawing/2014/main" id="{13F29475-6CDB-4138-B78D-85166D98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493" y="1683915"/>
            <a:ext cx="175260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(c)</a:t>
            </a:r>
          </a:p>
        </p:txBody>
      </p:sp>
      <p:sp>
        <p:nvSpPr>
          <p:cNvPr id="1574" name="C__1152__Boundary-scale completion">
            <a:extLst xmlns:a="http://schemas.openxmlformats.org/drawingml/2006/main">
              <a:ext uri="{FF2B5EF4-FFF2-40B4-BE49-F238E27FC236}">
                <a16:creationId xmlns:a16="http://schemas.microsoft.com/office/drawing/2014/main" id="{D5C8A880-B937-471D-988B-62735B4A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518" y="1683915"/>
            <a:ext cx="1391412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Boundary-scale completion</a:t>
            </a:r>
          </a:p>
        </p:txBody>
      </p:sp>
      <p:sp>
        <p:nvSpPr>
          <p:cNvPr id="1586" name="B__1582__Tokens:">
            <a:extLst xmlns:a="http://schemas.openxmlformats.org/drawingml/2006/main">
              <a:ext uri="{FF2B5EF4-FFF2-40B4-BE49-F238E27FC236}">
                <a16:creationId xmlns:a16="http://schemas.microsoft.com/office/drawing/2014/main" id="{837E26EE-2F88-44BF-AC44-2666A41A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7" y="2969324"/>
            <a:ext cx="363855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Tokens:</a:t>
            </a:r>
          </a:p>
        </p:txBody>
      </p:sp>
      <p:sp>
        <p:nvSpPr>
          <p:cNvPr id="1587" name="B__1584__Transmitted / received">
            <a:extLst xmlns:a="http://schemas.openxmlformats.org/drawingml/2006/main">
              <a:ext uri="{FF2B5EF4-FFF2-40B4-BE49-F238E27FC236}">
                <a16:creationId xmlns:a16="http://schemas.microsoft.com/office/drawing/2014/main" id="{58844131-F480-4C2C-9504-F9423B06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45" y="2969324"/>
            <a:ext cx="94335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Transmitted / received</a:t>
            </a:r>
          </a:p>
        </p:txBody>
      </p:sp>
      <p:sp>
        <p:nvSpPr>
          <p:cNvPr id="1588" name="B__1586__Predicted">
            <a:extLst xmlns:a="http://schemas.openxmlformats.org/drawingml/2006/main">
              <a:ext uri="{FF2B5EF4-FFF2-40B4-BE49-F238E27FC236}">
                <a16:creationId xmlns:a16="http://schemas.microsoft.com/office/drawing/2014/main" id="{E3B23B78-BB89-4988-A3CC-72D5777D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366" y="2969324"/>
            <a:ext cx="42443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Predicted</a:t>
            </a:r>
          </a:p>
        </p:txBody>
      </p:sp>
      <p:sp>
        <p:nvSpPr>
          <p:cNvPr id="1589" name="B__1588__Not transmitted">
            <a:extLst xmlns:a="http://schemas.openxmlformats.org/drawingml/2006/main">
              <a:ext uri="{FF2B5EF4-FFF2-40B4-BE49-F238E27FC236}">
                <a16:creationId xmlns:a16="http://schemas.microsoft.com/office/drawing/2014/main" id="{48B356EB-1F82-4E54-ADB0-AFCE2816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921" y="2969324"/>
            <a:ext cx="66446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Not transmitted</a:t>
            </a:r>
          </a:p>
        </p:txBody>
      </p:sp>
      <p:cxnSp>
        <p:nvCxnSpPr>
          <p:cNvPr id="1591" name="V2_noisy_header_1">
            <a:extLst xmlns:a="http://schemas.openxmlformats.org/drawingml/2006/main">
              <a:ext uri="{FF2B5EF4-FFF2-40B4-BE49-F238E27FC236}">
                <a16:creationId xmlns:a16="http://schemas.microsoft.com/office/drawing/2014/main" id="{B46ABF38-DBD5-4338-AC8C-98853CB9016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9715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0679C"/>
            </a:solidFill>
            <a:prstDash val="solid"/>
            <a:tailEnd type="none" w="med" len="med"/>
          </a:ln>
        </p:spPr>
      </p:cxnSp>
      <p:cxnSp>
        <p:nvCxnSpPr>
          <p:cNvPr id="1592" name="V2_noisy_header_2">
            <a:extLst xmlns:a="http://schemas.openxmlformats.org/drawingml/2006/main">
              <a:ext uri="{FF2B5EF4-FFF2-40B4-BE49-F238E27FC236}">
                <a16:creationId xmlns:a16="http://schemas.microsoft.com/office/drawing/2014/main" id="{E1C98278-E728-4819-BFAB-842D7FC714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12287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0679C"/>
            </a:solidFill>
            <a:prstDash val="solid"/>
            <a:tailEnd type="none" w="med" len="med"/>
          </a:ln>
        </p:spPr>
      </p:cxnSp>
      <p:cxnSp>
        <p:nvCxnSpPr>
          <p:cNvPr id="1593" name="V2_noisy_header_3">
            <a:extLst xmlns:a="http://schemas.openxmlformats.org/drawingml/2006/main">
              <a:ext uri="{FF2B5EF4-FFF2-40B4-BE49-F238E27FC236}">
                <a16:creationId xmlns:a16="http://schemas.microsoft.com/office/drawing/2014/main" id="{7EA8B1CB-5F6C-4C7B-97A2-7C50B395A2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38575" y="122872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0679C"/>
            </a:solidFill>
            <a:prstDash val="solid"/>
            <a:tailEnd type="none" w="med" len="med"/>
          </a:ln>
        </p:spPr>
      </p:cxnSp>
      <p:cxnSp>
        <p:nvCxnSpPr>
          <p:cNvPr id="1594" name="V2_noisy_header_4">
            <a:extLst xmlns:a="http://schemas.openxmlformats.org/drawingml/2006/main">
              <a:ext uri="{FF2B5EF4-FFF2-40B4-BE49-F238E27FC236}">
                <a16:creationId xmlns:a16="http://schemas.microsoft.com/office/drawing/2014/main" id="{79662293-39C6-4387-86F5-365CEFAC16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38575" y="1381125"/>
            <a:ext cx="1905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0679C"/>
            </a:solidFill>
            <a:prstDash val="solid"/>
            <a:tailEnd type="triangle" w="sm" len="sm"/>
          </a:ln>
        </p:spPr>
      </p:cxnSp>
      <p:sp>
        <p:nvSpPr>
          <p:cNvPr id="1595" name="V2_noisy_header_label">
            <a:extLst xmlns:a="http://schemas.openxmlformats.org/drawingml/2006/main">
              <a:ext uri="{FF2B5EF4-FFF2-40B4-BE49-F238E27FC236}">
                <a16:creationId xmlns:a16="http://schemas.microsoft.com/office/drawing/2014/main" id="{5BBD7C3B-974D-49C8-8F29-E09548B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33475"/>
            <a:ext cx="5905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05" b="0">
                <a:solidFill>
                  <a:srgbClr val="80679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05" b="0">
                <a:solidFill>
                  <a:srgbClr val="80679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05" b="0">
                <a:solidFill>
                  <a:srgbClr val="80679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05" b="0">
                <a:solidFill>
                  <a:srgbClr val="80679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05" b="0">
                <a:solidFill>
                  <a:srgbClr val="80679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05" b="0">
                <a:solidFill>
                  <a:srgbClr val="80679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05" b="0">
                <a:solidFill>
                  <a:srgbClr val="80679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05" b="0">
                <a:solidFill>
                  <a:srgbClr val="80679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05" b="0">
                <a:solidFill>
                  <a:srgbClr val="80679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05" b="0">
                <a:solidFill>
                  <a:srgbClr val="80679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05" b="0">
                <a:solidFill>
                  <a:srgbClr val="80679C"/>
                </a:solidFill>
                <a:latin typeface="Nimbus Sans"/>
                <a:ea typeface="Nimbus Sans"/>
                <a:cs typeface="Nimbus Sans"/>
              </a:defRPr>
            </a:pPr>
            <a:r>
              <a:rPr sz="705" b="0">
                <a:solidFill>
                  <a:srgbClr val="80679C"/>
                </a:solidFill>
                <a:latin typeface="Nimbus Sans"/>
                <a:ea typeface="Nimbus Sans"/>
                <a:cs typeface="Nimbus Sans"/>
              </a:rPr>
              <a:t>Noisy header</a:t>
            </a:r>
          </a:p>
        </p:txBody>
      </p:sp>
      <p:cxnSp>
        <p:nvCxnSpPr>
          <p:cNvPr id="1596" name="V2_decoded_MCS_1">
            <a:extLst xmlns:a="http://schemas.openxmlformats.org/drawingml/2006/main">
              <a:ext uri="{FF2B5EF4-FFF2-40B4-BE49-F238E27FC236}">
                <a16:creationId xmlns:a16="http://schemas.microsoft.com/office/drawing/2014/main" id="{EFE8D982-3A2B-4DB7-BE14-A054B3144FD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981450" y="11239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0679C"/>
            </a:solidFill>
            <a:prstDash val="dash"/>
            <a:tailEnd type="none" w="med" len="med"/>
          </a:ln>
        </p:spPr>
      </p:cxnSp>
      <p:cxnSp>
        <p:nvCxnSpPr>
          <p:cNvPr id="1597" name="V2_decoded_MCS_2">
            <a:extLst xmlns:a="http://schemas.openxmlformats.org/drawingml/2006/main">
              <a:ext uri="{FF2B5EF4-FFF2-40B4-BE49-F238E27FC236}">
                <a16:creationId xmlns:a16="http://schemas.microsoft.com/office/drawing/2014/main" id="{1739F718-BDF7-48F4-9FAC-4CE801FADC93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676650" y="1123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0679C"/>
            </a:solidFill>
            <a:prstDash val="dash"/>
            <a:tailEnd type="none" w="med" len="med"/>
          </a:ln>
        </p:spPr>
      </p:cxnSp>
      <p:cxnSp>
        <p:nvCxnSpPr>
          <p:cNvPr id="1598" name="V2_decoded_MCS_3">
            <a:extLst xmlns:a="http://schemas.openxmlformats.org/drawingml/2006/main">
              <a:ext uri="{FF2B5EF4-FFF2-40B4-BE49-F238E27FC236}">
                <a16:creationId xmlns:a16="http://schemas.microsoft.com/office/drawing/2014/main" id="{2CB1F1DE-3745-46DB-BB13-F9B9F921109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676650" y="1085850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0679C"/>
            </a:solidFill>
            <a:prstDash val="dash"/>
            <a:tailEnd type="triangle" w="sm" len="sm"/>
          </a:ln>
        </p:spPr>
      </p:cxnSp>
      <p:cxnSp>
        <p:nvCxnSpPr>
          <p:cNvPr id="1599" name="V2_decoded_endpoint">
            <a:extLst xmlns:a="http://schemas.openxmlformats.org/drawingml/2006/main">
              <a:ext uri="{FF2B5EF4-FFF2-40B4-BE49-F238E27FC236}">
                <a16:creationId xmlns:a16="http://schemas.microsoft.com/office/drawing/2014/main" id="{E6204F33-3182-43B4-9EEC-30F9D8370B4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152900" y="10858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0679C"/>
            </a:solidFill>
            <a:prstDash val="dash"/>
            <a:tailEnd type="triangle" w="sm" len="sm"/>
          </a:ln>
        </p:spPr>
      </p:cxnSp>
      <p:cxnSp>
        <p:nvCxnSpPr>
          <p:cNvPr id="1600" name="V2_AC_check_to_capacity">
            <a:extLst xmlns:a="http://schemas.openxmlformats.org/drawingml/2006/main">
              <a:ext uri="{FF2B5EF4-FFF2-40B4-BE49-F238E27FC236}">
                <a16:creationId xmlns:a16="http://schemas.microsoft.com/office/drawing/2014/main" id="{508ABF6C-4AC0-4E46-A885-8EE11B2084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8725" y="21240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83641"/>
            </a:solidFill>
            <a:prstDash val="solid"/>
            <a:tailEnd type="triangle" w="sm" len="sm"/>
          </a:ln>
        </p:spPr>
      </p:cxnSp>
      <p:sp>
        <p:nvSpPr>
          <p:cNvPr id="1601" name="V2_VAR_boundary_shadow">
            <a:extLst xmlns:a="http://schemas.openxmlformats.org/drawingml/2006/main">
              <a:ext uri="{FF2B5EF4-FFF2-40B4-BE49-F238E27FC236}">
                <a16:creationId xmlns:a16="http://schemas.microsoft.com/office/drawing/2014/main" id="{245A194C-10C1-4631-9BAF-D1543407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670" y="2066925"/>
            <a:ext cx="504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5239">
            <a:solidFill>
              <a:srgbClr val="8BA4B8"/>
            </a:solidFill>
          </a:ln>
        </p:spPr>
      </p:sp>
      <p:sp>
        <p:nvSpPr>
          <p:cNvPr id="1602" name="V2_VAR_boundary">
            <a:extLst xmlns:a="http://schemas.openxmlformats.org/drawingml/2006/main">
              <a:ext uri="{FF2B5EF4-FFF2-40B4-BE49-F238E27FC236}">
                <a16:creationId xmlns:a16="http://schemas.microsoft.com/office/drawing/2014/main" id="{ACF51B2E-3506-48FA-900E-A9985591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2079308"/>
            <a:ext cx="504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5239">
            <a:solidFill>
              <a:srgbClr val="8BA4B8"/>
            </a:solidFill>
          </a:ln>
        </p:spPr>
      </p:sp>
      <p:sp>
        <p:nvSpPr>
          <p:cNvPr id="1603" name="V2_VAR_boundary_text">
            <a:extLst xmlns:a="http://schemas.openxmlformats.org/drawingml/2006/main">
              <a:ext uri="{FF2B5EF4-FFF2-40B4-BE49-F238E27FC236}">
                <a16:creationId xmlns:a16="http://schemas.microsoft.com/office/drawing/2014/main" id="{71A80354-A072-48D2-B799-EB7C915E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2407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6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6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6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6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6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6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6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6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6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6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6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rPr sz="765" b="0">
                <a:solidFill>
                  <a:srgbClr val="41596C"/>
                </a:solidFill>
                <a:latin typeface="Nimbus Sans"/>
                <a:ea typeface="Nimbus Sans"/>
                <a:cs typeface="Nimbus Sans"/>
              </a:rPr>
              <a:t>Shared VAR</a:t>
            </a:r>
          </a:p>
        </p:txBody>
      </p:sp>
      <p:sp>
        <p:nvSpPr>
          <p:cNvPr id="1604" name="V2_coarse_tokens">
            <a:extLst xmlns:a="http://schemas.openxmlformats.org/drawingml/2006/main">
              <a:ext uri="{FF2B5EF4-FFF2-40B4-BE49-F238E27FC236}">
                <a16:creationId xmlns:a16="http://schemas.microsoft.com/office/drawing/2014/main" id="{B2C9E9F3-A6CA-42A4-9E47-A6D90CFA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305050"/>
            <a:ext cx="371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4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84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84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84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84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84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84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84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84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84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84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840" b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q̂₁:ₘ</a:t>
            </a:r>
          </a:p>
        </p:txBody>
      </p:sp>
      <p:cxnSp>
        <p:nvCxnSpPr>
          <p:cNvPr id="1605" name="V2_coarse_to_VAR">
            <a:extLst xmlns:a="http://schemas.openxmlformats.org/drawingml/2006/main">
              <a:ext uri="{FF2B5EF4-FFF2-40B4-BE49-F238E27FC236}">
                <a16:creationId xmlns:a16="http://schemas.microsoft.com/office/drawing/2014/main" id="{48DFF4B7-401C-48AD-A32E-206392F773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71800" y="2200275"/>
            <a:ext cx="8572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83641"/>
            </a:solidFill>
            <a:prstDash val="solid"/>
            <a:tailEnd type="triangle" w="sm" len="sm"/>
          </a:ln>
        </p:spPr>
      </p:cxnSp>
      <p:cxnSp>
        <p:nvCxnSpPr>
          <p:cNvPr id="1606" name="V2_VAR_to_prediction">
            <a:extLst xmlns:a="http://schemas.openxmlformats.org/drawingml/2006/main">
              <a:ext uri="{FF2B5EF4-FFF2-40B4-BE49-F238E27FC236}">
                <a16:creationId xmlns:a16="http://schemas.microsoft.com/office/drawing/2014/main" id="{BF7D84C6-4E94-473A-B258-DDE3CF0846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71875" y="22002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83641"/>
            </a:solidFill>
            <a:prstDash val="solid"/>
            <a:tailEnd type="triangle" w="sm" len="sm"/>
          </a:ln>
        </p:spPr>
      </p:cxnSp>
      <p:sp>
        <p:nvSpPr>
          <p:cNvPr id="1607" name="V2_argmax">
            <a:extLst xmlns:a="http://schemas.openxmlformats.org/drawingml/2006/main">
              <a:ext uri="{FF2B5EF4-FFF2-40B4-BE49-F238E27FC236}">
                <a16:creationId xmlns:a16="http://schemas.microsoft.com/office/drawing/2014/main" id="{835AFD16-2895-4A45-B15D-1EE96916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43100"/>
            <a:ext cx="352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argmax</a:t>
            </a:r>
          </a:p>
        </p:txBody>
      </p:sp>
      <p:sp>
        <p:nvSpPr>
          <p:cNvPr id="1608" name="V2_predict">
            <a:extLst xmlns:a="http://schemas.openxmlformats.org/drawingml/2006/main">
              <a:ext uri="{FF2B5EF4-FFF2-40B4-BE49-F238E27FC236}">
                <a16:creationId xmlns:a16="http://schemas.microsoft.com/office/drawing/2014/main" id="{157BC17C-AD01-4090-AF66-14D22202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52675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5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5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5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5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5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5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5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5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5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5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pPr>
            <a:r>
              <a:rPr sz="750" b="0">
                <a:solidFill>
                  <a:srgbClr val="966123"/>
                </a:solidFill>
                <a:latin typeface="Nimbus Sans"/>
                <a:ea typeface="Nimbus Sans"/>
                <a:cs typeface="Nimbus Sans"/>
              </a:rPr>
              <a:t>Predict</a:t>
            </a:r>
          </a:p>
        </p:txBody>
      </p:sp>
      <p:cxnSp>
        <p:nvCxnSpPr>
          <p:cNvPr id="1609" name="V2_prediction_to_merge">
            <a:extLst xmlns:a="http://schemas.openxmlformats.org/drawingml/2006/main">
              <a:ext uri="{FF2B5EF4-FFF2-40B4-BE49-F238E27FC236}">
                <a16:creationId xmlns:a16="http://schemas.microsoft.com/office/drawing/2014/main" id="{C7E0B87C-0591-407A-970E-5A6A9CBB95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22002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83641"/>
            </a:solidFill>
            <a:prstDash val="solid"/>
            <a:tailEnd type="triangle" w="sm" len="sm"/>
          </a:ln>
        </p:spPr>
      </p:cxnSp>
      <p:sp>
        <p:nvSpPr>
          <p:cNvPr id="1610" name="V2_overwrite">
            <a:extLst xmlns:a="http://schemas.openxmlformats.org/drawingml/2006/main">
              <a:ext uri="{FF2B5EF4-FFF2-40B4-BE49-F238E27FC236}">
                <a16:creationId xmlns:a16="http://schemas.microsoft.com/office/drawing/2014/main" id="{A0837CA3-257D-4B6E-825D-9374963A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52675"/>
            <a:ext cx="5619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Overwrite</a:t>
            </a:r>
          </a:p>
        </p:txBody>
      </p:sp>
      <p:sp>
        <p:nvSpPr>
          <p:cNvPr id="1611" name="V2_received_token_0">
            <a:extLst xmlns:a="http://schemas.openxmlformats.org/drawingml/2006/main">
              <a:ext uri="{FF2B5EF4-FFF2-40B4-BE49-F238E27FC236}">
                <a16:creationId xmlns:a16="http://schemas.microsoft.com/office/drawing/2014/main" id="{D63AE57F-A259-426B-903A-3C84A92E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71675"/>
            <a:ext cx="3295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BDB"/>
          </a:solidFill>
          <a:ln xmlns:a="http://schemas.openxmlformats.org/drawingml/2006/main" w="5239">
            <a:solidFill>
              <a:srgbClr val="4B8DBB"/>
            </a:solidFill>
          </a:ln>
        </p:spPr>
      </p:sp>
      <p:sp>
        <p:nvSpPr>
          <p:cNvPr id="1612" name="V2_received_token_1">
            <a:extLst xmlns:a="http://schemas.openxmlformats.org/drawingml/2006/main">
              <a:ext uri="{FF2B5EF4-FFF2-40B4-BE49-F238E27FC236}">
                <a16:creationId xmlns:a16="http://schemas.microsoft.com/office/drawing/2014/main" id="{A02C7FE6-1520-47F3-BB68-E504EB1A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107" y="1971675"/>
            <a:ext cx="3295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BDB"/>
          </a:solidFill>
          <a:ln xmlns:a="http://schemas.openxmlformats.org/drawingml/2006/main" w="5239">
            <a:solidFill>
              <a:srgbClr val="4B8DBB"/>
            </a:solidFill>
          </a:ln>
        </p:spPr>
      </p:sp>
      <p:sp>
        <p:nvSpPr>
          <p:cNvPr id="1613" name="V2_received_token_2">
            <a:extLst xmlns:a="http://schemas.openxmlformats.org/drawingml/2006/main">
              <a:ext uri="{FF2B5EF4-FFF2-40B4-BE49-F238E27FC236}">
                <a16:creationId xmlns:a16="http://schemas.microsoft.com/office/drawing/2014/main" id="{87C73413-7197-49F2-B696-31277327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063" y="1971675"/>
            <a:ext cx="3295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BDB"/>
          </a:solidFill>
          <a:ln xmlns:a="http://schemas.openxmlformats.org/drawingml/2006/main" w="5239">
            <a:solidFill>
              <a:srgbClr val="4B8DBB"/>
            </a:solidFill>
          </a:ln>
        </p:spPr>
      </p:sp>
      <p:sp>
        <p:nvSpPr>
          <p:cNvPr id="1614" name="V2_received_token_3">
            <a:extLst xmlns:a="http://schemas.openxmlformats.org/drawingml/2006/main">
              <a:ext uri="{FF2B5EF4-FFF2-40B4-BE49-F238E27FC236}">
                <a16:creationId xmlns:a16="http://schemas.microsoft.com/office/drawing/2014/main" id="{49EE0A13-10C6-4AFF-9E9A-2BFE652F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020" y="1971675"/>
            <a:ext cx="3295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BDB"/>
          </a:solidFill>
          <a:ln xmlns:a="http://schemas.openxmlformats.org/drawingml/2006/main" w="5239">
            <a:solidFill>
              <a:srgbClr val="4B8DBB"/>
            </a:solidFill>
          </a:ln>
        </p:spPr>
      </p:sp>
      <p:sp>
        <p:nvSpPr>
          <p:cNvPr id="1615" name="V2_received_token_4">
            <a:extLst xmlns:a="http://schemas.openxmlformats.org/drawingml/2006/main">
              <a:ext uri="{FF2B5EF4-FFF2-40B4-BE49-F238E27FC236}">
                <a16:creationId xmlns:a16="http://schemas.microsoft.com/office/drawing/2014/main" id="{3F1853FA-48D8-4844-94DD-B4A05B82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971675"/>
            <a:ext cx="3295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BDB"/>
          </a:solidFill>
          <a:ln xmlns:a="http://schemas.openxmlformats.org/drawingml/2006/main" w="5239">
            <a:solidFill>
              <a:srgbClr val="4B8DBB"/>
            </a:solidFill>
          </a:ln>
        </p:spPr>
      </p:sp>
      <p:sp>
        <p:nvSpPr>
          <p:cNvPr id="1616" name="V2_received_token_5">
            <a:extLst xmlns:a="http://schemas.openxmlformats.org/drawingml/2006/main">
              <a:ext uri="{FF2B5EF4-FFF2-40B4-BE49-F238E27FC236}">
                <a16:creationId xmlns:a16="http://schemas.microsoft.com/office/drawing/2014/main" id="{E101CE92-9888-443A-AA52-67A7946D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933" y="1971675"/>
            <a:ext cx="3295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BDB"/>
          </a:solidFill>
          <a:ln xmlns:a="http://schemas.openxmlformats.org/drawingml/2006/main" w="5239">
            <a:solidFill>
              <a:srgbClr val="4B8DBB"/>
            </a:solidFill>
          </a:ln>
        </p:spPr>
      </p:sp>
      <p:sp>
        <p:nvSpPr>
          <p:cNvPr id="1617" name="V2_received_token_6">
            <a:extLst xmlns:a="http://schemas.openxmlformats.org/drawingml/2006/main">
              <a:ext uri="{FF2B5EF4-FFF2-40B4-BE49-F238E27FC236}">
                <a16:creationId xmlns:a16="http://schemas.microsoft.com/office/drawing/2014/main" id="{91BA477B-594C-4398-BBB6-E2DBB8DB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889" y="1971675"/>
            <a:ext cx="3295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BDB"/>
          </a:solidFill>
          <a:ln xmlns:a="http://schemas.openxmlformats.org/drawingml/2006/main" w="5239">
            <a:solidFill>
              <a:srgbClr val="4B8DBB"/>
            </a:solidFill>
          </a:ln>
        </p:spPr>
      </p:sp>
      <p:sp>
        <p:nvSpPr>
          <p:cNvPr id="1618" name="V2_received_token_7">
            <a:extLst xmlns:a="http://schemas.openxmlformats.org/drawingml/2006/main">
              <a:ext uri="{FF2B5EF4-FFF2-40B4-BE49-F238E27FC236}">
                <a16:creationId xmlns:a16="http://schemas.microsoft.com/office/drawing/2014/main" id="{70A48078-DF49-4D62-AEAC-E42E2FF5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846" y="1971675"/>
            <a:ext cx="3295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BDB"/>
          </a:solidFill>
          <a:ln xmlns:a="http://schemas.openxmlformats.org/drawingml/2006/main" w="5239">
            <a:solidFill>
              <a:srgbClr val="4B8DBB"/>
            </a:solidFill>
          </a:ln>
        </p:spPr>
      </p:sp>
      <p:sp>
        <p:nvSpPr>
          <p:cNvPr id="1619" name="V2_received_token_8">
            <a:extLst xmlns:a="http://schemas.openxmlformats.org/drawingml/2006/main">
              <a:ext uri="{FF2B5EF4-FFF2-40B4-BE49-F238E27FC236}">
                <a16:creationId xmlns:a16="http://schemas.microsoft.com/office/drawing/2014/main" id="{EAB1AAAC-0D29-4AE4-903A-0D801132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802" y="1971675"/>
            <a:ext cx="3295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BDB"/>
          </a:solidFill>
          <a:ln xmlns:a="http://schemas.openxmlformats.org/drawingml/2006/main" w="5239">
            <a:solidFill>
              <a:srgbClr val="4B8DBB"/>
            </a:solidFill>
          </a:ln>
        </p:spPr>
      </p:sp>
      <p:sp>
        <p:nvSpPr>
          <p:cNvPr id="1620" name="V2_received_K">
            <a:extLst xmlns:a="http://schemas.openxmlformats.org/drawingml/2006/main">
              <a:ext uri="{FF2B5EF4-FFF2-40B4-BE49-F238E27FC236}">
                <a16:creationId xmlns:a16="http://schemas.microsoft.com/office/drawing/2014/main" id="{D45DB8DB-C7C5-4B6A-89B6-53DD7959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38325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13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13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13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13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13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13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13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13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13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13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13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rPr sz="713" b="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Received K tokens</a:t>
            </a:r>
          </a:p>
        </p:txBody>
      </p:sp>
      <p:cxnSp>
        <p:nvCxnSpPr>
          <p:cNvPr id="1621" name="V2_received_overwrite">
            <a:extLst xmlns:a="http://schemas.openxmlformats.org/drawingml/2006/main">
              <a:ext uri="{FF2B5EF4-FFF2-40B4-BE49-F238E27FC236}">
                <a16:creationId xmlns:a16="http://schemas.microsoft.com/office/drawing/2014/main" id="{6CC200E4-BE37-4363-84B7-A2EA2AAFE7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95788" y="201930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35F8C"/>
            </a:solidFill>
            <a:prstDash val="solid"/>
            <a:tailEnd type="triangle" w="sm" len="sm"/>
          </a:ln>
        </p:spPr>
      </p:cxnSp>
      <p:sp>
        <p:nvSpPr>
          <p:cNvPr id="1622" name="V2_merged_q">
            <a:extLst xmlns:a="http://schemas.openxmlformats.org/drawingml/2006/main">
              <a:ext uri="{FF2B5EF4-FFF2-40B4-BE49-F238E27FC236}">
                <a16:creationId xmlns:a16="http://schemas.microsoft.com/office/drawing/2014/main" id="{4CC2E0C1-021B-474B-99DD-372EF740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050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32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832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832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832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832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832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832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832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832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832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832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832" b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q̃ₘ₊₁</a:t>
            </a:r>
          </a:p>
        </p:txBody>
      </p:sp>
      <p:cxnSp>
        <p:nvCxnSpPr>
          <p:cNvPr id="1623" name="V2_merged_to_C">
            <a:extLst xmlns:a="http://schemas.openxmlformats.org/drawingml/2006/main">
              <a:ext uri="{FF2B5EF4-FFF2-40B4-BE49-F238E27FC236}">
                <a16:creationId xmlns:a16="http://schemas.microsoft.com/office/drawing/2014/main" id="{A79AFE93-5FDA-4397-AC2F-1E0ADFA57B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52950" y="22002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83641"/>
            </a:solidFill>
            <a:prstDash val="solid"/>
            <a:tailEnd type="triangle" w="sm" len="sm"/>
          </a:ln>
        </p:spPr>
      </p:cxnSp>
      <p:sp>
        <p:nvSpPr>
          <p:cNvPr id="1624" name="V2_C_boundary">
            <a:extLst xmlns:a="http://schemas.openxmlformats.org/drawingml/2006/main">
              <a:ext uri="{FF2B5EF4-FFF2-40B4-BE49-F238E27FC236}">
                <a16:creationId xmlns:a16="http://schemas.microsoft.com/office/drawing/2014/main" id="{1D51313C-D6FF-4B3E-9350-0BBB5EE3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95500"/>
            <a:ext cx="2667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5239">
            <a:solidFill>
              <a:srgbClr val="8BA4B8"/>
            </a:solidFill>
          </a:ln>
        </p:spPr>
      </p:sp>
      <p:sp>
        <p:nvSpPr>
          <p:cNvPr id="1625" name="V2_C_boundary_text">
            <a:extLst xmlns:a="http://schemas.openxmlformats.org/drawingml/2006/main">
              <a:ext uri="{FF2B5EF4-FFF2-40B4-BE49-F238E27FC236}">
                <a16:creationId xmlns:a16="http://schemas.microsoft.com/office/drawing/2014/main" id="{BE69FFF4-3430-4439-A504-26593470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114550"/>
            <a:ext cx="266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pPr>
            <a:r>
              <a: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rPr>
              <a:t>Cₘ₊₁</a:t>
            </a:r>
          </a:p>
        </p:txBody>
      </p:sp>
      <p:cxnSp>
        <p:nvCxnSpPr>
          <p:cNvPr id="1626" name="V2_C_to_sum">
            <a:extLst xmlns:a="http://schemas.openxmlformats.org/drawingml/2006/main">
              <a:ext uri="{FF2B5EF4-FFF2-40B4-BE49-F238E27FC236}">
                <a16:creationId xmlns:a16="http://schemas.microsoft.com/office/drawing/2014/main" id="{8EAA26FD-1B71-4F3F-B02D-B1525E1CD09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22002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83641"/>
            </a:solidFill>
            <a:prstDash val="solid"/>
            <a:tailEnd type="triangle" w="sm" len="sm"/>
          </a:ln>
        </p:spPr>
      </p:cxnSp>
      <p:sp>
        <p:nvSpPr>
          <p:cNvPr id="1627" name="V2_boundary_sum">
            <a:extLst xmlns:a="http://schemas.openxmlformats.org/drawingml/2006/main">
              <a:ext uri="{FF2B5EF4-FFF2-40B4-BE49-F238E27FC236}">
                <a16:creationId xmlns:a16="http://schemas.microsoft.com/office/drawing/2014/main" id="{69A6F441-163C-4DC9-AD61-F7DB7940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52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41596C"/>
            </a:solidFill>
          </a:ln>
        </p:spPr>
      </p:sp>
      <p:sp>
        <p:nvSpPr>
          <p:cNvPr id="1628" name="V2_boundary_plus">
            <a:extLst xmlns:a="http://schemas.openxmlformats.org/drawingml/2006/main">
              <a:ext uri="{FF2B5EF4-FFF2-40B4-BE49-F238E27FC236}">
                <a16:creationId xmlns:a16="http://schemas.microsoft.com/office/drawing/2014/main" id="{8D5F0BDF-4E6B-4F69-8F55-DB43774C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43125"/>
            <a:ext cx="1047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rPr>
              <a:t>+</a:t>
            </a:r>
          </a:p>
        </p:txBody>
      </p:sp>
      <p:sp>
        <p:nvSpPr>
          <p:cNvPr id="1629" name="V2_prior_latent">
            <a:extLst xmlns:a="http://schemas.openxmlformats.org/drawingml/2006/main">
              <a:ext uri="{FF2B5EF4-FFF2-40B4-BE49-F238E27FC236}">
                <a16:creationId xmlns:a16="http://schemas.microsoft.com/office/drawing/2014/main" id="{235518BF-452D-4BA3-A67F-64AC5F1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14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40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840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840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840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840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840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840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840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840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840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840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pPr>
            <a:r>
              <a:rPr sz="840" b="0">
                <a:solidFill>
                  <a:srgbClr val="41596C"/>
                </a:solidFill>
                <a:latin typeface="STIXGeneral"/>
                <a:ea typeface="STIXGeneral"/>
                <a:cs typeface="STIXGeneral"/>
              </a:rPr>
              <a:t>f̂ₘ</a:t>
            </a:r>
          </a:p>
        </p:txBody>
      </p:sp>
      <p:cxnSp>
        <p:nvCxnSpPr>
          <p:cNvPr id="1630" name="V2_prior_to_sum">
            <a:extLst xmlns:a="http://schemas.openxmlformats.org/drawingml/2006/main">
              <a:ext uri="{FF2B5EF4-FFF2-40B4-BE49-F238E27FC236}">
                <a16:creationId xmlns:a16="http://schemas.microsoft.com/office/drawing/2014/main" id="{EA616332-75E5-4952-B9C2-8A8EF60D29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29213" y="2076450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83641"/>
            </a:solidFill>
            <a:prstDash val="solid"/>
            <a:tailEnd type="triangle" w="sm" len="sm"/>
          </a:ln>
        </p:spPr>
      </p:cxnSp>
      <p:cxnSp>
        <p:nvCxnSpPr>
          <p:cNvPr id="1631" name="V2_sum_to_state">
            <a:extLst xmlns:a="http://schemas.openxmlformats.org/drawingml/2006/main">
              <a:ext uri="{FF2B5EF4-FFF2-40B4-BE49-F238E27FC236}">
                <a16:creationId xmlns:a16="http://schemas.microsoft.com/office/drawing/2014/main" id="{76329FB2-373C-489E-89C2-FCF9E841B18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91125" y="220027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83641"/>
            </a:solidFill>
            <a:prstDash val="solid"/>
            <a:tailEnd type="triangle" w="sm" len="sm"/>
          </a:ln>
        </p:spPr>
      </p:cxnSp>
      <p:sp>
        <p:nvSpPr>
          <p:cNvPr id="1632" name="V2_updated_state">
            <a:extLst xmlns:a="http://schemas.openxmlformats.org/drawingml/2006/main">
              <a:ext uri="{FF2B5EF4-FFF2-40B4-BE49-F238E27FC236}">
                <a16:creationId xmlns:a16="http://schemas.microsoft.com/office/drawing/2014/main" id="{051A1C9F-DB00-4CBF-924F-C18BB9D7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05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90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90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90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90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90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90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90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90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90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900" b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f̂ₘ₊₁</a:t>
            </a:r>
          </a:p>
        </p:txBody>
      </p:sp>
      <p:sp>
        <p:nvSpPr>
          <p:cNvPr id="1633" name="V2_residual_heading">
            <a:extLst xmlns:a="http://schemas.openxmlformats.org/drawingml/2006/main">
              <a:ext uri="{FF2B5EF4-FFF2-40B4-BE49-F238E27FC236}">
                <a16:creationId xmlns:a16="http://schemas.microsoft.com/office/drawing/2014/main" id="{B3CCB633-6A0E-478E-85B3-1C2249C1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95475"/>
            <a:ext cx="1238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88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88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88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88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88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88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88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88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88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88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rPr sz="788" b="0">
                <a:solidFill>
                  <a:srgbClr val="41596C"/>
                </a:solidFill>
                <a:latin typeface="Nimbus Sans"/>
                <a:ea typeface="Nimbus Sans"/>
                <a:cs typeface="Nimbus Sans"/>
              </a:rPr>
              <a:t>Residual accumulation</a:t>
            </a:r>
          </a:p>
        </p:txBody>
      </p:sp>
      <p:cxnSp>
        <p:nvCxnSpPr>
          <p:cNvPr id="1634" name="V2_residual_retention">
            <a:extLst xmlns:a="http://schemas.openxmlformats.org/drawingml/2006/main">
              <a:ext uri="{FF2B5EF4-FFF2-40B4-BE49-F238E27FC236}">
                <a16:creationId xmlns:a16="http://schemas.microsoft.com/office/drawing/2014/main" id="{4D7B2F6F-23A3-4DC4-80F5-3D227AD1BF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48325" y="22002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35F8C"/>
            </a:solidFill>
            <a:prstDash val="solid"/>
            <a:tailEnd type="triangle" w="sm" len="sm"/>
          </a:ln>
        </p:spPr>
      </p:cxnSp>
      <p:sp>
        <p:nvSpPr>
          <p:cNvPr id="1635" name="V2_final_sum">
            <a:extLst xmlns:a="http://schemas.openxmlformats.org/drawingml/2006/main">
              <a:ext uri="{FF2B5EF4-FFF2-40B4-BE49-F238E27FC236}">
                <a16:creationId xmlns:a16="http://schemas.microsoft.com/office/drawing/2014/main" id="{E2477FFA-07C7-4389-A45A-368919BD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788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41596C"/>
            </a:solidFill>
          </a:ln>
        </p:spPr>
      </p:sp>
      <p:sp>
        <p:nvSpPr>
          <p:cNvPr id="1636" name="V2_final_plus">
            <a:extLst xmlns:a="http://schemas.openxmlformats.org/drawingml/2006/main">
              <a:ext uri="{FF2B5EF4-FFF2-40B4-BE49-F238E27FC236}">
                <a16:creationId xmlns:a16="http://schemas.microsoft.com/office/drawing/2014/main" id="{B33FE9C0-3264-46A7-8591-9739601B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rPr sz="825" b="0">
                <a:solidFill>
                  <a:srgbClr val="283641"/>
                </a:solidFill>
                <a:latin typeface="Nimbus Sans"/>
                <a:ea typeface="Nimbus Sans"/>
                <a:cs typeface="Nimbus Sans"/>
              </a:rPr>
              <a:t>+</a:t>
            </a:r>
          </a:p>
        </p:txBody>
      </p:sp>
      <p:cxnSp>
        <p:nvCxnSpPr>
          <p:cNvPr id="1637" name="V2_final_to_Dc">
            <a:extLst xmlns:a="http://schemas.openxmlformats.org/drawingml/2006/main">
              <a:ext uri="{FF2B5EF4-FFF2-40B4-BE49-F238E27FC236}">
                <a16:creationId xmlns:a16="http://schemas.microsoft.com/office/drawing/2014/main" id="{A2BF29A7-61C3-4BFB-AB94-E422CD5603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38875" y="2200275"/>
            <a:ext cx="5715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83641"/>
            </a:solidFill>
            <a:prstDash val="solid"/>
            <a:tailEnd type="triangle" w="sm" len="sm"/>
          </a:ln>
        </p:spPr>
      </p:cxnSp>
      <p:sp>
        <p:nvSpPr>
          <p:cNvPr id="1638" name="V2_final_Dc">
            <a:extLst xmlns:a="http://schemas.openxmlformats.org/drawingml/2006/main">
              <a:ext uri="{FF2B5EF4-FFF2-40B4-BE49-F238E27FC236}">
                <a16:creationId xmlns:a16="http://schemas.microsoft.com/office/drawing/2014/main" id="{C8F9C9CF-0482-459F-A745-F603001D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05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defRPr>
            </a:pPr>
            <a:r>
              <a:rPr sz="825" b="0">
                <a:solidFill>
                  <a:srgbClr val="41596C"/>
                </a:solidFill>
                <a:latin typeface="STIXGeneral"/>
                <a:ea typeface="STIXGeneral"/>
                <a:cs typeface="STIXGeneral"/>
              </a:rPr>
              <a:t>D꜀</a:t>
            </a:r>
          </a:p>
        </p:txBody>
      </p:sp>
      <p:cxnSp>
        <p:nvCxnSpPr>
          <p:cNvPr id="1639" name="V2_updated_to_context_1">
            <a:extLst xmlns:a="http://schemas.openxmlformats.org/drawingml/2006/main">
              <a:ext uri="{FF2B5EF4-FFF2-40B4-BE49-F238E27FC236}">
                <a16:creationId xmlns:a16="http://schemas.microsoft.com/office/drawing/2014/main" id="{B0E22C1B-20F8-47B9-A5BF-12F23274D5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48300" y="230505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35F8C"/>
            </a:solidFill>
            <a:prstDash val="solid"/>
            <a:tailEnd type="none" w="med" len="med"/>
          </a:ln>
        </p:spPr>
      </p:cxnSp>
      <p:cxnSp>
        <p:nvCxnSpPr>
          <p:cNvPr id="1640" name="V2_updated_to_context_2">
            <a:extLst xmlns:a="http://schemas.openxmlformats.org/drawingml/2006/main">
              <a:ext uri="{FF2B5EF4-FFF2-40B4-BE49-F238E27FC236}">
                <a16:creationId xmlns:a16="http://schemas.microsoft.com/office/drawing/2014/main" id="{7DB5582E-3A56-4C92-A774-F931F5126108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353050" y="24669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35F8C"/>
            </a:solidFill>
            <a:prstDash val="solid"/>
            <a:tailEnd type="none" w="med" len="med"/>
          </a:ln>
        </p:spPr>
      </p:cxnSp>
      <p:cxnSp>
        <p:nvCxnSpPr>
          <p:cNvPr id="1641" name="V2_updated_to_context_3">
            <a:extLst xmlns:a="http://schemas.openxmlformats.org/drawingml/2006/main">
              <a:ext uri="{FF2B5EF4-FFF2-40B4-BE49-F238E27FC236}">
                <a16:creationId xmlns:a16="http://schemas.microsoft.com/office/drawing/2014/main" id="{AD3D76DE-13EA-490C-B893-7B2BC27E483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53050" y="246697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35F8C"/>
            </a:solidFill>
            <a:prstDash val="solid"/>
            <a:tailEnd type="triangle" w="sm" len="sm"/>
          </a:ln>
        </p:spPr>
      </p:cxnSp>
      <p:sp>
        <p:nvSpPr>
          <p:cNvPr id="1642" name="V2_context">
            <a:extLst xmlns:a="http://schemas.openxmlformats.org/drawingml/2006/main">
              <a:ext uri="{FF2B5EF4-FFF2-40B4-BE49-F238E27FC236}">
                <a16:creationId xmlns:a16="http://schemas.microsoft.com/office/drawing/2014/main" id="{92B9B719-AE39-4D30-837C-35BDEDC1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81275"/>
            <a:ext cx="657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5239">
            <a:solidFill>
              <a:srgbClr val="8BA4B8"/>
            </a:solidFill>
          </a:ln>
        </p:spPr>
      </p:sp>
      <p:sp>
        <p:nvSpPr>
          <p:cNvPr id="1643" name="V2_context_text">
            <a:extLst xmlns:a="http://schemas.openxmlformats.org/drawingml/2006/main">
              <a:ext uri="{FF2B5EF4-FFF2-40B4-BE49-F238E27FC236}">
                <a16:creationId xmlns:a16="http://schemas.microsoft.com/office/drawing/2014/main" id="{9FB907C3-F2C7-4C0E-A3A3-D3BA0CA5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03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rPr>
              <a:t>Next-scale</a:t>
            </a:r>
          </a:p>
          <a:p xmlns:a="http://schemas.openxmlformats.org/drawingml/2006/main">
            <a: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rPr>
              <a:t>context / resize</a:t>
            </a:r>
          </a:p>
        </p:txBody>
      </p:sp>
      <p:cxnSp>
        <p:nvCxnSpPr>
          <p:cNvPr id="1644" name="V2_context_to_VAR">
            <a:extLst xmlns:a="http://schemas.openxmlformats.org/drawingml/2006/main">
              <a:ext uri="{FF2B5EF4-FFF2-40B4-BE49-F238E27FC236}">
                <a16:creationId xmlns:a16="http://schemas.microsoft.com/office/drawing/2014/main" id="{032C8E6F-001C-4ABA-9071-DB5A382EC1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95950" y="2714625"/>
            <a:ext cx="666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35F8C"/>
            </a:solidFill>
            <a:prstDash val="solid"/>
            <a:tailEnd type="triangle" w="sm" len="sm"/>
          </a:ln>
        </p:spPr>
      </p:cxnSp>
      <p:sp>
        <p:nvSpPr>
          <p:cNvPr id="1645" name="V2_finer_VAR">
            <a:extLst xmlns:a="http://schemas.openxmlformats.org/drawingml/2006/main">
              <a:ext uri="{FF2B5EF4-FFF2-40B4-BE49-F238E27FC236}">
                <a16:creationId xmlns:a16="http://schemas.microsoft.com/office/drawing/2014/main" id="{28162377-046D-4E97-B167-8D711B03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00325"/>
            <a:ext cx="400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5239">
            <a:solidFill>
              <a:srgbClr val="8BA4B8"/>
            </a:solidFill>
          </a:ln>
        </p:spPr>
      </p:sp>
      <p:sp>
        <p:nvSpPr>
          <p:cNvPr id="1646" name="V2_finer_VAR_text">
            <a:extLst xmlns:a="http://schemas.openxmlformats.org/drawingml/2006/main">
              <a:ext uri="{FF2B5EF4-FFF2-40B4-BE49-F238E27FC236}">
                <a16:creationId xmlns:a16="http://schemas.microsoft.com/office/drawing/2014/main" id="{33090846-DC34-4B13-8200-25E6D548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rPr>
              <a:t>Shared</a:t>
            </a:r>
          </a:p>
          <a:p xmlns:a="http://schemas.openxmlformats.org/drawingml/2006/main">
            <a:pPr algn="ctr">
              <a:def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rPr sz="735" b="0">
                <a:solidFill>
                  <a:srgbClr val="41596C"/>
                </a:solidFill>
                <a:latin typeface="Nimbus Sans"/>
                <a:ea typeface="Nimbus Sans"/>
                <a:cs typeface="Nimbus Sans"/>
              </a:rPr>
              <a:t>VAR</a:t>
            </a:r>
          </a:p>
        </p:txBody>
      </p:sp>
      <p:cxnSp>
        <p:nvCxnSpPr>
          <p:cNvPr id="1647" name="V2_VAR_to_finer">
            <a:extLst xmlns:a="http://schemas.openxmlformats.org/drawingml/2006/main">
              <a:ext uri="{FF2B5EF4-FFF2-40B4-BE49-F238E27FC236}">
                <a16:creationId xmlns:a16="http://schemas.microsoft.com/office/drawing/2014/main" id="{4843B55A-9E26-49E3-80F7-665FD931CFF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62675" y="271462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283641"/>
            </a:solidFill>
            <a:prstDash val="solid"/>
            <a:tailEnd type="triangle" w="sm" len="sm"/>
          </a:ln>
        </p:spPr>
      </p:cxnSp>
      <p:cxnSp>
        <p:nvCxnSpPr>
          <p:cNvPr id="1648" name="V2_finer_contribution_1">
            <a:extLst xmlns:a="http://schemas.openxmlformats.org/drawingml/2006/main">
              <a:ext uri="{FF2B5EF4-FFF2-40B4-BE49-F238E27FC236}">
                <a16:creationId xmlns:a16="http://schemas.microsoft.com/office/drawing/2014/main" id="{B87DA389-918B-4136-8093-277463A7908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324600" y="2428875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966123"/>
            </a:solidFill>
            <a:prstDash val="solid"/>
            <a:tailEnd type="none" w="med" len="med"/>
          </a:ln>
        </p:spPr>
      </p:cxnSp>
      <p:cxnSp>
        <p:nvCxnSpPr>
          <p:cNvPr id="1649" name="V2_finer_contribution_2">
            <a:extLst xmlns:a="http://schemas.openxmlformats.org/drawingml/2006/main">
              <a:ext uri="{FF2B5EF4-FFF2-40B4-BE49-F238E27FC236}">
                <a16:creationId xmlns:a16="http://schemas.microsoft.com/office/drawing/2014/main" id="{EC2F01DB-23D0-448A-8DEE-A54A2794D3D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172200" y="24288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966123"/>
            </a:solidFill>
            <a:prstDash val="solid"/>
            <a:tailEnd type="none" w="med" len="med"/>
          </a:ln>
        </p:spPr>
      </p:cxnSp>
      <p:cxnSp>
        <p:nvCxnSpPr>
          <p:cNvPr id="1650" name="V2_finer_contribution_3">
            <a:extLst xmlns:a="http://schemas.openxmlformats.org/drawingml/2006/main">
              <a:ext uri="{FF2B5EF4-FFF2-40B4-BE49-F238E27FC236}">
                <a16:creationId xmlns:a16="http://schemas.microsoft.com/office/drawing/2014/main" id="{87468194-42D5-4296-9A8A-D25963C113E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172200" y="226695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966123"/>
            </a:solidFill>
            <a:prstDash val="solid"/>
            <a:tailEnd type="triangle" w="sm" len="sm"/>
          </a:ln>
        </p:spPr>
      </p:cxnSp>
      <p:sp>
        <p:nvSpPr>
          <p:cNvPr id="1651" name="V2_finer_C">
            <a:extLst xmlns:a="http://schemas.openxmlformats.org/drawingml/2006/main">
              <a:ext uri="{FF2B5EF4-FFF2-40B4-BE49-F238E27FC236}">
                <a16:creationId xmlns:a16="http://schemas.microsoft.com/office/drawing/2014/main" id="{2F0A5005-0949-4B8C-8AD8-FAAA47A5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161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pPr>
            <a:r>
              <a: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rPr>
              <a:t>Cₛ</a:t>
            </a:r>
          </a:p>
        </p:txBody>
      </p:sp>
      <p:sp>
        <p:nvSpPr>
          <p:cNvPr id="1652" name="V2_condition_heading">
            <a:extLst xmlns:a="http://schemas.openxmlformats.org/drawingml/2006/main">
              <a:ext uri="{FF2B5EF4-FFF2-40B4-BE49-F238E27FC236}">
                <a16:creationId xmlns:a16="http://schemas.microsoft.com/office/drawing/2014/main" id="{500E08B4-6D7A-4641-B946-4D742D61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4795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rPr>
              <a:t>Finer-scale</a:t>
            </a:r>
          </a:p>
          <a:p xmlns:a="http://schemas.openxmlformats.org/drawingml/2006/main">
            <a:pPr algn="ctr">
              <a:def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rPr sz="795" b="0">
                <a:solidFill>
                  <a:srgbClr val="41596C"/>
                </a:solidFill>
                <a:latin typeface="Nimbus Sans"/>
                <a:ea typeface="Nimbus Sans"/>
                <a:cs typeface="Nimbus Sans"/>
              </a:rPr>
              <a:t>conditioning</a:t>
            </a:r>
          </a:p>
        </p:txBody>
      </p:sp>
      <p:sp>
        <p:nvSpPr>
          <p:cNvPr id="1653" name="V2_finer_scales">
            <a:extLst xmlns:a="http://schemas.openxmlformats.org/drawingml/2006/main">
              <a:ext uri="{FF2B5EF4-FFF2-40B4-BE49-F238E27FC236}">
                <a16:creationId xmlns:a16="http://schemas.microsoft.com/office/drawing/2014/main" id="{9AD3A91F-8D94-45F5-B1E4-6E4A778D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8450"/>
            <a:ext cx="73342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69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69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69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69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69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69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69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69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69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defRPr sz="69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pPr>
            <a:r>
              <a:rPr sz="690" b="0">
                <a:solidFill>
                  <a:srgbClr val="966123"/>
                </a:solidFill>
                <a:latin typeface="Nimbus Sans"/>
                <a:ea typeface="Nimbus Sans"/>
                <a:cs typeface="Nimbus Sans"/>
              </a:rPr>
              <a:t>s = m+2,…,10</a:t>
            </a:r>
          </a:p>
        </p:txBody>
      </p:sp>
    </p:spTree>
    <p:extLst>
      <p:ext uri="{BB962C8B-B14F-4D97-AF65-F5344CB8AC3E}">
        <p14:creationId xmlns:p14="http://schemas.microsoft.com/office/powerpoint/2010/main" val="694170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2026-10-29T03:13:53.6530000Z</dcterms:created>
  <dcterms:modified xsi:type="dcterms:W3CDTF">2026-10-29T03:13:53.6530000Z</dcterms:modified>
</coreProperties>
</file>