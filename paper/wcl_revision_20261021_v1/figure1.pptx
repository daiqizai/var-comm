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8b58416ae54e38" /><Relationship Type="http://schemas.openxmlformats.org/officeDocument/2006/relationships/extended-properties" Target="/docProps/app.xml" Id="R98590ba0c4574134" /><Relationship Type="http://schemas.openxmlformats.org/officeDocument/2006/relationships/officeDocument" Target="/ppt/presentation.xml" Id="R7a7d52db6e264f72" 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>
  <ns0:sldMasterIdLst>
    <ns0:sldMasterId id="2147483648" ns1:id="Rf2ad1a5b333b4045"/>
  </ns0:sldMasterIdLst>
  <ns0:notesMasterIdLst>
    <ns0:notesMasterId ns1:id="R3cca61888f114917"/>
  </ns0:notesMasterIdLst>
  <ns0:sldIdLst>
    <ns0:sldId id="256" ns1:id="R4ca419cde84e4872"/>
  </ns0:sldIdLst>
  <ns0:sldSz cx="6547104" cy="2897112"/>
  <ns0:notesSz cx="6858000" cy="9144000"/>
  <ns0:defaultTextStyle>
    <ns2:defPPr>
      <ns2:buNone/>
    </ns2:defPPr>
    <ns2:lvl1pPr marL="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1pPr>
    <ns2:lvl2pPr marL="4572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2pPr>
    <ns2:lvl3pPr marL="9144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3pPr>
    <ns2:lvl4pPr marL="13716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4pPr>
    <ns2:lvl5pPr marL="18288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5pPr>
    <ns2:lvl6pPr marL="22860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6pPr>
    <ns2:lvl7pPr marL="27432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7pPr>
    <ns2:lvl8pPr marL="32004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8pPr>
    <ns2:lvl9pPr marL="3657600" algn="l" defTabSz="914400">
      <ns2:buNone/>
      <ns2:defRPr sz="1800" kern="1200">
        <ns2:solidFill>
          <ns2:schemeClr val="tx1"/>
        </ns2:solidFill>
        <ns2:latin typeface="+mn-lt"/>
        <ns2:ea typeface="+mn-lt"/>
        <ns2:cs typeface="+mn-lt"/>
      </ns2:defRPr>
    </ns2:lvl9pPr>
  </ns0:defaultTextStyle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76d9d817924e4d" /><Relationship Type="http://schemas.openxmlformats.org/officeDocument/2006/relationships/slideMaster" Target="/ppt/slideMasters/slideMaster1.xml" Id="Rf2ad1a5b333b4045" /><Relationship Type="http://schemas.openxmlformats.org/officeDocument/2006/relationships/notesMaster" Target="/ppt/notesMasters/notesMaster1.xml" Id="R3cca61888f114917" /><Relationship Type="http://schemas.openxmlformats.org/officeDocument/2006/relationships/presProps" Target="/ppt/presProps.xml" Id="R29ef15437269452d" /><Relationship Type="http://schemas.openxmlformats.org/officeDocument/2006/relationships/viewProps" Target="/ppt/viewProps.xml" Id="Rd49f84e4ecf54d3a" /><Relationship Type="http://schemas.openxmlformats.org/officeDocument/2006/relationships/tableStyles" Target="/ppt/tableStyles.xml" Id="Rf15e95b018e64893" /><Relationship Type="http://schemas.openxmlformats.org/officeDocument/2006/relationships/slide" Target="/ppt/slides/slide1.xml" Id="R4ca419cde84e48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0084e177474c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5bee050d6043bb" /><Relationship Type="http://schemas.openxmlformats.org/officeDocument/2006/relationships/notesMaster" Target="/ppt/notesMasters/notesMaster1.xml" Id="R723e5e7644b74b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Simplified from the user original system_diagram_v3_entropy.pptx. Original thumbnails and multiscale token grid objects retained. Capacity-utilization evidence moved to Table I. Two panels: system flow and predict–overwrite–advance mechanism. Source/rules: original released NeST implementation, m=7,K=75 illustration. No scientific data generated.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4a0c149694f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cf47895104d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0bc33c8d9347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bda19d18043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c46d3620fc40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ec6a7c9e94b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123650-5648-4162-83EE-8945ABAD6B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689735" y="3191722"/>
            <a:ext cx="13517880" cy="12203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21D520D-DB28-49ED-9E16-1F656FE065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534603" y="4646771"/>
            <a:ext cx="11828145" cy="9387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72D557F-2513-48A0-AEF4-B15C4AE162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689735" y="3520281"/>
            <a:ext cx="13517880" cy="140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7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4319FD-6B11-4875-B0A1-FDAA4EA7A4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0476" y="657119"/>
            <a:ext cx="14996398" cy="1032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3CF45AC-F26A-4F04-8DD9-9CE64D3AD3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50476" y="2346854"/>
            <a:ext cx="14996398" cy="5256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162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5711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3261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0811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78360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5910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3460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1009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28559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60EC67B-6F1B-41EC-9838-7D2292832F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0476" y="657119"/>
            <a:ext cx="14996398" cy="1032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32D23E0-2EAD-4909-AEC5-9083F03DDC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50476" y="2346854"/>
            <a:ext cx="6970157" cy="5256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162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5711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3261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0811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78360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5910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3460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1009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28559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C9E1A6D-E066-4E57-B315-DF369FA8B9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976717" y="2346854"/>
            <a:ext cx="6970157" cy="5256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162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5711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3261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0811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78360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5910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3460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1009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28559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58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684733-5CD5-47DA-B4DC-9497B3B8CE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0476" y="657119"/>
            <a:ext cx="14996398" cy="1032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6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4D99D8-016D-4AA6-8435-D077C562AE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50476" y="2346854"/>
            <a:ext cx="6970157" cy="5256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162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5711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3261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0811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78360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5910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34603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10099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285596" indent="-281623" algn="l">
              <a:lnSpc>
                <a:spcPct val="110000"/>
              </a:lnSpc>
              <a:spcBef>
                <a:spcPts val="0"/>
              </a:spcBef>
              <a:spcAft>
                <a:spcPts val="1478"/>
              </a:spcAft>
              <a:buChar char="•"/>
              <a:defRPr sz="2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f5223010084c41" /><Relationship Type="http://schemas.openxmlformats.org/officeDocument/2006/relationships/slideLayout" Target="/ppt/slideLayouts/slideLayout1.xml" Id="R706586674cf041d3" /><Relationship Type="http://schemas.openxmlformats.org/officeDocument/2006/relationships/slideLayout" Target="/ppt/slideLayouts/slideLayout2.xml" Id="R6a8f093a5fb9425c" /><Relationship Type="http://schemas.openxmlformats.org/officeDocument/2006/relationships/slideLayout" Target="/ppt/slideLayouts/slideLayout3.xml" Id="R1a3fb24e9d19470e" /><Relationship Type="http://schemas.openxmlformats.org/officeDocument/2006/relationships/slideLayout" Target="/ppt/slideLayouts/slideLayout4.xml" Id="Rb7debf66b61b41d3" /><Relationship Type="http://schemas.openxmlformats.org/officeDocument/2006/relationships/slideLayout" Target="/ppt/slideLayouts/slideLayout5.xml" Id="Rf2ba27146c244602" /><Relationship Type="http://schemas.openxmlformats.org/officeDocument/2006/relationships/slideLayout" Target="/ppt/slideLayouts/slideLayout6.xml" Id="R85f5b80aaac148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6586674cf041d3"/>
    <p:sldLayoutId xmlns:r="http://schemas.openxmlformats.org/officeDocument/2006/relationships" id="2147483650" r:id="R6a8f093a5fb9425c"/>
    <p:sldLayoutId xmlns:r="http://schemas.openxmlformats.org/officeDocument/2006/relationships" id="2147483651" r:id="R1a3fb24e9d19470e"/>
    <p:sldLayoutId xmlns:r="http://schemas.openxmlformats.org/officeDocument/2006/relationships" id="2147483652" r:id="Rb7debf66b61b41d3"/>
    <p:sldLayoutId xmlns:r="http://schemas.openxmlformats.org/officeDocument/2006/relationships" id="2147483653" r:id="Rf2ba27146c244602"/>
    <p:sldLayoutId xmlns:r="http://schemas.openxmlformats.org/officeDocument/2006/relationships" id="2147483654" r:id="R85f5b80aaac148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cd46e6466d435a" /><Relationship Type="http://schemas.openxmlformats.org/officeDocument/2006/relationships/image" Target="/ppt/media/image.png" Id="Rb28b1fd7f3ed46ac" /><Relationship Type="http://schemas.openxmlformats.org/officeDocument/2006/relationships/image" Target="/ppt/media/image2.png" Id="Rcbc11f8c641a4a94" /><Relationship Type="http://schemas.openxmlformats.org/officeDocument/2006/relationships/notesSlide" Target="/ppt/notesSlides/notesSlide1.xml" Id="Rd17d8d80ba164c59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cxnSp>
        <ns0:nvCxnSpPr>
          <ns0:cNvPr id="2609" name="">
            <ns1:extLst>
              <ns1:ext uri="{FF2B5EF4-FFF2-40B4-BE49-F238E27FC236}">
                <ns2:creationId id="{1198F88B-7BD1-4248-AF1C-D5C00DC6814B}"/>
              </ns1:ext>
            </ns1:extLst>
          </ns0:cNvPr>
          <ns0:cNvCxnSpPr>
            <ns1:stCxn id="2455" idx="3"/>
            <ns1:endCxn id="2606" idx="1"/>
          </ns0:cNvCxnSpPr>
          <ns0:nvPr/>
        </ns0:nvCxnSpPr>
        <ns0:spPr>
          <ns1:xfrm flipV="1">
            <ns1:off x="4137150" y="2328761"/>
            <ns1:ext cx="933719" cy="12917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608" name="">
            <ns1:extLst>
              <ns1:ext uri="{FF2B5EF4-FFF2-40B4-BE49-F238E27FC236}">
                <ns2:creationId id="{8C89C2A7-7A9A-48B5-932D-3ACF0FD8E741}"/>
              </ns1:ext>
            </ns1:extLst>
          </ns0:cNvPr>
          <ns0:cNvCxnSpPr>
            <ns1:stCxn id="2154" idx="3"/>
            <ns1:endCxn id="2455" idx="1"/>
          </ns0:cNvCxnSpPr>
          <ns0:nvPr/>
        </ns0:nvCxnSpPr>
        <ns0:spPr>
          <ns1:xfrm>
            <ns1:off x="2520672" y="2341679"/>
            <ns1:ext cx="1059199" cy="0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607" name="">
            <ns1:extLst>
              <ns1:ext uri="{FF2B5EF4-FFF2-40B4-BE49-F238E27FC236}">
                <ns2:creationId id="{C884F101-8665-4E7E-BAC4-0C3C1474EB50}"/>
              </ns1:ext>
            </ns1:extLst>
          </ns0:cNvPr>
          <ns0:cNvCxnSpPr>
            <ns1:stCxn id="2153" idx="3"/>
            <ns1:endCxn id="2154" idx="1"/>
          </ns0:cNvCxnSpPr>
          <ns0:nvPr/>
        </ns0:nvCxnSpPr>
        <ns0:spPr>
          <ns1:xfrm>
            <ns1:off x="1361827" y="2236497"/>
            <ns1:ext cx="601566" cy="105182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42" name="">
            <ns1:extLst>
              <ns1:ext uri="{FF2B5EF4-FFF2-40B4-BE49-F238E27FC236}">
                <ns2:creationId id="{4D49B832-B821-4661-8446-4946993BA8E5}"/>
              </ns1:ext>
            </ns1:extLst>
          </ns0:cNvPr>
          <ns0:cNvCxnSpPr>
            <ns1:stCxn id="2124" idx="2"/>
            <ns1:endCxn id="2128" idx="0"/>
          </ns0:cNvCxnSpPr>
          <ns0:nvPr/>
        </ns0:nvCxnSpPr>
        <ns0:spPr>
          <ns1:xfrm>
            <ns1:off x="2570495" y="538826"/>
            <ns1:ext cx="520373" cy="140242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dash"/>
            <ns1:tailEnd type="triangle" w="sm" len="sm"/>
          </ns1:ln>
        </ns0:spPr>
      </ns0:cxnSp>
      <ns0:cxnSp>
        <ns0:nvCxnSpPr>
          <ns0:cNvPr id="2141" name="">
            <ns1:extLst>
              <ns1:ext uri="{FF2B5EF4-FFF2-40B4-BE49-F238E27FC236}">
                <ns2:creationId id="{E64D7BCC-63D4-4467-A00A-CD5D7B1F04BB}"/>
              </ns1:ext>
            </ns1:extLst>
          </ns0:cNvPr>
          <ns0:cNvCxnSpPr>
            <ns1:stCxn id="2124" idx="2"/>
            <ns1:endCxn id="2127" idx="0"/>
          </ns0:cNvCxnSpPr>
          <ns0:nvPr/>
        </ns0:nvCxnSpPr>
        <ns0:spPr>
          <ns1:xfrm flipH="1">
            <ns1:off x="2092564" y="538826"/>
            <ns1:ext cx="477931" cy="140242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dash"/>
            <ns1:tailEnd type="triangle" w="sm" len="sm"/>
          </ns1:ln>
        </ns0:spPr>
      </ns0:cxnSp>
      <ns0:cxnSp>
        <ns0:nvCxnSpPr>
          <ns0:cNvPr id="2140" name="">
            <ns1:extLst>
              <ns1:ext uri="{FF2B5EF4-FFF2-40B4-BE49-F238E27FC236}">
                <ns2:creationId id="{739ED532-4869-4BE6-969B-AD2EFEFE1B0E}"/>
              </ns1:ext>
            </ns1:extLst>
          </ns0:cNvPr>
          <ns0:cNvCxnSpPr>
            <ns1:stCxn id="2138" idx="3"/>
            <ns1:endCxn id="2127" idx="1"/>
          </ns0:cNvCxnSpPr>
          <ns0:nvPr/>
        </ns0:nvCxnSpPr>
        <ns0:spPr>
          <ns1:xfrm>
            <ns1:off x="1527904" y="941100"/>
            <ns1:ext cx="107027" cy="5536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9" name="">
            <ns1:extLst>
              <ns1:ext uri="{FF2B5EF4-FFF2-40B4-BE49-F238E27FC236}">
                <ns2:creationId id="{C5BD40D5-0690-466C-850D-D8BFFEB759B9}"/>
              </ns1:ext>
            </ns1:extLst>
          </ns0:cNvPr>
          <ns0:cNvCxnSpPr>
            <ns1:stCxn id="2126" idx="3"/>
            <ns1:endCxn id="2138" idx="1"/>
          </ns0:cNvCxnSpPr>
          <ns0:nvPr/>
        </ns0:nvCxnSpPr>
        <ns0:spPr>
          <ns1:xfrm flipV="1">
            <ns1:off x="1125629" y="941100"/>
            <ns1:ext cx="84884" cy="5536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7" name="">
            <ns1:extLst>
              <ns1:ext uri="{FF2B5EF4-FFF2-40B4-BE49-F238E27FC236}">
                <ns2:creationId id="{315E5A17-CF7C-49F5-BB16-3F971F856281}"/>
              </ns1:ext>
            </ns1:extLst>
          </ns0:cNvPr>
          <ns0:cNvCxnSpPr>
            <ns1:stCxn id="2131" idx="3"/>
            <ns1:endCxn id="380" idx="1"/>
          </ns0:cNvCxnSpPr>
          <ns0:nvPr/>
        </ns0:nvCxnSpPr>
        <ns0:spPr>
          <ns1:xfrm>
            <ns1:off x="6015659" y="946636"/>
            <ns1:ext cx="110718" cy="3691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6" name="">
            <ns1:extLst>
              <ns1:ext uri="{FF2B5EF4-FFF2-40B4-BE49-F238E27FC236}">
                <ns2:creationId id="{0FA0E3FA-36F5-419A-9E81-41A0EF1AE41E}"/>
              </ns1:ext>
            </ns1:extLst>
          </ns0:cNvPr>
          <ns0:cNvCxnSpPr>
            <ns1:stCxn id="2130" idx="3"/>
            <ns1:endCxn id="2131" idx="1"/>
          </ns0:cNvCxnSpPr>
          <ns0:nvPr/>
        </ns0:nvCxnSpPr>
        <ns0:spPr>
          <ns1:xfrm>
            <ns1:off x="5129918" y="946636"/>
            <ns1:ext cx="110718" cy="0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5" name="">
            <ns1:extLst>
              <ns1:ext uri="{FF2B5EF4-FFF2-40B4-BE49-F238E27FC236}">
                <ns2:creationId id="{4395EC8D-7E9E-422A-9955-E86812255354}"/>
              </ns1:ext>
            </ns1:extLst>
          </ns0:cNvPr>
          <ns0:cNvCxnSpPr>
            <ns1:stCxn id="2129" idx="3"/>
            <ns1:endCxn id="2130" idx="1"/>
          </ns0:cNvCxnSpPr>
          <ns0:nvPr/>
        </ns0:nvCxnSpPr>
        <ns0:spPr>
          <ns1:xfrm>
            <ns1:off x="4059647" y="946636"/>
            <ns1:ext cx="110718" cy="0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4" name="">
            <ns1:extLst>
              <ns1:ext uri="{FF2B5EF4-FFF2-40B4-BE49-F238E27FC236}">
                <ns2:creationId id="{E9700ECD-DD73-4D9C-AC8C-17C436489579}"/>
              </ns1:ext>
            </ns1:extLst>
          </ns0:cNvPr>
          <ns0:cNvCxnSpPr>
            <ns1:stCxn id="2128" idx="3"/>
            <ns1:endCxn id="2129" idx="1"/>
          </ns0:cNvCxnSpPr>
          <ns0:nvPr/>
        </ns0:nvCxnSpPr>
        <ns0:spPr>
          <ns1:xfrm>
            <ns1:off x="3506059" y="946636"/>
            <ns1:ext cx="110718" cy="0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3" name="">
            <ns1:extLst>
              <ns1:ext uri="{FF2B5EF4-FFF2-40B4-BE49-F238E27FC236}">
                <ns2:creationId id="{841258A9-3E81-4822-8F1E-7F12954E7E83}"/>
              </ns1:ext>
            </ns1:extLst>
          </ns0:cNvPr>
          <ns0:cNvCxnSpPr>
            <ns1:stCxn id="2127" idx="3"/>
            <ns1:endCxn id="2128" idx="1"/>
          </ns0:cNvCxnSpPr>
          <ns0:nvPr/>
        </ns0:nvCxnSpPr>
        <ns0:spPr>
          <ns1:xfrm>
            <ns1:off x="2550197" y="946636"/>
            <ns1:ext cx="125480" cy="0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cxnSp>
        <ns0:nvCxnSpPr>
          <ns0:cNvPr id="2132" name="">
            <ns1:extLst>
              <ns1:ext uri="{FF2B5EF4-FFF2-40B4-BE49-F238E27FC236}">
                <ns2:creationId id="{709A552F-66D4-4FD6-8894-23B80EEB409B}"/>
              </ns1:ext>
            </ns1:extLst>
          </ns0:cNvPr>
          <ns0:cNvCxnSpPr>
            <ns1:stCxn id="31" idx="3"/>
            <ns1:endCxn id="2126" idx="1"/>
          </ns0:cNvCxnSpPr>
          <ns0:nvPr/>
        </ns0:nvCxnSpPr>
        <ns0:spPr>
          <ns1:xfrm flipV="1">
            <ns1:off x="405965" y="946636"/>
            <ns1:ext cx="129171" cy="3691"/>
          </ns1:xfrm>
          <ns1:prstGeom prst="straightConnector1">
            <ns1:avLst/>
          </ns1:prstGeom>
          <ns1:ln w="8119">
            <ns1:solidFill>
              <ns1:srgbClr val="17212A"/>
            </ns1:solidFill>
            <ns1:prstDash val="solid"/>
            <ns1:tailEnd type="triangle" w="sm" len="sm"/>
          </ns1:ln>
        </ns0:spPr>
      </ns0:cxnSp>
      <ns0:sp>
        <ns0:nvSpPr>
          <ns0:cNvPr id="31" name="input_image__0023">
            <ns1:extLst>
              <ns1:ext uri="{FF2B5EF4-FFF2-40B4-BE49-F238E27FC236}">
                <ns2:creationId id="{AFB069FD-129C-4913-8B3A-9174F756096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47978" y="775024"/>
            <ns1:ext cx="357987" cy="350606"/>
          </ns1:xfrm>
          <ns1:prstGeom prst="rect">
            <ns1:avLst/>
          </ns1:prstGeom>
          <ns1:noFill/>
          <ns1:ln w="4429">
            <ns1:solidFill>
              <ns1:srgbClr val="275874"/>
            </ns1:solidFill>
            <ns1:prstDash val="solid"/>
          </ns1:ln>
        </ns0:spPr>
      </ns0:sp>
      <ns0:sp>
        <ns0:nvSpPr>
          <ns0:cNvPr id="83" name="multi_scale_tokens__0072">
            <ns1:extLst>
              <ns1:ext uri="{FF2B5EF4-FFF2-40B4-BE49-F238E27FC236}">
                <ns2:creationId id="{0A9F520E-EE7F-42D6-BC82-607A3C283A0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5845" y="734427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4" name="multi_scale_tokens__0073">
            <ns1:extLst>
              <ns1:ext uri="{FF2B5EF4-FFF2-40B4-BE49-F238E27FC236}">
                <ns2:creationId id="{0BDCB86A-47EC-40AE-8340-4F8A9786755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1864" y="734427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5" name="multi_scale_tokens__0074">
            <ns1:extLst>
              <ns1:ext uri="{FF2B5EF4-FFF2-40B4-BE49-F238E27FC236}">
                <ns2:creationId id="{39286752-4689-41D3-9288-6C8A6A90990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883" y="734427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6" name="multi_scale_tokens__0075">
            <ns1:extLst>
              <ns1:ext uri="{FF2B5EF4-FFF2-40B4-BE49-F238E27FC236}">
                <ns2:creationId id="{596415B5-03B0-4433-9C61-7AE14404581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3901" y="734427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7" name="multi_scale_tokens__0076">
            <ns1:extLst>
              <ns1:ext uri="{FF2B5EF4-FFF2-40B4-BE49-F238E27FC236}">
                <ns2:creationId id="{A9FA64D1-E1BF-486F-9F8A-BA338FCA38F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5845" y="760446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8" name="multi_scale_tokens__0077">
            <ns1:extLst>
              <ns1:ext uri="{FF2B5EF4-FFF2-40B4-BE49-F238E27FC236}">
                <ns2:creationId id="{E7BD02B1-FC4E-4383-8BAD-C4FF3EFF845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1864" y="760446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89" name="multi_scale_tokens__0078">
            <ns1:extLst>
              <ns1:ext uri="{FF2B5EF4-FFF2-40B4-BE49-F238E27FC236}">
                <ns2:creationId id="{7BC1ED37-7E29-41AF-A415-AD500380A99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883" y="760446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0" name="multi_scale_tokens__0079">
            <ns1:extLst>
              <ns1:ext uri="{FF2B5EF4-FFF2-40B4-BE49-F238E27FC236}">
                <ns2:creationId id="{81B8CD44-409E-428B-8186-EE466B8A442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3901" y="760446"/>
            <ns1:ext cx="26019" cy="26019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1" name="multi_scale_tokens__0080">
            <ns1:extLst>
              <ns1:ext uri="{FF2B5EF4-FFF2-40B4-BE49-F238E27FC236}">
                <ns2:creationId id="{003D8F25-AA0C-4514-8337-E97215B071B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5030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2" name="multi_scale_tokens__0081">
            <ns1:extLst>
              <ns1:ext uri="{FF2B5EF4-FFF2-40B4-BE49-F238E27FC236}">
                <ns2:creationId id="{7BEB942D-0671-416A-8AA6-4B7B164BD23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9315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3" name="multi_scale_tokens__0082">
            <ns1:extLst>
              <ns1:ext uri="{FF2B5EF4-FFF2-40B4-BE49-F238E27FC236}">
                <ns2:creationId id="{C618C5DF-4C31-42BC-80A3-C87596D43DC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3599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4" name="multi_scale_tokens__0083">
            <ns1:extLst>
              <ns1:ext uri="{FF2B5EF4-FFF2-40B4-BE49-F238E27FC236}">
                <ns2:creationId id="{D37575BA-FFBD-4BAE-A443-EF6AD49483D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883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5" name="multi_scale_tokens__0084">
            <ns1:extLst>
              <ns1:ext uri="{FF2B5EF4-FFF2-40B4-BE49-F238E27FC236}">
                <ns2:creationId id="{CE320117-10F4-44D1-B1A1-ACEFB951EB5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2167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6" name="multi_scale_tokens__0085">
            <ns1:extLst>
              <ns1:ext uri="{FF2B5EF4-FFF2-40B4-BE49-F238E27FC236}">
                <ns2:creationId id="{A2F68639-C199-4249-896D-450CA694ED6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6451" y="793403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7" name="multi_scale_tokens__0086">
            <ns1:extLst>
              <ns1:ext uri="{FF2B5EF4-FFF2-40B4-BE49-F238E27FC236}">
                <ns2:creationId id="{92A658F6-81DB-4CA5-BDC6-28979386C5C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5030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8" name="multi_scale_tokens__0087">
            <ns1:extLst>
              <ns1:ext uri="{FF2B5EF4-FFF2-40B4-BE49-F238E27FC236}">
                <ns2:creationId id="{F1EBFDEB-2212-42A7-8F4E-C3A45E26969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9315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99" name="multi_scale_tokens__0088">
            <ns1:extLst>
              <ns1:ext uri="{FF2B5EF4-FFF2-40B4-BE49-F238E27FC236}">
                <ns2:creationId id="{EAB3D0FA-58B3-4F4F-BA07-E60C34EFBEC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3599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100" name="multi_scale_tokens__0089">
            <ns1:extLst>
              <ns1:ext uri="{FF2B5EF4-FFF2-40B4-BE49-F238E27FC236}">
                <ns2:creationId id="{94162AB8-454E-4A6E-AE7F-BE6A79D8D93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883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101" name="multi_scale_tokens__0090">
            <ns1:extLst>
              <ns1:ext uri="{FF2B5EF4-FFF2-40B4-BE49-F238E27FC236}">
                <ns2:creationId id="{06325360-7060-45C3-9F85-14D077258A5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2167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102" name="multi_scale_tokens__0091">
            <ns1:extLst>
              <ns1:ext uri="{FF2B5EF4-FFF2-40B4-BE49-F238E27FC236}">
                <ns2:creationId id="{851B6F43-77EF-426C-A7FE-7E2F06C6B77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6451" y="817687"/>
            <ns1:ext cx="24284" cy="24284"/>
          </ns1:xfrm>
          <ns1:prstGeom prst="rect">
            <ns1:avLst/>
          </ns1:prstGeom>
          <ns1:solidFill>
            <ns1:srgbClr val="F1D7FF"/>
          </ns1:solidFill>
          <ns1:ln w="2768">
            <ns1:solidFill>
              <ns1:srgbClr val="713398"/>
            </ns1:solidFill>
            <ns1:prstDash val="solid"/>
          </ns1:ln>
        </ns0:spPr>
      </ns0:sp>
      <ns0:sp>
        <ns0:nvSpPr>
          <ns0:cNvPr id="103" name="multi_scale_tokens__0092">
            <ns1:extLst>
              <ns1:ext uri="{FF2B5EF4-FFF2-40B4-BE49-F238E27FC236}">
                <ns2:creationId id="{11415E72-9A92-48DE-8C1A-DE5E49A54CA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01154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4" name="multi_scale_tokens__0093">
            <ns1:extLst>
              <ns1:ext uri="{FF2B5EF4-FFF2-40B4-BE49-F238E27FC236}">
                <ns2:creationId id="{6E2AF7EE-6FCA-479A-9A21-F1A3AEA21B1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25438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5" name="multi_scale_tokens__0094">
            <ns1:extLst>
              <ns1:ext uri="{FF2B5EF4-FFF2-40B4-BE49-F238E27FC236}">
                <ns2:creationId id="{8CF345CC-C2A4-4BCA-89D3-E276BCD80C3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49722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6" name="multi_scale_tokens__0095">
            <ns1:extLst>
              <ns1:ext uri="{FF2B5EF4-FFF2-40B4-BE49-F238E27FC236}">
                <ns2:creationId id="{80670552-B42A-4921-90C2-0978176BB71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74006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7" name="multi_scale_tokens__0096">
            <ns1:extLst>
              <ns1:ext uri="{FF2B5EF4-FFF2-40B4-BE49-F238E27FC236}">
                <ns2:creationId id="{85347062-D960-4781-AEE4-FA3DC8C1A15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98290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8" name="multi_scale_tokens__0097">
            <ns1:extLst>
              <ns1:ext uri="{FF2B5EF4-FFF2-40B4-BE49-F238E27FC236}">
                <ns2:creationId id="{9295F7A5-6BA9-4EE9-92EB-57E4D4A05E5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22574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09" name="multi_scale_tokens__0098">
            <ns1:extLst>
              <ns1:ext uri="{FF2B5EF4-FFF2-40B4-BE49-F238E27FC236}">
                <ns2:creationId id="{FCC5C7FA-1CD9-4C85-BB8C-64BB3AEB02C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46858" y="855848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0" name="multi_scale_tokens__0099">
            <ns1:extLst>
              <ns1:ext uri="{FF2B5EF4-FFF2-40B4-BE49-F238E27FC236}">
                <ns2:creationId id="{D7C36144-4F84-4669-A5FE-23EC62F8DE5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01154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1" name="multi_scale_tokens__0100">
            <ns1:extLst>
              <ns1:ext uri="{FF2B5EF4-FFF2-40B4-BE49-F238E27FC236}">
                <ns2:creationId id="{A10C2AF6-334F-46CA-BF35-6595ED332E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25438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2" name="multi_scale_tokens__0101">
            <ns1:extLst>
              <ns1:ext uri="{FF2B5EF4-FFF2-40B4-BE49-F238E27FC236}">
                <ns2:creationId id="{D62010EB-50AA-42A0-82A4-C197B15CEE0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49722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3" name="multi_scale_tokens__0102">
            <ns1:extLst>
              <ns1:ext uri="{FF2B5EF4-FFF2-40B4-BE49-F238E27FC236}">
                <ns2:creationId id="{08BE825A-0086-4FEF-A438-225F7D7AF2E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74006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4" name="multi_scale_tokens__0103">
            <ns1:extLst>
              <ns1:ext uri="{FF2B5EF4-FFF2-40B4-BE49-F238E27FC236}">
                <ns2:creationId id="{F5F2D50A-A331-484D-BD47-84BB8A53175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98290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5" name="multi_scale_tokens__0104">
            <ns1:extLst>
              <ns1:ext uri="{FF2B5EF4-FFF2-40B4-BE49-F238E27FC236}">
                <ns2:creationId id="{D6BE3DC8-1C80-4464-83AD-58F1608B358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22574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6" name="multi_scale_tokens__0105">
            <ns1:extLst>
              <ns1:ext uri="{FF2B5EF4-FFF2-40B4-BE49-F238E27FC236}">
                <ns2:creationId id="{8EE115EB-18B3-4175-8453-D97E11C4036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46858" y="880132"/>
            <ns1:ext cx="24284" cy="24284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7" name="multi_scale_tokens__0106">
            <ns1:extLst>
              <ns1:ext uri="{FF2B5EF4-FFF2-40B4-BE49-F238E27FC236}">
                <ns2:creationId id="{69F0B042-B0CB-4304-A3B7-A63A02AA941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80339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8" name="multi_scale_tokens__0107">
            <ns1:extLst>
              <ns1:ext uri="{FF2B5EF4-FFF2-40B4-BE49-F238E27FC236}">
                <ns2:creationId id="{357C279E-0455-419F-9EA1-A463B820DE2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03929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19" name="multi_scale_tokens__0108">
            <ns1:extLst>
              <ns1:ext uri="{FF2B5EF4-FFF2-40B4-BE49-F238E27FC236}">
                <ns2:creationId id="{6E4E232C-4F84-4085-924C-8CDC19E514C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27520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0" name="multi_scale_tokens__0109">
            <ns1:extLst>
              <ns1:ext uri="{FF2B5EF4-FFF2-40B4-BE49-F238E27FC236}">
                <ns2:creationId id="{C61EA5AF-8337-4E49-97C1-DCC469970E5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51110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1" name="multi_scale_tokens__0110">
            <ns1:extLst>
              <ns1:ext uri="{FF2B5EF4-FFF2-40B4-BE49-F238E27FC236}">
                <ns2:creationId id="{6495EEDE-5973-4457-B4E0-2BB28824009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74700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2" name="multi_scale_tokens__0111">
            <ns1:extLst>
              <ns1:ext uri="{FF2B5EF4-FFF2-40B4-BE49-F238E27FC236}">
                <ns2:creationId id="{1646138A-CC51-462D-B7DE-AE5CB867B42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98290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3" name="multi_scale_tokens__0112">
            <ns1:extLst>
              <ns1:ext uri="{FF2B5EF4-FFF2-40B4-BE49-F238E27FC236}">
                <ns2:creationId id="{66E3B807-161A-4712-A152-A5BFD78AFCB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21880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4" name="multi_scale_tokens__0113">
            <ns1:extLst>
              <ns1:ext uri="{FF2B5EF4-FFF2-40B4-BE49-F238E27FC236}">
                <ns2:creationId id="{2BF78733-A67C-42A3-B3AB-B760D2FF77F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45471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5" name="multi_scale_tokens__0114">
            <ns1:extLst>
              <ns1:ext uri="{FF2B5EF4-FFF2-40B4-BE49-F238E27FC236}">
                <ns2:creationId id="{13865FEA-C871-4682-992B-DBE7C6D4D89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69061" y="91482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6" name="multi_scale_tokens__0115">
            <ns1:extLst>
              <ns1:ext uri="{FF2B5EF4-FFF2-40B4-BE49-F238E27FC236}">
                <ns2:creationId id="{85A6E653-822C-44F8-8C4D-39DF499373D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80339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7" name="multi_scale_tokens__0116">
            <ns1:extLst>
              <ns1:ext uri="{FF2B5EF4-FFF2-40B4-BE49-F238E27FC236}">
                <ns2:creationId id="{24ED4961-A1FC-4219-82D1-44AE6CE3788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03929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8" name="multi_scale_tokens__0117">
            <ns1:extLst>
              <ns1:ext uri="{FF2B5EF4-FFF2-40B4-BE49-F238E27FC236}">
                <ns2:creationId id="{70C3C44C-CB95-4EFA-88BF-0C8E7715C9D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27520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29" name="multi_scale_tokens__0118">
            <ns1:extLst>
              <ns1:ext uri="{FF2B5EF4-FFF2-40B4-BE49-F238E27FC236}">
                <ns2:creationId id="{141E805D-9972-4216-8AB4-94F00487A9F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51110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0" name="multi_scale_tokens__0119">
            <ns1:extLst>
              <ns1:ext uri="{FF2B5EF4-FFF2-40B4-BE49-F238E27FC236}">
                <ns2:creationId id="{7CFECD5F-FF07-4072-A725-DF42C804934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74700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1" name="multi_scale_tokens__0120">
            <ns1:extLst>
              <ns1:ext uri="{FF2B5EF4-FFF2-40B4-BE49-F238E27FC236}">
                <ns2:creationId id="{51E5F9B5-4BD6-4254-9BD7-A5055B4DF92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98290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2" name="multi_scale_tokens__0121">
            <ns1:extLst>
              <ns1:ext uri="{FF2B5EF4-FFF2-40B4-BE49-F238E27FC236}">
                <ns2:creationId id="{21FD03CF-7D33-47E1-8311-5D27CA74A8A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21880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3" name="multi_scale_tokens__0122">
            <ns1:extLst>
              <ns1:ext uri="{FF2B5EF4-FFF2-40B4-BE49-F238E27FC236}">
                <ns2:creationId id="{5B7DB051-59AD-4DB8-A87A-3FFA46DA0EE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45471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4" name="multi_scale_tokens__0123">
            <ns1:extLst>
              <ns1:ext uri="{FF2B5EF4-FFF2-40B4-BE49-F238E27FC236}">
                <ns2:creationId id="{A72D7B58-4E2C-4DE4-A336-9E548C2F9B1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69061" y="938413"/>
            <ns1:ext cx="23590" cy="23590"/>
          </ns1:xfrm>
          <ns1:prstGeom prst="rect">
            <ns1:avLst/>
          </ns1:prstGeom>
          <ns1:solidFill>
            <ns1:srgbClr val="BDE2FF"/>
          </ns1:solidFill>
          <ns1:ln w="2768">
            <ns1:solidFill>
              <ns1:srgbClr val="21689D"/>
            </ns1:solidFill>
            <ns1:prstDash val="solid"/>
          </ns1:ln>
        </ns0:spPr>
      </ns0:sp>
      <ns0:sp>
        <ns0:nvSpPr>
          <ns0:cNvPr id="135" name="multi_scale_tokens__0124">
            <ns1:extLst>
              <ns1:ext uri="{FF2B5EF4-FFF2-40B4-BE49-F238E27FC236}">
                <ns2:creationId id="{0A418565-0ED8-4C2A-AF19-BC4DA936F3C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2993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36" name="multi_scale_tokens__0125">
            <ns1:extLst>
              <ns1:ext uri="{FF2B5EF4-FFF2-40B4-BE49-F238E27FC236}">
                <ns2:creationId id="{06A51FF2-2BD8-451B-B91C-2E5E2D3C710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87277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37" name="multi_scale_tokens__0126">
            <ns1:extLst>
              <ns1:ext uri="{FF2B5EF4-FFF2-40B4-BE49-F238E27FC236}">
                <ns2:creationId id="{D45484DE-5799-41D1-B2F8-EB196F3AF01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1562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38" name="multi_scale_tokens__0127">
            <ns1:extLst>
              <ns1:ext uri="{FF2B5EF4-FFF2-40B4-BE49-F238E27FC236}">
                <ns2:creationId id="{BCBF81E5-31D6-4B96-8319-82223865C18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5845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39" name="multi_scale_tokens__0128">
            <ns1:extLst>
              <ns1:ext uri="{FF2B5EF4-FFF2-40B4-BE49-F238E27FC236}">
                <ns2:creationId id="{2E4FD630-5E12-4DAE-AB48-22AEA64D222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0130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0" name="multi_scale_tokens__0129">
            <ns1:extLst>
              <ns1:ext uri="{FF2B5EF4-FFF2-40B4-BE49-F238E27FC236}">
                <ns2:creationId id="{6107204F-2AE6-4513-BF0A-E0968A40691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4414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1" name="multi_scale_tokens__0130">
            <ns1:extLst>
              <ns1:ext uri="{FF2B5EF4-FFF2-40B4-BE49-F238E27FC236}">
                <ns2:creationId id="{4BBFE3C1-8B79-48CB-BCBA-8C5E955FE8E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08698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2" name="multi_scale_tokens__0131">
            <ns1:extLst>
              <ns1:ext uri="{FF2B5EF4-FFF2-40B4-BE49-F238E27FC236}">
                <ns2:creationId id="{DDA8FB3B-14AD-4434-95CB-63C566A0998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2982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3" name="multi_scale_tokens__0132">
            <ns1:extLst>
              <ns1:ext uri="{FF2B5EF4-FFF2-40B4-BE49-F238E27FC236}">
                <ns2:creationId id="{D2255CFE-E198-4C29-A469-61B4EF7C616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266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4" name="multi_scale_tokens__0133">
            <ns1:extLst>
              <ns1:ext uri="{FF2B5EF4-FFF2-40B4-BE49-F238E27FC236}">
                <ns2:creationId id="{9A4020DE-2965-414D-8DEC-3E108B54708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1550" y="973799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5" name="multi_scale_tokens__0134">
            <ns1:extLst>
              <ns1:ext uri="{FF2B5EF4-FFF2-40B4-BE49-F238E27FC236}">
                <ns2:creationId id="{47E2CA1D-D9D9-4C24-B445-92EDBEE1CCF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2993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6" name="multi_scale_tokens__0135">
            <ns1:extLst>
              <ns1:ext uri="{FF2B5EF4-FFF2-40B4-BE49-F238E27FC236}">
                <ns2:creationId id="{66D94F0A-2470-4610-BD8E-B7761401750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87277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7" name="multi_scale_tokens__0136">
            <ns1:extLst>
              <ns1:ext uri="{FF2B5EF4-FFF2-40B4-BE49-F238E27FC236}">
                <ns2:creationId id="{F5641797-C6C6-430B-AA54-193B636BD62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1562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8" name="multi_scale_tokens__0137">
            <ns1:extLst>
              <ns1:ext uri="{FF2B5EF4-FFF2-40B4-BE49-F238E27FC236}">
                <ns2:creationId id="{A1E74D91-F5B7-4943-AC4B-6917DE0AF59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5845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49" name="multi_scale_tokens__0138">
            <ns1:extLst>
              <ns1:ext uri="{FF2B5EF4-FFF2-40B4-BE49-F238E27FC236}">
                <ns2:creationId id="{A8FF9E8F-9799-4593-A8B6-19178C432A1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0130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0" name="multi_scale_tokens__0139">
            <ns1:extLst>
              <ns1:ext uri="{FF2B5EF4-FFF2-40B4-BE49-F238E27FC236}">
                <ns2:creationId id="{7CC99AE4-DDF8-43DC-BCCE-80832116DA4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4414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1" name="multi_scale_tokens__0140">
            <ns1:extLst>
              <ns1:ext uri="{FF2B5EF4-FFF2-40B4-BE49-F238E27FC236}">
                <ns2:creationId id="{5DBE7667-9E6F-4EBC-BADB-C3B3E468FF8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08698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2" name="multi_scale_tokens__0141">
            <ns1:extLst>
              <ns1:ext uri="{FF2B5EF4-FFF2-40B4-BE49-F238E27FC236}">
                <ns2:creationId id="{68BA2576-2F43-45C6-94A6-F02568F313C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2982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3" name="multi_scale_tokens__0142">
            <ns1:extLst>
              <ns1:ext uri="{FF2B5EF4-FFF2-40B4-BE49-F238E27FC236}">
                <ns2:creationId id="{8EEBF538-23C7-4DF9-8DE7-0D417127A46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266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4" name="multi_scale_tokens__0143">
            <ns1:extLst>
              <ns1:ext uri="{FF2B5EF4-FFF2-40B4-BE49-F238E27FC236}">
                <ns2:creationId id="{9A46BBE6-73D6-480D-981C-EF0F64A28E0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1550" y="998083"/>
            <ns1:ext cx="24284" cy="24284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5" name="multi_scale_tokens__0144">
            <ns1:extLst>
              <ns1:ext uri="{FF2B5EF4-FFF2-40B4-BE49-F238E27FC236}">
                <ns2:creationId id="{9A4F0C45-323D-45D0-AFC5-BEB5D8A7EEC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5647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6" name="multi_scale_tokens__0145">
            <ns1:extLst>
              <ns1:ext uri="{FF2B5EF4-FFF2-40B4-BE49-F238E27FC236}">
                <ns2:creationId id="{9E13D4FF-041F-4804-AC91-1EFA2063276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9238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7" name="multi_scale_tokens__0146">
            <ns1:extLst>
              <ns1:ext uri="{FF2B5EF4-FFF2-40B4-BE49-F238E27FC236}">
                <ns2:creationId id="{B9EE19DA-6828-4B23-9B9B-490CAE07720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92828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8" name="multi_scale_tokens__0147">
            <ns1:extLst>
              <ns1:ext uri="{FF2B5EF4-FFF2-40B4-BE49-F238E27FC236}">
                <ns2:creationId id="{D3A4A2B0-399A-4BC0-82BE-E9D4EBE5D45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6418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59" name="multi_scale_tokens__0148">
            <ns1:extLst>
              <ns1:ext uri="{FF2B5EF4-FFF2-40B4-BE49-F238E27FC236}">
                <ns2:creationId id="{9D48FEF9-9D49-41D6-ACFC-E6402B46C90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40008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0" name="multi_scale_tokens__0149">
            <ns1:extLst>
              <ns1:ext uri="{FF2B5EF4-FFF2-40B4-BE49-F238E27FC236}">
                <ns2:creationId id="{865914AD-40EE-4394-984F-248A2BDE28A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3599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1" name="multi_scale_tokens__0150">
            <ns1:extLst>
              <ns1:ext uri="{FF2B5EF4-FFF2-40B4-BE49-F238E27FC236}">
                <ns2:creationId id="{4ACDC14D-6CEA-4AC6-A907-D283BB95E1A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189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2" name="multi_scale_tokens__0151">
            <ns1:extLst>
              <ns1:ext uri="{FF2B5EF4-FFF2-40B4-BE49-F238E27FC236}">
                <ns2:creationId id="{2B11801A-F1B8-4C4F-A3BC-023C1FE9E4B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0779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3" name="multi_scale_tokens__0152">
            <ns1:extLst>
              <ns1:ext uri="{FF2B5EF4-FFF2-40B4-BE49-F238E27FC236}">
                <ns2:creationId id="{1365BC66-1507-470F-9C30-351B48C9D36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4369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4" name="multi_scale_tokens__0153">
            <ns1:extLst>
              <ns1:ext uri="{FF2B5EF4-FFF2-40B4-BE49-F238E27FC236}">
                <ns2:creationId id="{5F768F4E-B164-4F10-9E6C-D58588B30F2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960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5" name="multi_scale_tokens__0154">
            <ns1:extLst>
              <ns1:ext uri="{FF2B5EF4-FFF2-40B4-BE49-F238E27FC236}">
                <ns2:creationId id="{37AC128F-782B-4408-8394-3DB1A118A15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1550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6" name="multi_scale_tokens__0155">
            <ns1:extLst>
              <ns1:ext uri="{FF2B5EF4-FFF2-40B4-BE49-F238E27FC236}">
                <ns2:creationId id="{D0E8B919-145D-4F9C-8580-774386D85E9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05140" y="1032774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7" name="multi_scale_tokens__0156">
            <ns1:extLst>
              <ns1:ext uri="{FF2B5EF4-FFF2-40B4-BE49-F238E27FC236}">
                <ns2:creationId id="{1E1326B3-96A4-4DE5-88C9-908C5A8CD3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5647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8" name="multi_scale_tokens__0157">
            <ns1:extLst>
              <ns1:ext uri="{FF2B5EF4-FFF2-40B4-BE49-F238E27FC236}">
                <ns2:creationId id="{155D35CF-2FC6-4FBF-B85B-2CA3355E769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9238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69" name="multi_scale_tokens__0158">
            <ns1:extLst>
              <ns1:ext uri="{FF2B5EF4-FFF2-40B4-BE49-F238E27FC236}">
                <ns2:creationId id="{FE526748-2BF9-4776-B0DF-F623976CDDD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92828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0" name="multi_scale_tokens__0159">
            <ns1:extLst>
              <ns1:ext uri="{FF2B5EF4-FFF2-40B4-BE49-F238E27FC236}">
                <ns2:creationId id="{5F938043-12B1-42CA-A6B5-0330EE066F1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6418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1" name="multi_scale_tokens__0160">
            <ns1:extLst>
              <ns1:ext uri="{FF2B5EF4-FFF2-40B4-BE49-F238E27FC236}">
                <ns2:creationId id="{3FDD3EBA-387E-4733-B226-C9EF7E765B1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40008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2" name="multi_scale_tokens__0161">
            <ns1:extLst>
              <ns1:ext uri="{FF2B5EF4-FFF2-40B4-BE49-F238E27FC236}">
                <ns2:creationId id="{E59D19C6-999D-4849-A64B-851CC93277C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3599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3" name="multi_scale_tokens__0162">
            <ns1:extLst>
              <ns1:ext uri="{FF2B5EF4-FFF2-40B4-BE49-F238E27FC236}">
                <ns2:creationId id="{E443C627-9BDA-4E2B-AD03-ABA4581C995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7189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4" name="multi_scale_tokens__0163">
            <ns1:extLst>
              <ns1:ext uri="{FF2B5EF4-FFF2-40B4-BE49-F238E27FC236}">
                <ns2:creationId id="{A96BDEBE-93E3-41B3-82FB-76DD7A1F9EE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0779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5" name="multi_scale_tokens__0164">
            <ns1:extLst>
              <ns1:ext uri="{FF2B5EF4-FFF2-40B4-BE49-F238E27FC236}">
                <ns2:creationId id="{25A01AD6-4F56-42DE-A179-BD676D8F33D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4369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6" name="multi_scale_tokens__0165">
            <ns1:extLst>
              <ns1:ext uri="{FF2B5EF4-FFF2-40B4-BE49-F238E27FC236}">
                <ns2:creationId id="{5BF9DE63-A9A8-4C05-BF08-9A5CC56FB1A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960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7" name="multi_scale_tokens__0166">
            <ns1:extLst>
              <ns1:ext uri="{FF2B5EF4-FFF2-40B4-BE49-F238E27FC236}">
                <ns2:creationId id="{767347C1-1246-4639-8B81-78D064974AF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1550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8" name="multi_scale_tokens__0167">
            <ns1:extLst>
              <ns1:ext uri="{FF2B5EF4-FFF2-40B4-BE49-F238E27FC236}">
                <ns2:creationId id="{E2B89654-DC00-43B7-81C1-941EEB46C33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05140" y="105636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79" name="multi_scale_tokens__0168">
            <ns1:extLst>
              <ns1:ext uri="{FF2B5EF4-FFF2-40B4-BE49-F238E27FC236}">
                <ns2:creationId id="{AEDC556A-AE16-4864-96D6-C8D00EE677B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21364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0" name="multi_scale_tokens__0169">
            <ns1:extLst>
              <ns1:ext uri="{FF2B5EF4-FFF2-40B4-BE49-F238E27FC236}">
                <ns2:creationId id="{2DBA78B1-683D-4081-B5C5-05EB6B81CE4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953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1" name="multi_scale_tokens__0170">
            <ns1:extLst>
              <ns1:ext uri="{FF2B5EF4-FFF2-40B4-BE49-F238E27FC236}">
                <ns2:creationId id="{2280EB97-ED75-4959-8D40-53444BFF212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8544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2" name="multi_scale_tokens__0171">
            <ns1:extLst>
              <ns1:ext uri="{FF2B5EF4-FFF2-40B4-BE49-F238E27FC236}">
                <ns2:creationId id="{3BE64EE6-95A7-4B9D-87A8-EC693D1FF2B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92134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3" name="multi_scale_tokens__0172">
            <ns1:extLst>
              <ns1:ext uri="{FF2B5EF4-FFF2-40B4-BE49-F238E27FC236}">
                <ns2:creationId id="{D6FDC027-1412-44D3-AAD4-9A1A874CE4B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5724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4" name="multi_scale_tokens__0173">
            <ns1:extLst>
              <ns1:ext uri="{FF2B5EF4-FFF2-40B4-BE49-F238E27FC236}">
                <ns2:creationId id="{64514F49-1A55-4464-A3E5-DE7016C86CF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9315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5" name="multi_scale_tokens__0174">
            <ns1:extLst>
              <ns1:ext uri="{FF2B5EF4-FFF2-40B4-BE49-F238E27FC236}">
                <ns2:creationId id="{59CC45CD-1D1B-4C6E-BD0E-4D22636D1D5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2905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6" name="multi_scale_tokens__0175">
            <ns1:extLst>
              <ns1:ext uri="{FF2B5EF4-FFF2-40B4-BE49-F238E27FC236}">
                <ns2:creationId id="{60493883-ACC9-4AA7-AC6E-0179365C00E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6495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7" name="multi_scale_tokens__0176">
            <ns1:extLst>
              <ns1:ext uri="{FF2B5EF4-FFF2-40B4-BE49-F238E27FC236}">
                <ns2:creationId id="{12DACB19-2039-43B9-BD95-D750E48D040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0085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8" name="multi_scale_tokens__0177">
            <ns1:extLst>
              <ns1:ext uri="{FF2B5EF4-FFF2-40B4-BE49-F238E27FC236}">
                <ns2:creationId id="{353B9917-EE3D-45F0-8A30-3460EA0E276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3676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89" name="multi_scale_tokens__0178">
            <ns1:extLst>
              <ns1:ext uri="{FF2B5EF4-FFF2-40B4-BE49-F238E27FC236}">
                <ns2:creationId id="{0BC52A84-C19F-464D-979E-499A94D0822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266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0" name="multi_scale_tokens__0179">
            <ns1:extLst>
              <ns1:ext uri="{FF2B5EF4-FFF2-40B4-BE49-F238E27FC236}">
                <ns2:creationId id="{7573117F-1213-4F1C-A4D1-6C6F123ADDE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0856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1" name="multi_scale_tokens__0180">
            <ns1:extLst>
              <ns1:ext uri="{FF2B5EF4-FFF2-40B4-BE49-F238E27FC236}">
                <ns2:creationId id="{3D8BCB61-5BBF-4A54-8EC9-35F761A4D37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04446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2" name="multi_scale_tokens__0181">
            <ns1:extLst>
              <ns1:ext uri="{FF2B5EF4-FFF2-40B4-BE49-F238E27FC236}">
                <ns2:creationId id="{CFB41742-C81F-4FCB-A202-E11487BBFA6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28037" y="107093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3" name="multi_scale_tokens__0182">
            <ns1:extLst>
              <ns1:ext uri="{FF2B5EF4-FFF2-40B4-BE49-F238E27FC236}">
                <ns2:creationId id="{C2A6B08C-3BF5-457E-B4C2-D9C56E4B829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21364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4" name="multi_scale_tokens__0183">
            <ns1:extLst>
              <ns1:ext uri="{FF2B5EF4-FFF2-40B4-BE49-F238E27FC236}">
                <ns2:creationId id="{48A9D739-8F5E-48F2-9DB4-57A8E110F73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953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5" name="multi_scale_tokens__0184">
            <ns1:extLst>
              <ns1:ext uri="{FF2B5EF4-FFF2-40B4-BE49-F238E27FC236}">
                <ns2:creationId id="{266F7019-0A84-4790-9344-51ECEF04D96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68544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6" name="multi_scale_tokens__0185">
            <ns1:extLst>
              <ns1:ext uri="{FF2B5EF4-FFF2-40B4-BE49-F238E27FC236}">
                <ns2:creationId id="{B8F03A6C-A025-414C-934F-F867BDAA633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92134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7" name="multi_scale_tokens__0186">
            <ns1:extLst>
              <ns1:ext uri="{FF2B5EF4-FFF2-40B4-BE49-F238E27FC236}">
                <ns2:creationId id="{F2AA9AFA-B0E5-4E1F-AB82-27E4F53BAD8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15724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8" name="multi_scale_tokens__0187">
            <ns1:extLst>
              <ns1:ext uri="{FF2B5EF4-FFF2-40B4-BE49-F238E27FC236}">
                <ns2:creationId id="{0076FEBC-1712-4E96-A20C-5AB9BA237DC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39315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199" name="multi_scale_tokens__0188">
            <ns1:extLst>
              <ns1:ext uri="{FF2B5EF4-FFF2-40B4-BE49-F238E27FC236}">
                <ns2:creationId id="{E2263BAB-CE65-4F25-8DF1-7F517225864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62905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0" name="multi_scale_tokens__0189">
            <ns1:extLst>
              <ns1:ext uri="{FF2B5EF4-FFF2-40B4-BE49-F238E27FC236}">
                <ns2:creationId id="{7B47DC27-A3F1-40B3-A9AD-98EC5C70B4E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386495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1" name="multi_scale_tokens__0190">
            <ns1:extLst>
              <ns1:ext uri="{FF2B5EF4-FFF2-40B4-BE49-F238E27FC236}">
                <ns2:creationId id="{DD839B12-99D4-47A0-8C05-1A7A2C0377A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10085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2" name="multi_scale_tokens__0191">
            <ns1:extLst>
              <ns1:ext uri="{FF2B5EF4-FFF2-40B4-BE49-F238E27FC236}">
                <ns2:creationId id="{54F4D219-1B5C-4AA1-B091-8CF3DDCBD4C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33676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3" name="multi_scale_tokens__0192">
            <ns1:extLst>
              <ns1:ext uri="{FF2B5EF4-FFF2-40B4-BE49-F238E27FC236}">
                <ns2:creationId id="{0A4457BA-C14F-424B-BCC3-8319C8A0E5E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57266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4" name="multi_scale_tokens__0193">
            <ns1:extLst>
              <ns1:ext uri="{FF2B5EF4-FFF2-40B4-BE49-F238E27FC236}">
                <ns2:creationId id="{59B9547C-EA2D-414B-AF17-D8750325806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480856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5" name="multi_scale_tokens__0194">
            <ns1:extLst>
              <ns1:ext uri="{FF2B5EF4-FFF2-40B4-BE49-F238E27FC236}">
                <ns2:creationId id="{21E1F7C3-5B15-4224-97F1-536F6E26774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04446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206" name="multi_scale_tokens__0195">
            <ns1:extLst>
              <ns1:ext uri="{FF2B5EF4-FFF2-40B4-BE49-F238E27FC236}">
                <ns2:creationId id="{D919B335-469A-4C71-98D8-5B569652645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528037" y="1094525"/>
            <ns1:ext cx="23590" cy="23590"/>
          </ns1:xfrm>
          <ns1:prstGeom prst="rect">
            <ns1:avLst/>
          </ns1:prstGeom>
          <ns1:solidFill>
            <ns1:srgbClr val="D5EDB9"/>
          </ns1:solidFill>
          <ns1:ln w="2768">
            <ns1:solidFill>
              <ns1:srgbClr val="56853E"/>
            </ns1:solidFill>
            <ns1:prstDash val="solid"/>
          </ns1:ln>
        </ns0:spPr>
      </ns0:sp>
      <ns0:sp>
        <ns0:nvSpPr>
          <ns0:cNvPr id="380" name="output_image__0346">
            <ns1:extLst>
              <ns1:ext uri="{FF2B5EF4-FFF2-40B4-BE49-F238E27FC236}">
                <ns2:creationId id="{D2E4AF1D-23C1-4DEC-AA72-66EB6D70F2C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126377" y="775024"/>
            <ns1:ext cx="361678" cy="350606"/>
          </ns1:xfrm>
          <ns1:prstGeom prst="rect">
            <ns1:avLst/>
          </ns1:prstGeom>
          <ns1:noFill/>
          <ns1:ln w="4429">
            <ns1:solidFill>
              <ns1:srgbClr val="275874"/>
            </ns1:solidFill>
            <ns1:prstDash val="solid"/>
          </ns1:ln>
        </ns0:spPr>
      </ns0:sp>
      <ns0:sp>
        <ns0:nvSpPr>
          <ns0:cNvPr id="437" name="scale-intermediate-green__0399">
            <ns1:extLst>
              <ns1:ext uri="{FF2B5EF4-FFF2-40B4-BE49-F238E27FC236}">
                <ns2:creationId id="{9188B5E1-9160-41E7-9B14-12785E1EB21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595956" y="219604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38" name="scale-intermediate-green__0400">
            <ns1:extLst>
              <ns1:ext uri="{FF2B5EF4-FFF2-40B4-BE49-F238E27FC236}">
                <ns2:creationId id="{45B19C39-5C4D-4922-ADE5-1EC28019F76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24374" y="219604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39" name="scale-intermediate-green__0401">
            <ns1:extLst>
              <ns1:ext uri="{FF2B5EF4-FFF2-40B4-BE49-F238E27FC236}">
                <ns2:creationId id="{BB83B765-974E-48B0-AB86-290143EE4B3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52791" y="219604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0" name="scale-intermediate-green__0402">
            <ns1:extLst>
              <ns1:ext uri="{FF2B5EF4-FFF2-40B4-BE49-F238E27FC236}">
                <ns2:creationId id="{1F2A4D4A-54A2-4094-AC5A-5555A42D7CE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81209" y="219604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1" name="scale-intermediate-green__0403">
            <ns1:extLst>
              <ns1:ext uri="{FF2B5EF4-FFF2-40B4-BE49-F238E27FC236}">
                <ns2:creationId id="{1BE70DE7-7ED4-47E5-82A8-B91DA56171F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595956" y="2227713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2" name="scale-intermediate-green__0404">
            <ns1:extLst>
              <ns1:ext uri="{FF2B5EF4-FFF2-40B4-BE49-F238E27FC236}">
                <ns2:creationId id="{5EF87EB9-9E6A-4043-A319-FE9F55D61C6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24374" y="2227713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3" name="scale-intermediate-green__0405">
            <ns1:extLst>
              <ns1:ext uri="{FF2B5EF4-FFF2-40B4-BE49-F238E27FC236}">
                <ns2:creationId id="{D85D316D-B2FC-4E8A-91DA-3148CA4DD48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52791" y="2227713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4" name="scale-intermediate-green__0406">
            <ns1:extLst>
              <ns1:ext uri="{FF2B5EF4-FFF2-40B4-BE49-F238E27FC236}">
                <ns2:creationId id="{2BF73AB8-1138-48DA-841F-D1E4396DDF6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81209" y="2227713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5" name="scale-intermediate-green__0407">
            <ns1:extLst>
              <ns1:ext uri="{FF2B5EF4-FFF2-40B4-BE49-F238E27FC236}">
                <ns2:creationId id="{76083F72-CA1B-40FF-82C7-A045DAB1F43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595956" y="225937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6" name="scale-intermediate-green__0408">
            <ns1:extLst>
              <ns1:ext uri="{FF2B5EF4-FFF2-40B4-BE49-F238E27FC236}">
                <ns2:creationId id="{B94B03AF-D543-4A8C-B230-8282D997802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24374" y="225937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7" name="scale-intermediate-green__0409">
            <ns1:extLst>
              <ns1:ext uri="{FF2B5EF4-FFF2-40B4-BE49-F238E27FC236}">
                <ns2:creationId id="{E562AB97-3486-41A2-83A7-3CE58E92DDF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52791" y="225937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8" name="scale-intermediate-green__0410">
            <ns1:extLst>
              <ns1:ext uri="{FF2B5EF4-FFF2-40B4-BE49-F238E27FC236}">
                <ns2:creationId id="{BE0740B6-8C92-4589-A82F-203F09D9833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81209" y="2259378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49" name="scale-intermediate-green__0411">
            <ns1:extLst>
              <ns1:ext uri="{FF2B5EF4-FFF2-40B4-BE49-F238E27FC236}">
                <ns2:creationId id="{FD739E05-AC0E-4D37-A626-36716A318AB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595956" y="2291044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50" name="scale-intermediate-green__0412">
            <ns1:extLst>
              <ns1:ext uri="{FF2B5EF4-FFF2-40B4-BE49-F238E27FC236}">
                <ns2:creationId id="{426ADC90-D4B4-44C8-97A0-FBC62A835EE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24374" y="2291044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51" name="scale-intermediate-green__0413">
            <ns1:extLst>
              <ns1:ext uri="{FF2B5EF4-FFF2-40B4-BE49-F238E27FC236}">
                <ns2:creationId id="{5D1238EA-DFBD-480F-99E6-C155869A129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52791" y="2291044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52" name="scale-intermediate-green__0414">
            <ns1:extLst>
              <ns1:ext uri="{FF2B5EF4-FFF2-40B4-BE49-F238E27FC236}">
                <ns2:creationId id="{DD9920CB-73C1-4941-AF09-A1A0A34C9CA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681209" y="2291044"/>
            <ns1:ext cx="28418" cy="31665"/>
          </ns1:xfrm>
          <ns1:prstGeom prst="rect">
            <ns1:avLst/>
          </ns1:prstGeom>
          <ns1:solidFill>
            <ns1:srgbClr val="DDF0B8"/>
          </ns1:solidFill>
          <ns1:ln w="2399">
            <ns1:solidFill>
              <ns1:srgbClr val="6F913C"/>
            </ns1:solidFill>
            <ns1:prstDash val="solid"/>
          </ns1:ln>
        </ns0:spPr>
      </ns0:sp>
      <ns0:sp>
        <ns0:nvSpPr>
          <ns0:cNvPr id="454" name="scale-intermediate-orange__0416">
            <ns1:extLst>
              <ns1:ext uri="{FF2B5EF4-FFF2-40B4-BE49-F238E27FC236}">
                <ns2:creationId id="{56A6CC44-CE29-4451-8008-8269D1BAD54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55" name="scale-intermediate-orange__0417">
            <ns1:extLst>
              <ns1:ext uri="{FF2B5EF4-FFF2-40B4-BE49-F238E27FC236}">
                <ns2:creationId id="{C4B45069-AB3E-4755-913A-E20FC0ABFF1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56" name="scale-intermediate-orange__0418">
            <ns1:extLst>
              <ns1:ext uri="{FF2B5EF4-FFF2-40B4-BE49-F238E27FC236}">
                <ns2:creationId id="{77255B00-2F9E-4B79-8D2D-141C3A5265C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57" name="scale-intermediate-orange__0419">
            <ns1:extLst>
              <ns1:ext uri="{FF2B5EF4-FFF2-40B4-BE49-F238E27FC236}">
                <ns2:creationId id="{47C83050-D03D-4B2F-B800-0C8201A0F75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58" name="scale-intermediate-orange__0420">
            <ns1:extLst>
              <ns1:ext uri="{FF2B5EF4-FFF2-40B4-BE49-F238E27FC236}">
                <ns2:creationId id="{3D1DF7DC-B5F1-4476-A730-7EF82098802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59" name="scale-intermediate-orange__0421">
            <ns1:extLst>
              <ns1:ext uri="{FF2B5EF4-FFF2-40B4-BE49-F238E27FC236}">
                <ns2:creationId id="{573B67B2-E9EA-4383-A28E-56E2A447B8F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166818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0" name="scale-intermediate-orange__0422">
            <ns1:extLst>
              <ns1:ext uri="{FF2B5EF4-FFF2-40B4-BE49-F238E27FC236}">
                <ns2:creationId id="{B8D315AD-7A87-4822-8A4D-E4495E8B27D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1" name="scale-intermediate-orange__0423">
            <ns1:extLst>
              <ns1:ext uri="{FF2B5EF4-FFF2-40B4-BE49-F238E27FC236}">
                <ns2:creationId id="{81CF0F5A-08F1-444F-8F49-46904907185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2" name="scale-intermediate-orange__0424">
            <ns1:extLst>
              <ns1:ext uri="{FF2B5EF4-FFF2-40B4-BE49-F238E27FC236}">
                <ns2:creationId id="{475A1018-BA3A-4E3F-ABA4-9A95634DA4B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3" name="scale-intermediate-orange__0425">
            <ns1:extLst>
              <ns1:ext uri="{FF2B5EF4-FFF2-40B4-BE49-F238E27FC236}">
                <ns2:creationId id="{75AA96C7-4309-4702-9720-C476EC9F720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4" name="scale-intermediate-orange__0426">
            <ns1:extLst>
              <ns1:ext uri="{FF2B5EF4-FFF2-40B4-BE49-F238E27FC236}">
                <ns2:creationId id="{5E031AFA-6F3C-4798-977D-F25EAAD375E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5" name="scale-intermediate-orange__0427">
            <ns1:extLst>
              <ns1:ext uri="{FF2B5EF4-FFF2-40B4-BE49-F238E27FC236}">
                <ns2:creationId id="{22924844-757F-4D46-8F4A-54D70A1AC54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194976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6" name="scale-intermediate-orange__0428">
            <ns1:extLst>
              <ns1:ext uri="{FF2B5EF4-FFF2-40B4-BE49-F238E27FC236}">
                <ns2:creationId id="{19B2E7EA-0C3D-4ABC-BB72-3D0F4EC43CD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7" name="scale-intermediate-orange__0429">
            <ns1:extLst>
              <ns1:ext uri="{FF2B5EF4-FFF2-40B4-BE49-F238E27FC236}">
                <ns2:creationId id="{4169B8C1-DDD1-4DF9-A81A-8290C6C68F3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8" name="scale-intermediate-orange__0430">
            <ns1:extLst>
              <ns1:ext uri="{FF2B5EF4-FFF2-40B4-BE49-F238E27FC236}">
                <ns2:creationId id="{FCB9BBB1-7DA1-41A9-9B3B-66599662CF7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69" name="scale-intermediate-orange__0431">
            <ns1:extLst>
              <ns1:ext uri="{FF2B5EF4-FFF2-40B4-BE49-F238E27FC236}">
                <ns2:creationId id="{7B26304E-AD5F-41B0-9752-33D7CD49737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0" name="scale-intermediate-orange__0432">
            <ns1:extLst>
              <ns1:ext uri="{FF2B5EF4-FFF2-40B4-BE49-F238E27FC236}">
                <ns2:creationId id="{81BEBA93-5846-4140-BF99-249A76A490A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1" name="scale-intermediate-orange__0433">
            <ns1:extLst>
              <ns1:ext uri="{FF2B5EF4-FFF2-40B4-BE49-F238E27FC236}">
                <ns2:creationId id="{F62CCDB9-6342-4949-991E-A64248DCB57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223101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2" name="scale-intermediate-orange__0434">
            <ns1:extLst>
              <ns1:ext uri="{FF2B5EF4-FFF2-40B4-BE49-F238E27FC236}">
                <ns2:creationId id="{49BEBF52-52AD-43F4-A352-27CD5269B74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3" name="scale-intermediate-orange__0435">
            <ns1:extLst>
              <ns1:ext uri="{FF2B5EF4-FFF2-40B4-BE49-F238E27FC236}">
                <ns2:creationId id="{0265E425-222B-4675-8CE8-273DF4D12AA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4" name="scale-intermediate-orange__0436">
            <ns1:extLst>
              <ns1:ext uri="{FF2B5EF4-FFF2-40B4-BE49-F238E27FC236}">
                <ns2:creationId id="{218B69F0-43CB-488A-A838-2AB0DC23A08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5" name="scale-intermediate-orange__0437">
            <ns1:extLst>
              <ns1:ext uri="{FF2B5EF4-FFF2-40B4-BE49-F238E27FC236}">
                <ns2:creationId id="{EECA8D0C-48DE-4325-B738-74CCD4EDAD8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6" name="scale-intermediate-orange__0438">
            <ns1:extLst>
              <ns1:ext uri="{FF2B5EF4-FFF2-40B4-BE49-F238E27FC236}">
                <ns2:creationId id="{93F2AD0A-ABEB-4836-87BA-5B31F886A57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7" name="scale-intermediate-orange__0439">
            <ns1:extLst>
              <ns1:ext uri="{FF2B5EF4-FFF2-40B4-BE49-F238E27FC236}">
                <ns2:creationId id="{CAFDA318-3A98-4DE6-B224-54548F7F61F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251259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8" name="scale-intermediate-orange__0440">
            <ns1:extLst>
              <ns1:ext uri="{FF2B5EF4-FFF2-40B4-BE49-F238E27FC236}">
                <ns2:creationId id="{1E05B09D-E6A9-4D82-AA18-A384AE715B9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79" name="scale-intermediate-orange__0441">
            <ns1:extLst>
              <ns1:ext uri="{FF2B5EF4-FFF2-40B4-BE49-F238E27FC236}">
                <ns2:creationId id="{C0C08463-3A7B-4A08-B3CC-68C68CB94BE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0" name="scale-intermediate-orange__0442">
            <ns1:extLst>
              <ns1:ext uri="{FF2B5EF4-FFF2-40B4-BE49-F238E27FC236}">
                <ns2:creationId id="{C2875325-641E-4291-96B2-5075BE63D611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1" name="scale-intermediate-orange__0443">
            <ns1:extLst>
              <ns1:ext uri="{FF2B5EF4-FFF2-40B4-BE49-F238E27FC236}">
                <ns2:creationId id="{9B4DF498-05E3-45B3-A900-A0A4CD36D44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2" name="scale-intermediate-orange__0444">
            <ns1:extLst>
              <ns1:ext uri="{FF2B5EF4-FFF2-40B4-BE49-F238E27FC236}">
                <ns2:creationId id="{7A036CDE-84C7-4EC7-867D-9302D3E89E6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3" name="scale-intermediate-orange__0445">
            <ns1:extLst>
              <ns1:ext uri="{FF2B5EF4-FFF2-40B4-BE49-F238E27FC236}">
                <ns2:creationId id="{9E79270B-26A9-4A3A-BBB3-340863B3755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279417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4" name="scale-intermediate-orange__0446">
            <ns1:extLst>
              <ns1:ext uri="{FF2B5EF4-FFF2-40B4-BE49-F238E27FC236}">
                <ns2:creationId id="{9C59F464-3BC1-4A94-8152-2D545A76DF8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03810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5" name="scale-intermediate-orange__0447">
            <ns1:extLst>
              <ns1:ext uri="{FF2B5EF4-FFF2-40B4-BE49-F238E27FC236}">
                <ns2:creationId id="{AD33B4CD-5B79-4CC8-9A98-B8201CCB529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29792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6" name="scale-intermediate-orange__0448">
            <ns1:extLst>
              <ns1:ext uri="{FF2B5EF4-FFF2-40B4-BE49-F238E27FC236}">
                <ns2:creationId id="{9B760D1C-972C-49A6-B12F-A2A64818BB3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55774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7" name="scale-intermediate-orange__0449">
            <ns1:extLst>
              <ns1:ext uri="{FF2B5EF4-FFF2-40B4-BE49-F238E27FC236}">
                <ns2:creationId id="{FCB9059F-06ED-42F0-B130-81F1264B085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881755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8" name="scale-intermediate-orange__0450">
            <ns1:extLst>
              <ns1:ext uri="{FF2B5EF4-FFF2-40B4-BE49-F238E27FC236}">
                <ns2:creationId id="{9A031FBE-7D97-4443-80C7-F81C50F21E4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07737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89" name="scale-intermediate-orange__0451">
            <ns1:extLst>
              <ns1:ext uri="{FF2B5EF4-FFF2-40B4-BE49-F238E27FC236}">
                <ns2:creationId id="{B57037FA-BF7B-4B9B-8E69-010135B8394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933719" y="2307542"/>
            <ns1:ext cx="25982" cy="28158"/>
          </ns1:xfrm>
          <ns1:prstGeom prst="rect">
            <ns1:avLst/>
          </ns1:prstGeom>
          <ns1:solidFill>
            <ns1:srgbClr val="FFEBCF"/>
          </ns1:solidFill>
          <ns1:ln w="2399">
            <ns1:solidFill>
              <ns1:srgbClr val="AE5D20"/>
            </ns1:solidFill>
            <ns1:prstDash val="solid"/>
          </ns1:ln>
        </ns0:spPr>
      </ns0:sp>
      <ns0:sp>
        <ns0:nvSpPr>
          <ns0:cNvPr id="492" name="scale-8__0454">
            <ns1:extLst>
              <ns1:ext uri="{FF2B5EF4-FFF2-40B4-BE49-F238E27FC236}">
                <ns2:creationId id="{69D1D210-DC87-4EF0-8329-306B4D1E4C6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3" name="scale-8__0455">
            <ns1:extLst>
              <ns1:ext uri="{FF2B5EF4-FFF2-40B4-BE49-F238E27FC236}">
                <ns2:creationId id="{336CD5DF-4D4B-4A0D-B5F7-FBA1F771B49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4" name="scale-8__0456">
            <ns1:extLst>
              <ns1:ext uri="{FF2B5EF4-FFF2-40B4-BE49-F238E27FC236}">
                <ns2:creationId id="{32024010-A4B5-48B6-852E-3F8BDD4A3E4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5" name="scale-8__0457">
            <ns1:extLst>
              <ns1:ext uri="{FF2B5EF4-FFF2-40B4-BE49-F238E27FC236}">
                <ns2:creationId id="{5B357287-BD25-48A7-956A-C4BBD1A3C2A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6" name="scale-8__0458">
            <ns1:extLst>
              <ns1:ext uri="{FF2B5EF4-FFF2-40B4-BE49-F238E27FC236}">
                <ns2:creationId id="{C02A3280-7680-4A2F-8358-D7E93B99E52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7" name="scale-8__0459">
            <ns1:extLst>
              <ns1:ext uri="{FF2B5EF4-FFF2-40B4-BE49-F238E27FC236}">
                <ns2:creationId id="{5FD4A914-C8A1-4ED9-A8E5-08484821CA1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8" name="scale-8__0460">
            <ns1:extLst>
              <ns1:ext uri="{FF2B5EF4-FFF2-40B4-BE49-F238E27FC236}">
                <ns2:creationId id="{C635227A-EF52-4AFB-AB45-EEBE8D2D76B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499" name="scale-8__0461">
            <ns1:extLst>
              <ns1:ext uri="{FF2B5EF4-FFF2-40B4-BE49-F238E27FC236}">
                <ns2:creationId id="{BA712F51-4484-4531-B420-26EAA292957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11160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0" name="scale-8__0462">
            <ns1:extLst>
              <ns1:ext uri="{FF2B5EF4-FFF2-40B4-BE49-F238E27FC236}">
                <ns2:creationId id="{15B5D938-384E-4ADF-9DE8-CB823E7D029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1" name="scale-8__0463">
            <ns1:extLst>
              <ns1:ext uri="{FF2B5EF4-FFF2-40B4-BE49-F238E27FC236}">
                <ns2:creationId id="{688C0F9B-2560-4F21-A5A6-C543AFA3A22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2" name="scale-8__0464">
            <ns1:extLst>
              <ns1:ext uri="{FF2B5EF4-FFF2-40B4-BE49-F238E27FC236}">
                <ns2:creationId id="{CD630F5C-B477-491C-8E25-AC350B22828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3" name="scale-8__0465">
            <ns1:extLst>
              <ns1:ext uri="{FF2B5EF4-FFF2-40B4-BE49-F238E27FC236}">
                <ns2:creationId id="{3D5AFB9A-6A45-46D7-928C-56F990762F5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4" name="scale-8__0466">
            <ns1:extLst>
              <ns1:ext uri="{FF2B5EF4-FFF2-40B4-BE49-F238E27FC236}">
                <ns2:creationId id="{F8C72A13-0AAF-42AD-97D3-7455AC94C1B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5" name="scale-8__0467">
            <ns1:extLst>
              <ns1:ext uri="{FF2B5EF4-FFF2-40B4-BE49-F238E27FC236}">
                <ns2:creationId id="{1060F885-D6D0-43AD-98FC-DF25CABDD8A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6" name="scale-8__0468">
            <ns1:extLst>
              <ns1:ext uri="{FF2B5EF4-FFF2-40B4-BE49-F238E27FC236}">
                <ns2:creationId id="{A6C5D4D1-AE03-404F-BA6F-1629FEEF712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7" name="scale-8__0469">
            <ns1:extLst>
              <ns1:ext uri="{FF2B5EF4-FFF2-40B4-BE49-F238E27FC236}">
                <ns2:creationId id="{A7EBFAFC-EE7E-4D01-A0C0-DD8AE639943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141649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8" name="scale-8__0470">
            <ns1:extLst>
              <ns1:ext uri="{FF2B5EF4-FFF2-40B4-BE49-F238E27FC236}">
                <ns2:creationId id="{F9997F80-5355-4DB2-A8D2-9460C5A4A1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09" name="scale-8__0471">
            <ns1:extLst>
              <ns1:ext uri="{FF2B5EF4-FFF2-40B4-BE49-F238E27FC236}">
                <ns2:creationId id="{96DD7266-DA46-4CC2-AE79-62027DDF299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0" name="scale-8__0472">
            <ns1:extLst>
              <ns1:ext uri="{FF2B5EF4-FFF2-40B4-BE49-F238E27FC236}">
                <ns2:creationId id="{2046D963-0321-459C-8A36-7DC7753E40C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1" name="scale-8__0473">
            <ns1:extLst>
              <ns1:ext uri="{FF2B5EF4-FFF2-40B4-BE49-F238E27FC236}">
                <ns2:creationId id="{5F6F7AF1-8183-4CE4-A5C3-A3AB75AE6EE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2" name="scale-8__0474">
            <ns1:extLst>
              <ns1:ext uri="{FF2B5EF4-FFF2-40B4-BE49-F238E27FC236}">
                <ns2:creationId id="{247ACF51-AD35-4F27-AAE7-0C6B2D5F29E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3" name="scale-8__0475">
            <ns1:extLst>
              <ns1:ext uri="{FF2B5EF4-FFF2-40B4-BE49-F238E27FC236}">
                <ns2:creationId id="{9C75E61F-BE69-4F9B-AB33-9E3173C839F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4" name="scale-8__0476">
            <ns1:extLst>
              <ns1:ext uri="{FF2B5EF4-FFF2-40B4-BE49-F238E27FC236}">
                <ns2:creationId id="{5E477DDD-D3D4-4B8E-B316-83821676AEC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5" name="scale-8__0477">
            <ns1:extLst>
              <ns1:ext uri="{FF2B5EF4-FFF2-40B4-BE49-F238E27FC236}">
                <ns2:creationId id="{2395BD64-31CD-4E2D-B1C7-8C4671724B97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171690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6" name="scale-8__0478">
            <ns1:extLst>
              <ns1:ext uri="{FF2B5EF4-FFF2-40B4-BE49-F238E27FC236}">
                <ns2:creationId id="{7EE71314-BB2E-4CAC-8F60-B352666D75D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7" name="scale-8__0479">
            <ns1:extLst>
              <ns1:ext uri="{FF2B5EF4-FFF2-40B4-BE49-F238E27FC236}">
                <ns2:creationId id="{EA198029-D711-4D93-B8DD-77AC3E323D4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8" name="scale-8__0480">
            <ns1:extLst>
              <ns1:ext uri="{FF2B5EF4-FFF2-40B4-BE49-F238E27FC236}">
                <ns2:creationId id="{92BE2CD0-0BA3-4FC8-8471-D9D9B4A7B00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19" name="scale-8__0481">
            <ns1:extLst>
              <ns1:ext uri="{FF2B5EF4-FFF2-40B4-BE49-F238E27FC236}">
                <ns2:creationId id="{DF8C4CC0-D0A9-49AA-9665-1115888AAFA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0" name="scale-8__0482">
            <ns1:extLst>
              <ns1:ext uri="{FF2B5EF4-FFF2-40B4-BE49-F238E27FC236}">
                <ns2:creationId id="{BC624AD1-AC54-4557-997A-03550A11838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1" name="scale-8__0483">
            <ns1:extLst>
              <ns1:ext uri="{FF2B5EF4-FFF2-40B4-BE49-F238E27FC236}">
                <ns2:creationId id="{45EA1180-BEB5-4E4B-B3EF-EA6D7241929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2" name="scale-8__0484">
            <ns1:extLst>
              <ns1:ext uri="{FF2B5EF4-FFF2-40B4-BE49-F238E27FC236}">
                <ns2:creationId id="{C8C627C6-3606-46AE-8A03-0D0DB6B1702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3" name="scale-8__0485">
            <ns1:extLst>
              <ns1:ext uri="{FF2B5EF4-FFF2-40B4-BE49-F238E27FC236}">
                <ns2:creationId id="{6A43F2AF-3C89-40D6-8EEE-8C76FD06433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201731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4" name="scale-8__0486">
            <ns1:extLst>
              <ns1:ext uri="{FF2B5EF4-FFF2-40B4-BE49-F238E27FC236}">
                <ns2:creationId id="{7E374D73-6FA3-4010-B021-3D81883A455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5" name="scale-8__0487">
            <ns1:extLst>
              <ns1:ext uri="{FF2B5EF4-FFF2-40B4-BE49-F238E27FC236}">
                <ns2:creationId id="{64B56748-8B14-4A0B-80DB-E3BA6DECDD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6" name="scale-8__0488">
            <ns1:extLst>
              <ns1:ext uri="{FF2B5EF4-FFF2-40B4-BE49-F238E27FC236}">
                <ns2:creationId id="{0BB78A84-6778-414D-AAF4-40C3369E7FF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7" name="scale-8__0489">
            <ns1:extLst>
              <ns1:ext uri="{FF2B5EF4-FFF2-40B4-BE49-F238E27FC236}">
                <ns2:creationId id="{B34BB35D-5DF7-45F0-8657-C087DAF025A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8" name="scale-8__0490">
            <ns1:extLst>
              <ns1:ext uri="{FF2B5EF4-FFF2-40B4-BE49-F238E27FC236}">
                <ns2:creationId id="{A31F5D11-E3C2-4450-BFB3-CD8F7936EF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29" name="scale-8__0491">
            <ns1:extLst>
              <ns1:ext uri="{FF2B5EF4-FFF2-40B4-BE49-F238E27FC236}">
                <ns2:creationId id="{F945C55A-4697-4FBD-B782-9B00308EDED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0" name="scale-8__0492">
            <ns1:extLst>
              <ns1:ext uri="{FF2B5EF4-FFF2-40B4-BE49-F238E27FC236}">
                <ns2:creationId id="{176BAE70-5374-47C8-B019-58B3A9BD546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1" name="scale-8__0493">
            <ns1:extLst>
              <ns1:ext uri="{FF2B5EF4-FFF2-40B4-BE49-F238E27FC236}">
                <ns2:creationId id="{5E07E607-0F8B-4484-87ED-F0927296B20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231773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2" name="scale-8__0494">
            <ns1:extLst>
              <ns1:ext uri="{FF2B5EF4-FFF2-40B4-BE49-F238E27FC236}">
                <ns2:creationId id="{193A1E7A-FD2E-4084-A36B-6521057CA405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3" name="scale-8__0495">
            <ns1:extLst>
              <ns1:ext uri="{FF2B5EF4-FFF2-40B4-BE49-F238E27FC236}">
                <ns2:creationId id="{DCDF3942-F6FE-4B22-8708-0F6227FCDA7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4" name="scale-8__0496">
            <ns1:extLst>
              <ns1:ext uri="{FF2B5EF4-FFF2-40B4-BE49-F238E27FC236}">
                <ns2:creationId id="{AD3C7DBE-259D-4C85-AF69-C3702EF7F7F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5" name="scale-8__0497">
            <ns1:extLst>
              <ns1:ext uri="{FF2B5EF4-FFF2-40B4-BE49-F238E27FC236}">
                <ns2:creationId id="{E497CB6F-8F76-42E5-A869-D8A2B7D6BC6F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6" name="scale-8__0498">
            <ns1:extLst>
              <ns1:ext uri="{FF2B5EF4-FFF2-40B4-BE49-F238E27FC236}">
                <ns2:creationId id="{0BFD01A8-5A7F-4379-9121-E303FE814DB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7" name="scale-8__0499">
            <ns1:extLst>
              <ns1:ext uri="{FF2B5EF4-FFF2-40B4-BE49-F238E27FC236}">
                <ns2:creationId id="{968592FE-5CD1-45A6-B8FA-EEB0A44206D4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8" name="scale-8__0500">
            <ns1:extLst>
              <ns1:ext uri="{FF2B5EF4-FFF2-40B4-BE49-F238E27FC236}">
                <ns2:creationId id="{5B4C7AB7-E535-4DAE-A168-259827A60A9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39" name="scale-8__0501">
            <ns1:extLst>
              <ns1:ext uri="{FF2B5EF4-FFF2-40B4-BE49-F238E27FC236}">
                <ns2:creationId id="{A64AF827-8AB4-44F2-8AE4-62F81C453D6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261814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0" name="scale-8__0502">
            <ns1:extLst>
              <ns1:ext uri="{FF2B5EF4-FFF2-40B4-BE49-F238E27FC236}">
                <ns2:creationId id="{6D3E5830-2BF5-4603-88B0-65258F659729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1" name="scale-8__0503">
            <ns1:extLst>
              <ns1:ext uri="{FF2B5EF4-FFF2-40B4-BE49-F238E27FC236}">
                <ns2:creationId id="{8E76C951-1B96-4CA0-BA91-4CD751F85C4E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2" name="scale-8__0504">
            <ns1:extLst>
              <ns1:ext uri="{FF2B5EF4-FFF2-40B4-BE49-F238E27FC236}">
                <ns2:creationId id="{B2372324-E6C4-4D81-907C-D5304F01EED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3" name="scale-8__0505">
            <ns1:extLst>
              <ns1:ext uri="{FF2B5EF4-FFF2-40B4-BE49-F238E27FC236}">
                <ns2:creationId id="{0AF89F42-A507-471D-BBEC-93EB3D4192D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4" name="scale-8__0506">
            <ns1:extLst>
              <ns1:ext uri="{FF2B5EF4-FFF2-40B4-BE49-F238E27FC236}">
                <ns2:creationId id="{1505D9FD-B3C4-4F8A-850A-5877DDF2E50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5" name="scale-8__0507">
            <ns1:extLst>
              <ns1:ext uri="{FF2B5EF4-FFF2-40B4-BE49-F238E27FC236}">
                <ns2:creationId id="{7A31DDE6-065B-4B7C-92B6-5D8415E4E0F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6" name="scale-8__0508">
            <ns1:extLst>
              <ns1:ext uri="{FF2B5EF4-FFF2-40B4-BE49-F238E27FC236}">
                <ns2:creationId id="{4F5E33F3-708E-4127-BFDD-79C76BF4889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7" name="scale-8__0509">
            <ns1:extLst>
              <ns1:ext uri="{FF2B5EF4-FFF2-40B4-BE49-F238E27FC236}">
                <ns2:creationId id="{87F89D20-E30B-403B-8440-93F20ED0CA43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291855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8" name="scale-8__0510">
            <ns1:extLst>
              <ns1:ext uri="{FF2B5EF4-FFF2-40B4-BE49-F238E27FC236}">
                <ns2:creationId id="{84E283C3-D5A8-4473-89D6-9258C6B9425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53884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49" name="scale-8__0511">
            <ns1:extLst>
              <ns1:ext uri="{FF2B5EF4-FFF2-40B4-BE49-F238E27FC236}">
                <ns2:creationId id="{3DC0215F-37B1-46AB-A27E-5E63C57BA3F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081100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0" name="scale-8__0512">
            <ns1:extLst>
              <ns1:ext uri="{FF2B5EF4-FFF2-40B4-BE49-F238E27FC236}">
                <ns2:creationId id="{F1E08807-46E7-4B21-9FF3-0FC204504F9A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08284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1" name="scale-8__0513">
            <ns1:extLst>
              <ns1:ext uri="{FF2B5EF4-FFF2-40B4-BE49-F238E27FC236}">
                <ns2:creationId id="{24A77286-2CB7-417D-84C7-3DD24839E8CD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35500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2" name="scale-8__0514">
            <ns1:extLst>
              <ns1:ext uri="{FF2B5EF4-FFF2-40B4-BE49-F238E27FC236}">
                <ns2:creationId id="{34358C88-BB8E-4808-92FE-79E8E180EC5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62683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3" name="scale-8__0515">
            <ns1:extLst>
              <ns1:ext uri="{FF2B5EF4-FFF2-40B4-BE49-F238E27FC236}">
                <ns2:creationId id="{21F78B20-CC9B-47DF-BE3C-4376F80CCC7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189866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4" name="scale-8__0516">
            <ns1:extLst>
              <ns1:ext uri="{FF2B5EF4-FFF2-40B4-BE49-F238E27FC236}">
                <ns2:creationId id="{42842C93-8297-4D9B-975E-71A4635CE64B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17082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555" name="scale-8__0517">
            <ns1:extLst>
              <ns1:ext uri="{FF2B5EF4-FFF2-40B4-BE49-F238E27FC236}">
                <ns2:creationId id="{C42D2DA7-D7E0-4FBF-AE1F-B60EF67CAD98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1244266" y="2321897"/>
            <ns1:ext cx="27216" cy="30042"/>
          </ns1:xfrm>
          <ns1:prstGeom prst="rect">
            <ns1:avLst/>
          </ns1:prstGeom>
          <ns1:solidFill>
            <ns1:srgbClr val="EFD7F6"/>
          </ns1:solidFill>
          <ns1:ln w="2399">
            <ns1:solidFill>
              <ns1:srgbClr val="72427D"/>
            </ns1:solidFill>
            <ns1:prstDash val="solid"/>
          </ns1:ln>
        </ns0:spPr>
      </ns0:sp>
      <ns0:sp>
        <ns0:nvSpPr>
          <ns0:cNvPr id="2116" name="new_coarse__s1_110">
            <ns1:extLst>
              <ns1:ext uri="{FF2B5EF4-FFF2-40B4-BE49-F238E27FC236}">
                <ns2:creationId id="{99C71FEC-BF38-4145-A6B2-B2C50080B70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235460" y="2235020"/>
            <ns1:ext cx="71450" cy="74698"/>
          </ns1:xfrm>
          <ns1:prstGeom prst="rect">
            <ns1:avLst/>
          </ns1:prstGeom>
          <ns1:solidFill>
            <ns1:srgbClr val="B9DFFD"/>
          </ns1:solidFill>
          <ns1:ln w="3137">
            <ns1:solidFill>
              <ns1:srgbClr val="2C6BB0"/>
            </ns1:solidFill>
            <ns1:prstDash val="solid"/>
          </ns1:ln>
        </ns0:spPr>
      </ns0:sp>
      <ns0:sp>
        <ns0:nvSpPr>
          <ns0:cNvPr id="2117" name="new_coarse__s2_111">
            <ns1:extLst>
              <ns1:ext uri="{FF2B5EF4-FFF2-40B4-BE49-F238E27FC236}">
                <ns2:creationId id="{DC019181-0ADD-41F0-BC73-3EDFD22CE0DC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401093" y="2212286"/>
            <ns1:ext cx="51963" cy="51963"/>
          </ns1:xfrm>
          <ns1:prstGeom prst="rect">
            <ns1:avLst/>
          </ns1:prstGeom>
          <ns1:solidFill>
            <ns1:srgbClr val="B9DFFD"/>
          </ns1:solidFill>
          <ns1:ln w="3137">
            <ns1:solidFill>
              <ns1:srgbClr val="2C6BB0"/>
            </ns1:solidFill>
            <ns1:prstDash val="solid"/>
          </ns1:ln>
        </ns0:spPr>
      </ns0:sp>
      <ns0:sp>
        <ns0:nvSpPr>
          <ns0:cNvPr id="2118" name="new_coarse__s2_112">
            <ns1:extLst>
              <ns1:ext uri="{FF2B5EF4-FFF2-40B4-BE49-F238E27FC236}">
                <ns2:creationId id="{50F1D0BC-8727-466F-B97B-51B3E135A316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453057" y="2212286"/>
            <ns1:ext cx="51963" cy="51963"/>
          </ns1:xfrm>
          <ns1:prstGeom prst="rect">
            <ns1:avLst/>
          </ns1:prstGeom>
          <ns1:solidFill>
            <ns1:srgbClr val="B9DFFD"/>
          </ns1:solidFill>
          <ns1:ln w="3137">
            <ns1:solidFill>
              <ns1:srgbClr val="2C6BB0"/>
            </ns1:solidFill>
            <ns1:prstDash val="solid"/>
          </ns1:ln>
        </ns0:spPr>
      </ns0:sp>
      <ns0:sp>
        <ns0:nvSpPr>
          <ns0:cNvPr id="2119" name="new_coarse__s2_113">
            <ns1:extLst>
              <ns1:ext uri="{FF2B5EF4-FFF2-40B4-BE49-F238E27FC236}">
                <ns2:creationId id="{20752EBD-1C25-4BE6-8EB0-CDBE5482E970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401093" y="2264250"/>
            <ns1:ext cx="51963" cy="51963"/>
          </ns1:xfrm>
          <ns1:prstGeom prst="rect">
            <ns1:avLst/>
          </ns1:prstGeom>
          <ns1:solidFill>
            <ns1:srgbClr val="B9DFFD"/>
          </ns1:solidFill>
          <ns1:ln w="3137">
            <ns1:solidFill>
              <ns1:srgbClr val="2C6BB0"/>
            </ns1:solidFill>
            <ns1:prstDash val="solid"/>
          </ns1:ln>
        </ns0:spPr>
      </ns0:sp>
      <ns0:sp>
        <ns0:nvSpPr>
          <ns0:cNvPr id="2120" name="new_coarse__s2_114">
            <ns1:extLst>
              <ns1:ext uri="{FF2B5EF4-FFF2-40B4-BE49-F238E27FC236}">
                <ns2:creationId id="{6D980F0B-C2D5-4190-81E1-78B3E5E02E32}"/>
              </ns1:ext>
            </ns1:extLst>
          </ns0:cNvPr>
          <ns0:cNvSpPr>
            <ns1:spLocks noGrp="1"/>
          </ns0:cNvSpPr>
          <ns0:nvPr/>
        </ns0:nvSpPr>
        <ns0:spPr>
          <ns1:xfrm rot="0" flipH="0" flipV="0">
            <ns1:off x="453057" y="2264250"/>
            <ns1:ext cx="51963" cy="51963"/>
          </ns1:xfrm>
          <ns1:prstGeom prst="rect">
            <ns1:avLst/>
          </ns1:prstGeom>
          <ns1:solidFill>
            <ns1:srgbClr val="B9DFFD"/>
          </ns1:solidFill>
          <ns1:ln w="3137">
            <ns1:solidFill>
              <ns1:srgbClr val="2C6BB0"/>
            </ns1:solidFill>
            <ns1:prstDash val="solid"/>
          </ns1:ln>
        </ns0:spPr>
      </ns0:sp>
      <ns0:sp>
        <ns0:nvSpPr>
          <ns0:cNvPr id="2121" name="panel_a">
            <ns1:extLst>
              <ns1:ext uri="{FF2B5EF4-FFF2-40B4-BE49-F238E27FC236}">
                <ns2:creationId id="{838EE682-CA96-4D72-8B76-43B26C221F36}"/>
              </ns1:ext>
            </ns1:extLst>
          </ns0:cNvPr>
          <ns0:cNvSpPr>
            <ns1:spLocks noGrp="1"/>
          </ns0:cNvSpPr>
          <ns0:nvPr/>
        </ns0:nvSpPr>
        <ns0:spPr>
          <ns1:xfrm>
            <ns1:off x="44287" y="0"/>
            <ns1:ext cx="6458530" cy="14762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(a) Budget-adaptive next-scale token communication</ns1:t>
            </ns1:r>
          </ns1:p>
        </ns0:txBody>
      </ns0:sp>
      <ns0:sp>
        <ns0:nvSpPr>
          <ns0:cNvPr id="2122" name="tx_heading">
            <ns1:extLst>
              <ns1:ext uri="{FF2B5EF4-FFF2-40B4-BE49-F238E27FC236}">
                <ns2:creationId id="{24F5B33F-5C6A-4989-B938-B1DBBCF506DE}"/>
              </ns1:ext>
            </ns1:extLst>
          </ns0:cNvPr>
          <ns0:cNvSpPr>
            <ns1:spLocks noGrp="1"/>
          </ns0:cNvSpPr>
          <ns0:nvPr/>
        </ns0:nvSpPr>
        <ns0:spPr>
          <ns1:xfrm>
            <ns1:off x="47978" y="195601"/>
            <ns1:ext cx="3487606" cy="14762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Transmitter</ns1:t>
            </ns1:r>
          </ns1:p>
        </ns0:txBody>
      </ns0:sp>
      <ns0:sp>
        <ns0:nvSpPr>
          <ns0:cNvPr id="2123" name="rx_heading">
            <ns1:extLst>
              <ns1:ext uri="{FF2B5EF4-FFF2-40B4-BE49-F238E27FC236}">
                <ns2:creationId id="{E4D5188F-F625-4A33-A1F5-A4166A6BAE8B}"/>
              </ns1:ext>
            </ns1:extLst>
          </ns0:cNvPr>
          <ns0:cNvSpPr>
            <ns1:spLocks noGrp="1"/>
          </ns0:cNvSpPr>
          <ns0:nvPr/>
        </ns0:nvSpPr>
        <ns0:spPr>
          <ns1:xfrm>
            <ns1:off x="4170365" y="195601"/>
            <ns1:ext cx="2325071" cy="14762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Receiver</ns1:t>
            </ns1:r>
          </ns1:p>
        </ns0:txBody>
      </ns0:sp>
      <ns0:sp>
        <ns0:nvSpPr>
          <ns0:cNvPr id="2124" name="policy">
            <ns1:extLst>
              <ns1:ext uri="{FF2B5EF4-FFF2-40B4-BE49-F238E27FC236}">
                <ns2:creationId id="{DB979731-3196-4F7A-BB51-520109D1413A}"/>
              </ns1:ext>
            </ns1:extLst>
          </ns0:cNvPr>
          <ns0:cNvSpPr>
            <ns1:spLocks noGrp="1"/>
          </ns0:cNvSpPr>
          <ns0:nvPr/>
        </ns0:nvSpPr>
        <ns0:spPr>
          <ns1:xfrm>
            <ns1:off x="1634931" y="339534"/>
            <ns1:ext cx="1871128" cy="199292"/>
          </ns1:xfrm>
          <ns1:prstGeom prst="rect">
            <ns1:avLst/>
          </ns1:prstGeom>
          <ns1:solidFill>
            <ns1:srgbClr val="F4F7FA"/>
          </ns1:solidFill>
          <ns1:ln w="5905">
            <ns1:solidFill>
              <ns1:srgbClr val="B6C2CC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Budget + SNR → endpoint + MCS</ns1:t>
            </ns1:r>
          </ns1:p>
        </ns0:txBody>
      </ns0:sp>
      <ns0:sp>
        <ns0:nvSpPr>
          <ns0:cNvPr id="2125" name="frozen_legend">
            <ns1:extLst>
              <ns1:ext uri="{FF2B5EF4-FFF2-40B4-BE49-F238E27FC236}">
                <ns2:creationId id="{5D8A28E5-1BBC-4360-B4F7-632932F92FDF}"/>
              </ns1:ext>
            </ns1:extLst>
          </ns0:cNvPr>
          <ns0:cNvSpPr>
            <ns1:spLocks noGrp="1"/>
          </ns0:cNvSpPr>
          <ns0:nvPr/>
        </ns0:nvSpPr>
        <ns0:spPr>
          <ns1:xfrm>
            <ns1:off x="4151912" y="361678"/>
            <ns1:ext cx="2343524" cy="16238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Shared frozen tokenizer, VAR prior and decoder</ns1:t>
            </ns1:r>
          </ns1:p>
        </ns0:txBody>
      </ns0:sp>
      <ns0:sp>
        <ns0:nvSpPr>
          <ns0:cNvPr id="2126" name="tokenizer">
            <ns1:extLst>
              <ns1:ext uri="{FF2B5EF4-FFF2-40B4-BE49-F238E27FC236}">
                <ns2:creationId id="{20EC4932-D254-4897-BF44-AC789081A22F}"/>
              </ns1:ext>
            </ns1:extLst>
          </ns0:cNvPr>
          <ns0:cNvSpPr>
            <ns1:spLocks noGrp="1"/>
          </ns0:cNvSpPr>
          <ns0:nvPr/>
        </ns0:nvSpPr>
        <ns0:spPr>
          <ns1:xfrm>
            <ns1:off x="535135" y="679068"/>
            <ns1:ext cx="590494" cy="535135"/>
          </ns1:xfrm>
          <ns1:prstGeom prst="rect">
            <ns1:avLst/>
          </ns1:prstGeom>
          <ns1:solidFill>
            <ns1:srgbClr val="F1F6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VAR</ns1:t>
            </ns1:r>
          </ns1:p>
          <ns1:p>
            <ns1: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tokenizer</ns1:t>
            </ns1:r>
          </ns1:p>
        </ns0:txBody>
      </ns0:sp>
      <ns0:sp>
        <ns0:nvSpPr>
          <ns0:cNvPr id="2127" name="prefix">
            <ns1:extLst>
              <ns1:ext uri="{FF2B5EF4-FFF2-40B4-BE49-F238E27FC236}">
                <ns2:creationId id="{027FCD82-19D0-4359-896E-C013513CFF4E}"/>
              </ns1:ext>
            </ns1:extLst>
          </ns0:cNvPr>
          <ns0:cNvSpPr>
            <ns1:spLocks noGrp="1"/>
          </ns0:cNvSpPr>
          <ns0:nvPr/>
        </ns0:nvSpPr>
        <ns0:spPr>
          <ns1:xfrm>
            <ns1:off x="1634931" y="679068"/>
            <ns1:ext cx="915266" cy="535135"/>
          </ns1:xfrm>
          <ns1:prstGeom prst="rect">
            <ns1:avLst/>
          </ns1:prstGeom>
          <ns1:solidFill>
            <ns1:srgbClr val="FFF8E8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Within-scale prefix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Entropy coding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Actual-length fallback</ns1:t>
            </ns1:r>
          </ns1:p>
        </ns0:txBody>
      </ns0:sp>
      <ns0:sp>
        <ns0:nvSpPr>
          <ns0:cNvPr id="2128" name="tx">
            <ns1:extLst>
              <ns1:ext uri="{FF2B5EF4-FFF2-40B4-BE49-F238E27FC236}">
                <ns2:creationId id="{9DAB805B-76D9-4C7B-8673-F81219F3324B}"/>
              </ns1:ext>
            </ns1:extLst>
          </ns0:cNvPr>
          <ns0:cNvSpPr>
            <ns1:spLocks noGrp="1"/>
          </ns0:cNvSpPr>
          <ns0:nvPr/>
        </ns0:nvSpPr>
        <ns0:spPr>
          <ns1:xfrm>
            <ns1:off x="2675677" y="679068"/>
            <ns1:ext cx="830382" cy="535135"/>
          </ns1:xfrm>
          <ns1:prstGeom prst="rect">
            <ns1:avLst/>
          </ns1:prstGeom>
          <ns1:solidFill>
            <ns1:srgbClr val="F1F6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Protected header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+ payload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LDPC + QAM</ns1:t>
            </ns1:r>
          </ns1:p>
        </ns0:txBody>
      </ns0:sp>
      <ns0:sp>
        <ns0:nvSpPr>
          <ns0:cNvPr id="2129" name="channel">
            <ns1:extLst>
              <ns1:ext uri="{FF2B5EF4-FFF2-40B4-BE49-F238E27FC236}">
                <ns2:creationId id="{627E4C8A-FEF4-4B73-B727-B586193FF19A}"/>
              </ns1:ext>
            </ns1:extLst>
          </ns0:cNvPr>
          <ns0:cNvSpPr>
            <ns1:spLocks noGrp="1"/>
          </ns0:cNvSpPr>
          <ns0:nvPr/>
        </ns0:nvSpPr>
        <ns0:spPr>
          <ns1:xfrm>
            <ns1:off x="3616777" y="679068"/>
            <ns1:ext cx="442871" cy="535135"/>
          </ns1:xfrm>
          <ns1:prstGeom prst="rect">
            <ns1:avLst/>
          </ns1:prstGeom>
          <ns1:solidFill>
            <ns1:srgbClr val="F4F1F7"/>
          </ns1:solidFill>
          <ns1:ln w="5905">
            <ns1:solidFill>
              <ns1:srgbClr val="8064A2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AWGN</ns1:t>
            </ns1:r>
          </ns1:p>
          <ns1:p>
            <ns1:pPr algn="ctr">
              <ns1:def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channel</ns1:t>
            </ns1:r>
          </ns1:p>
        </ns0:txBody>
      </ns0:sp>
      <ns0:sp>
        <ns0:nvSpPr>
          <ns0:cNvPr id="2130" name="rx">
            <ns1:extLst>
              <ns1:ext uri="{FF2B5EF4-FFF2-40B4-BE49-F238E27FC236}">
                <ns2:creationId id="{0C09251B-8205-4A3B-82D2-945B90431FA8}"/>
              </ns1:ext>
            </ns1:extLst>
          </ns0:cNvPr>
          <ns0:cNvSpPr>
            <ns1:spLocks noGrp="1"/>
          </ns0:cNvSpPr>
          <ns0:nvPr/>
        </ns0:nvSpPr>
        <ns0:spPr>
          <ns1:xfrm>
            <ns1:off x="4170365" y="679068"/>
            <ns1:ext cx="959553" cy="535135"/>
          </ns1:xfrm>
          <ns1:prstGeom prst="rect">
            <ns1:avLst/>
          </ns1:prstGeom>
          <ns1:solidFill>
            <ns1:srgbClr val="F0F7F2"/>
          </ns1:solidFill>
          <ns1:ln w="5905">
            <ns1:solidFill>
              <ns1:srgbClr val="5E966B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Header / body decode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Entropy decode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Received prefix</ns1:t>
            </ns1:r>
          </ns1:p>
        </ns0:txBody>
      </ns0:sp>
      <ns0:sp>
        <ns0:nvSpPr>
          <ns0:cNvPr id="2131" name="reconstruction">
            <ns1:extLst>
              <ns1:ext uri="{FF2B5EF4-FFF2-40B4-BE49-F238E27FC236}">
                <ns2:creationId id="{1C0D0355-F857-4F9F-9292-FB8BD72ACCB3}"/>
              </ns1:ext>
            </ns1:extLst>
          </ns0:cNvPr>
          <ns0:cNvSpPr>
            <ns1:spLocks noGrp="1"/>
          </ns0:cNvSpPr>
          <ns0:nvPr/>
        </ns0:nvSpPr>
        <ns0:spPr>
          <ns1:xfrm>
            <ns1:off x="5240636" y="679068"/>
            <ns1:ext cx="775024" cy="535135"/>
          </ns1:xfrm>
          <ns1:prstGeom prst="rect">
            <ns1:avLst/>
          </ns1:prstGeom>
          <ns1:solidFill>
            <ns1:srgbClr val="F0F7F2"/>
          </ns1:solidFill>
          <ns1:ln w="5905">
            <ns1:solidFill>
              <ns1:srgbClr val="5E966B"/>
            </ns1:solidFill>
          </ns1:ln>
        </ns0:spPr>
        <ns0:txBody>
          <ns1:bodyPr lIns="29525" tIns="29525" rIns="29525" bIns="29525" anchor="ctr"/>
          <ns1:lstStyle>
            <ns1:def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VAR completion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Latent reconstruction</ns1:t>
            </ns1:r>
          </ns1:p>
          <ns1:p>
            <ns1:pPr algn="ctr">
              <ns1:def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85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Dc</ns1:t>
            </ns1:r>
          </ns1:p>
        </ns0:txBody>
      </ns0:sp>
      <ns0:sp>
        <ns0:nvSpPr>
          <ns0:cNvPr id="2138" name="grid_anchor">
            <ns1:extLst>
              <ns1:ext uri="{FF2B5EF4-FFF2-40B4-BE49-F238E27FC236}">
                <ns2:creationId id="{AAE919BF-08F6-4F1B-8ED5-7ABA86CE6EA9}"/>
              </ns1:ext>
            </ns1:extLst>
          </ns0:cNvPr>
          <ns0:cNvSpPr>
            <ns1:spLocks noGrp="1"/>
          </ns0:cNvSpPr>
          <ns0:nvPr/>
        </ns0:nvSpPr>
        <ns0:spPr>
          <ns1:xfrm>
            <ns1:off x="1210513" y="756571"/>
            <ns1:ext cx="317391" cy="369059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43" name="input_caption">
            <ns1:extLst>
              <ns1:ext uri="{FF2B5EF4-FFF2-40B4-BE49-F238E27FC236}">
                <ns2:creationId id="{BED3970B-17AE-41DE-94C4-CE1A2EE04656}"/>
              </ns1:ext>
            </ns1:extLst>
          </ns0:cNvPr>
          <ns0:cNvSpPr>
            <ns1:spLocks noGrp="1"/>
          </ns0:cNvSpPr>
          <ns0:nvPr/>
        </ns0:nvSpPr>
        <ns0:spPr>
          <ns1:xfrm>
            <ns1:off x="11072" y="1243728"/>
            <ns1:ext cx="442871" cy="14762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Image</ns1:t>
            </ns1:r>
          </ns1:p>
        </ns0:txBody>
      </ns0:sp>
      <ns0:sp>
        <ns0:nvSpPr>
          <ns0:cNvPr id="2144" name="tokens_caption">
            <ns1:extLst>
              <ns1:ext uri="{FF2B5EF4-FFF2-40B4-BE49-F238E27FC236}">
                <ns2:creationId id="{E51305F8-CDA2-485B-9F84-806B70FD57B4}"/>
              </ns1:ext>
            </ns1:extLst>
          </ns0:cNvPr>
          <ns0:cNvSpPr>
            <ns1:spLocks noGrp="1"/>
          </ns0:cNvSpPr>
          <ns0:nvPr/>
        </ns0:nvSpPr>
        <ns0:spPr>
          <ns1:xfrm>
            <ns1:off x="1133011" y="1243728"/>
            <ns1:ext cx="468705" cy="243579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Multiscale</ns1:t>
            </ns1:r>
          </ns1:p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tokens</ns1:t>
            </ns1:r>
          </ns1:p>
        </ns0:txBody>
      </ns0:sp>
      <ns0:sp>
        <ns0:nvSpPr>
          <ns0:cNvPr id="2145" name="output_caption">
            <ns1:extLst>
              <ns1:ext uri="{FF2B5EF4-FFF2-40B4-BE49-F238E27FC236}">
                <ns2:creationId id="{39F63122-80DA-4E87-9F25-27D8C443918D}"/>
              </ns1:ext>
            </ns1:extLst>
          </ns0:cNvPr>
          <ns0:cNvSpPr>
            <ns1:spLocks noGrp="1"/>
          </ns0:cNvSpPr>
          <ns0:nvPr/>
        </ns0:nvSpPr>
        <ns0:spPr>
          <ns1:xfrm>
            <ns1:off x="6034112" y="1243728"/>
            <ns1:ext cx="505611" cy="14762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Image</ns1:t>
            </ns1:r>
          </ns1:p>
        </ns0:txBody>
      </ns0:sp>
      <ns0:sp>
        <ns0:nvSpPr>
          <ns0:cNvPr id="2146" name="frame_budget">
            <ns1:extLst>
              <ns1:ext uri="{FF2B5EF4-FFF2-40B4-BE49-F238E27FC236}">
                <ns2:creationId id="{5FA703E8-C6E9-4087-A8BB-A30F6C88763F}"/>
              </ns1:ext>
            </ns1:extLst>
          </ns0:cNvPr>
          <ns0:cNvSpPr>
            <ns1:spLocks noGrp="1"/>
          </ns0:cNvSpPr>
          <ns0:nvPr/>
        </ns0:nvSpPr>
        <ns0:spPr>
          <ns1:xfrm>
            <ns1:off x="1634931" y="1273253"/>
            <ns1:ext cx="2428407" cy="15869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68 header + 956 payload symbols = 1024</ns1:t>
            </ns1:r>
          </ns1:p>
        </ns0:txBody>
      </ns0:sp>
      <ns0:sp>
        <ns0:nvSpPr>
          <ns0:cNvPr id="2147" name="reject">
            <ns1:extLst>
              <ns1:ext uri="{FF2B5EF4-FFF2-40B4-BE49-F238E27FC236}">
                <ns2:creationId id="{BE6D5FE7-735D-4877-ABA6-D384C615E02B}"/>
              </ns1:ext>
            </ns1:extLst>
          </ns0:cNvPr>
          <ns0:cNvSpPr>
            <ns1:spLocks noGrp="1"/>
          </ns0:cNvSpPr>
          <ns0:nvPr/>
        </ns0:nvSpPr>
        <ns0:spPr>
          <ns1:xfrm>
            <ns1:off x="4170365" y="1273253"/>
            <ns1:ext cx="1845294" cy="15869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Rejected frame → fixed gray output</ns1:t>
            </ns1:r>
          </ns1:p>
        </ns0:txBody>
      </ns0:sp>
      <ns0:sp>
        <ns0:nvSpPr>
          <ns0:cNvPr id="2148" name="panel_b">
            <ns1:extLst>
              <ns1:ext uri="{FF2B5EF4-FFF2-40B4-BE49-F238E27FC236}">
                <ns2:creationId id="{2ED80BAB-E302-4E17-AF90-792AF746D1EB}"/>
              </ns1:ext>
            </ns1:extLst>
          </ns0:cNvPr>
          <ns0:cNvSpPr>
            <ns1:spLocks noGrp="1"/>
          </ns0:cNvSpPr>
          <ns0:nvPr/>
        </ns0:nvSpPr>
        <ns0:spPr>
          <ns1:xfrm>
            <ns1:off x="44287" y="1524213"/>
            <ns1:ext cx="6458530" cy="15500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901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(b) Prefix-constrained reconstruction</ns1:t>
            </ns1:r>
          </ns1:p>
        </ns0:txBody>
      </ns0:sp>
      <ns0:sp>
        <ns0:nvSpPr>
          <ns0:cNvPr id="2149" name="context_title">
            <ns1:extLst>
              <ns1:ext uri="{FF2B5EF4-FFF2-40B4-BE49-F238E27FC236}">
                <ns2:creationId id="{78693140-3798-401C-AF72-C511A5C3A3A6}"/>
              </ns1:ext>
            </ns1:extLst>
          </ns0:cNvPr>
          <ns0:cNvSpPr>
            <ns1:spLocks noGrp="1"/>
          </ns0:cNvSpPr>
          <ns0:nvPr/>
        </ns0:nvSpPr>
        <ns0:spPr>
          <ns1:xfrm>
            <ns1:off x="110718" y="1815770"/>
            <ns1:ext cx="1291706" cy="21405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Decoded coarser scales</ns1:t>
            </ns1:r>
          </ns1:p>
        </ns0:txBody>
      </ns0:sp>
      <ns0:sp>
        <ns0:nvSpPr>
          <ns0:cNvPr id="2150" name="context_detail">
            <ns1:extLst>
              <ns1:ext uri="{FF2B5EF4-FFF2-40B4-BE49-F238E27FC236}">
                <ns2:creationId id="{9706C366-88DD-466A-9E0C-7CE71185F340}"/>
              </ns1:ext>
            </ns1:extLst>
          </ns0:cNvPr>
          <ns0:cNvSpPr>
            <ns1:spLocks noGrp="1"/>
          </ns0:cNvSpPr>
          <ns0:nvPr/>
        </ns0:nvSpPr>
        <ns0:spPr>
          <ns1:xfrm>
            <ns1:off x="129171" y="2454241"/>
            <ns1:ext cx="1291706" cy="202982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Scales 1–7</ns1:t>
            </ns1:r>
          </ns1:p>
        </ns0:txBody>
      </ns0:sp>
      <ns0:sp>
        <ns0:nvSpPr>
          <ns0:cNvPr id="2151" name="predict_title">
            <ns1:extLst>
              <ns1:ext uri="{FF2B5EF4-FFF2-40B4-BE49-F238E27FC236}">
                <ns2:creationId id="{A6771968-D955-4945-B0E9-F0176304B63D}"/>
              </ns1:ext>
            </ns1:extLst>
          </ns0:cNvPr>
          <ns0:cNvSpPr>
            <ns1:spLocks noGrp="1"/>
          </ns0:cNvSpPr>
          <ns0:nvPr/>
        </ns0:nvSpPr>
        <ns0:spPr>
          <ns1:xfrm>
            <ns1:off x="1631240" y="1815770"/>
            <ns1:ext cx="1254800" cy="21405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Predict boundary scale</ns1:t>
            </ns1:r>
          </ns1:p>
        </ns0:txBody>
      </ns0:sp>
      <ns0:sp>
        <ns0:nvSpPr>
          <ns0:cNvPr id="2152" name="overwrite_title">
            <ns1:extLst>
              <ns1:ext uri="{FF2B5EF4-FFF2-40B4-BE49-F238E27FC236}">
                <ns2:creationId id="{54CB2F5E-D6FD-40AB-A6D2-49E67752A81B}"/>
              </ns1:ext>
            </ns1:extLst>
          </ns0:cNvPr>
          <ns0:cNvSpPr>
            <ns1:spLocks noGrp="1"/>
          </ns0:cNvSpPr>
          <ns0:nvPr/>
        </ns0:nvSpPr>
        <ns0:spPr>
          <ns1:xfrm>
            <ns1:off x="3144381" y="1815770"/>
            <ns1:ext cx="1454092" cy="214054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14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Overwrite received positions</ns1:t>
            </ns1:r>
          </ns1:p>
        </ns0:txBody>
      </ns0:sp>
      <ns0:sp>
        <ns0:nvSpPr>
          <ns0:cNvPr id="2153" name="context_anchor">
            <ns1:extLst>
              <ns1:ext uri="{FF2B5EF4-FFF2-40B4-BE49-F238E27FC236}">
                <ns2:creationId id="{D578E058-A861-4000-A1B2-17CB9B54D674}"/>
              </ns1:ext>
            </ns1:extLst>
          </ns0:cNvPr>
          <ns0:cNvSpPr>
            <ns1:spLocks noGrp="1"/>
          </ns0:cNvSpPr>
          <ns0:nvPr/>
        </ns0:nvSpPr>
        <ns0:spPr>
          <ns1:xfrm>
            <ns1:off x="162386" y="2070420"/>
            <ns1:ext cx="1199441" cy="332153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54" name="predicted_anchor">
            <ns1:extLst>
              <ns1:ext uri="{FF2B5EF4-FFF2-40B4-BE49-F238E27FC236}">
                <ns2:creationId id="{98AEA5AA-C1DB-4958-9FDF-4115AB9F4924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063039"/>
            <ns1:ext cx="557279" cy="557279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55" name="predicted_0">
            <ns1:extLst>
              <ns1:ext uri="{FF2B5EF4-FFF2-40B4-BE49-F238E27FC236}">
                <ns2:creationId id="{A6F10539-A9A3-4D3F-97B2-21C8593218CD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56" name="predicted_hatch_0">
            <ns1:extLst>
              <ns1:ext uri="{FF2B5EF4-FFF2-40B4-BE49-F238E27FC236}">
                <ns2:creationId id="{19CED111-1579-44C2-AAEC-38874E561145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57" name="predicted_diagonal_0">
            <ns1:extLst>
              <ns1:ext uri="{FF2B5EF4-FFF2-40B4-BE49-F238E27FC236}">
                <ns2:creationId id="{01D14315-5D7F-4389-A0E2-A14E286E29DE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58" name="predicted_1">
            <ns1:extLst>
              <ns1:ext uri="{FF2B5EF4-FFF2-40B4-BE49-F238E27FC236}">
                <ns2:creationId id="{EA527E0F-C883-4D4A-8D9F-26065F1D7C4A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59" name="predicted_hatch_1">
            <ns1:extLst>
              <ns1:ext uri="{FF2B5EF4-FFF2-40B4-BE49-F238E27FC236}">
                <ns2:creationId id="{DA305508-05DB-4E54-A654-A4B5AF23D11E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0" name="predicted_diagonal_1">
            <ns1:extLst>
              <ns1:ext uri="{FF2B5EF4-FFF2-40B4-BE49-F238E27FC236}">
                <ns2:creationId id="{939232C0-6058-4617-A756-857F040BC0C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61" name="predicted_2">
            <ns1:extLst>
              <ns1:ext uri="{FF2B5EF4-FFF2-40B4-BE49-F238E27FC236}">
                <ns2:creationId id="{52DF2D4D-D254-48D8-B63C-5F6AD8A52D1D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2" name="predicted_hatch_2">
            <ns1:extLst>
              <ns1:ext uri="{FF2B5EF4-FFF2-40B4-BE49-F238E27FC236}">
                <ns2:creationId id="{A47CBD14-8D26-42EC-A87E-17DACA4EC16B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3" name="predicted_diagonal_2">
            <ns1:extLst>
              <ns1:ext uri="{FF2B5EF4-FFF2-40B4-BE49-F238E27FC236}">
                <ns2:creationId id="{D7C3A838-5980-4E38-9D19-43A5B148724F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64" name="predicted_3">
            <ns1:extLst>
              <ns1:ext uri="{FF2B5EF4-FFF2-40B4-BE49-F238E27FC236}">
                <ns2:creationId id="{9E03FFCA-9BCD-4F0A-8F77-383D3D136E2F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5" name="predicted_hatch_3">
            <ns1:extLst>
              <ns1:ext uri="{FF2B5EF4-FFF2-40B4-BE49-F238E27FC236}">
                <ns2:creationId id="{D0BD0C84-F6A9-4F87-8178-2D33088E2024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6" name="predicted_diagonal_3">
            <ns1:extLst>
              <ns1:ext uri="{FF2B5EF4-FFF2-40B4-BE49-F238E27FC236}">
                <ns2:creationId id="{FE861465-B644-4322-8C9A-932B91E5E9CC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67" name="predicted_4">
            <ns1:extLst>
              <ns1:ext uri="{FF2B5EF4-FFF2-40B4-BE49-F238E27FC236}">
                <ns2:creationId id="{67BCDB53-F57B-4EA2-B5FF-4F61FA8E4BBF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8" name="predicted_hatch_4">
            <ns1:extLst>
              <ns1:ext uri="{FF2B5EF4-FFF2-40B4-BE49-F238E27FC236}">
                <ns2:creationId id="{BF93233D-5BC1-44E5-AC7F-C16B67F51EED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69" name="predicted_diagonal_4">
            <ns1:extLst>
              <ns1:ext uri="{FF2B5EF4-FFF2-40B4-BE49-F238E27FC236}">
                <ns2:creationId id="{44CECC39-CA47-4B5B-82C3-6644E09DAE3E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70" name="predicted_5">
            <ns1:extLst>
              <ns1:ext uri="{FF2B5EF4-FFF2-40B4-BE49-F238E27FC236}">
                <ns2:creationId id="{6298F79B-5633-4DA1-ACA7-E6570525F5A8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1" name="predicted_hatch_5">
            <ns1:extLst>
              <ns1:ext uri="{FF2B5EF4-FFF2-40B4-BE49-F238E27FC236}">
                <ns2:creationId id="{BB7F0731-7DFD-4BF1-A629-F91D4DCEC288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2" name="predicted_diagonal_5">
            <ns1:extLst>
              <ns1:ext uri="{FF2B5EF4-FFF2-40B4-BE49-F238E27FC236}">
                <ns2:creationId id="{4B30E701-D79E-4A6E-9561-869CA33A055A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73" name="predicted_6">
            <ns1:extLst>
              <ns1:ext uri="{FF2B5EF4-FFF2-40B4-BE49-F238E27FC236}">
                <ns2:creationId id="{D209C3B2-AFD0-4209-B51B-DF321992DA52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4" name="predicted_hatch_6">
            <ns1:extLst>
              <ns1:ext uri="{FF2B5EF4-FFF2-40B4-BE49-F238E27FC236}">
                <ns2:creationId id="{040864D6-584F-435C-AD1F-9544DB8661D8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5" name="predicted_diagonal_6">
            <ns1:extLst>
              <ns1:ext uri="{FF2B5EF4-FFF2-40B4-BE49-F238E27FC236}">
                <ns2:creationId id="{E9F6EE59-961E-4000-A25C-415F8FD10806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76" name="predicted_7">
            <ns1:extLst>
              <ns1:ext uri="{FF2B5EF4-FFF2-40B4-BE49-F238E27FC236}">
                <ns2:creationId id="{6EADE949-1279-48D1-85DF-BCBCCEED0933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7" name="predicted_hatch_7">
            <ns1:extLst>
              <ns1:ext uri="{FF2B5EF4-FFF2-40B4-BE49-F238E27FC236}">
                <ns2:creationId id="{9C0B081F-6280-481A-BE53-1F6B4227671D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78" name="predicted_diagonal_7">
            <ns1:extLst>
              <ns1:ext uri="{FF2B5EF4-FFF2-40B4-BE49-F238E27FC236}">
                <ns2:creationId id="{681113E0-2186-43EE-8201-939CFDABDC63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79" name="predicted_8">
            <ns1:extLst>
              <ns1:ext uri="{FF2B5EF4-FFF2-40B4-BE49-F238E27FC236}">
                <ns2:creationId id="{BFF7DCAF-68D3-4734-98D4-566BAC9FA359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0" name="predicted_hatch_8">
            <ns1:extLst>
              <ns1:ext uri="{FF2B5EF4-FFF2-40B4-BE49-F238E27FC236}">
                <ns2:creationId id="{7B70E87D-4A9C-4C71-8B4C-A0D088A6C6B7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1" name="predicted_diagonal_8">
            <ns1:extLst>
              <ns1:ext uri="{FF2B5EF4-FFF2-40B4-BE49-F238E27FC236}">
                <ns2:creationId id="{87853854-7D1B-4F4F-80B2-0AD53EB0EB38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82" name="predicted_9">
            <ns1:extLst>
              <ns1:ext uri="{FF2B5EF4-FFF2-40B4-BE49-F238E27FC236}">
                <ns2:creationId id="{B62D0FDE-7E77-4520-AAAA-6F3405EF4052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06303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3" name="predicted_hatch_9">
            <ns1:extLst>
              <ns1:ext uri="{FF2B5EF4-FFF2-40B4-BE49-F238E27FC236}">
                <ns2:creationId id="{36A908E2-AB16-44F5-8746-1B2D516FB507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07042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4" name="predicted_diagonal_9">
            <ns1:extLst>
              <ns1:ext uri="{FF2B5EF4-FFF2-40B4-BE49-F238E27FC236}">
                <ns2:creationId id="{FD335B29-31C2-44DF-B4A2-C4945E8927CB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066730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85" name="predicted_10">
            <ns1:extLst>
              <ns1:ext uri="{FF2B5EF4-FFF2-40B4-BE49-F238E27FC236}">
                <ns2:creationId id="{8E01581D-9557-4B30-80B3-AC5A63DD1429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6" name="predicted_hatch_10">
            <ns1:extLst>
              <ns1:ext uri="{FF2B5EF4-FFF2-40B4-BE49-F238E27FC236}">
                <ns2:creationId id="{BDF92BFE-29E9-45A6-A6A2-ECFE64F3124E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7" name="predicted_diagonal_10">
            <ns1:extLst>
              <ns1:ext uri="{FF2B5EF4-FFF2-40B4-BE49-F238E27FC236}">
                <ns2:creationId id="{66B48D3C-0B15-403D-B696-AF2C21233D7B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88" name="predicted_11">
            <ns1:extLst>
              <ns1:ext uri="{FF2B5EF4-FFF2-40B4-BE49-F238E27FC236}">
                <ns2:creationId id="{6B0F02EE-B038-4944-BA5B-16F0AABD043E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89" name="predicted_hatch_11">
            <ns1:extLst>
              <ns1:ext uri="{FF2B5EF4-FFF2-40B4-BE49-F238E27FC236}">
                <ns2:creationId id="{A572553F-660B-43CA-BD20-37882E770B9D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0" name="predicted_diagonal_11">
            <ns1:extLst>
              <ns1:ext uri="{FF2B5EF4-FFF2-40B4-BE49-F238E27FC236}">
                <ns2:creationId id="{E20AED2D-5CAB-4090-80EA-68B4E50B772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91" name="predicted_12">
            <ns1:extLst>
              <ns1:ext uri="{FF2B5EF4-FFF2-40B4-BE49-F238E27FC236}">
                <ns2:creationId id="{9E904112-3C68-4F36-BD00-3652406EF2A9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2" name="predicted_hatch_12">
            <ns1:extLst>
              <ns1:ext uri="{FF2B5EF4-FFF2-40B4-BE49-F238E27FC236}">
                <ns2:creationId id="{64962899-B4DA-4C0D-B6F9-9562E780D68C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3" name="predicted_diagonal_12">
            <ns1:extLst>
              <ns1:ext uri="{FF2B5EF4-FFF2-40B4-BE49-F238E27FC236}">
                <ns2:creationId id="{14CB0A37-3B39-4C4A-A06D-879417A8E5FE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94" name="predicted_13">
            <ns1:extLst>
              <ns1:ext uri="{FF2B5EF4-FFF2-40B4-BE49-F238E27FC236}">
                <ns2:creationId id="{9A25BBB0-17E2-4535-B325-C690FE61BEBC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5" name="predicted_hatch_13">
            <ns1:extLst>
              <ns1:ext uri="{FF2B5EF4-FFF2-40B4-BE49-F238E27FC236}">
                <ns2:creationId id="{4F6204F9-3A20-4D7E-B70C-9D4133BAF442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6" name="predicted_diagonal_13">
            <ns1:extLst>
              <ns1:ext uri="{FF2B5EF4-FFF2-40B4-BE49-F238E27FC236}">
                <ns2:creationId id="{D08E568D-14D2-456B-9F1A-7093F5FCE697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197" name="predicted_14">
            <ns1:extLst>
              <ns1:ext uri="{FF2B5EF4-FFF2-40B4-BE49-F238E27FC236}">
                <ns2:creationId id="{6E6DC1DE-7EAD-4D23-86CF-A58A0F65E266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8" name="predicted_hatch_14">
            <ns1:extLst>
              <ns1:ext uri="{FF2B5EF4-FFF2-40B4-BE49-F238E27FC236}">
                <ns2:creationId id="{2B660236-4F67-40F1-9F7E-32BE5806D84A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199" name="predicted_diagonal_14">
            <ns1:extLst>
              <ns1:ext uri="{FF2B5EF4-FFF2-40B4-BE49-F238E27FC236}">
                <ns2:creationId id="{2A1FFA6C-3583-440E-9BE0-30668FDADBE6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00" name="predicted_15">
            <ns1:extLst>
              <ns1:ext uri="{FF2B5EF4-FFF2-40B4-BE49-F238E27FC236}">
                <ns2:creationId id="{DE2C12C6-AD85-4AD2-A59B-AFA18C13933F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1" name="predicted_hatch_15">
            <ns1:extLst>
              <ns1:ext uri="{FF2B5EF4-FFF2-40B4-BE49-F238E27FC236}">
                <ns2:creationId id="{81829C4E-7BFB-457B-A064-D5C3F4A79262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2" name="predicted_diagonal_15">
            <ns1:extLst>
              <ns1:ext uri="{FF2B5EF4-FFF2-40B4-BE49-F238E27FC236}">
                <ns2:creationId id="{88685549-183D-48E7-9E71-7BD8D73BD2F1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03" name="predicted_16">
            <ns1:extLst>
              <ns1:ext uri="{FF2B5EF4-FFF2-40B4-BE49-F238E27FC236}">
                <ns2:creationId id="{F70A357B-A4B2-42D0-B3FD-C15AA7C8FC68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4" name="predicted_hatch_16">
            <ns1:extLst>
              <ns1:ext uri="{FF2B5EF4-FFF2-40B4-BE49-F238E27FC236}">
                <ns2:creationId id="{AFF3DCAE-12A2-4A50-96D7-166B9FF3797D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5" name="predicted_diagonal_16">
            <ns1:extLst>
              <ns1:ext uri="{FF2B5EF4-FFF2-40B4-BE49-F238E27FC236}">
                <ns2:creationId id="{2A5D1A00-631F-46C2-9C55-2DDF31263B89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06" name="predicted_17">
            <ns1:extLst>
              <ns1:ext uri="{FF2B5EF4-FFF2-40B4-BE49-F238E27FC236}">
                <ns2:creationId id="{5456741B-9DBD-48D9-8FAD-A47E7B247036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7" name="predicted_hatch_17">
            <ns1:extLst>
              <ns1:ext uri="{FF2B5EF4-FFF2-40B4-BE49-F238E27FC236}">
                <ns2:creationId id="{A20B7AE9-BE75-4EAE-8E6C-B2C3E98BFAF2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08" name="predicted_diagonal_17">
            <ns1:extLst>
              <ns1:ext uri="{FF2B5EF4-FFF2-40B4-BE49-F238E27FC236}">
                <ns2:creationId id="{2FE65DF3-3B9A-43EA-AACE-0DFF88858C8D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09" name="predicted_18">
            <ns1:extLst>
              <ns1:ext uri="{FF2B5EF4-FFF2-40B4-BE49-F238E27FC236}">
                <ns2:creationId id="{FA5B5F77-2578-43F4-B2A9-4520B073DFCF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0" name="predicted_hatch_18">
            <ns1:extLst>
              <ns1:ext uri="{FF2B5EF4-FFF2-40B4-BE49-F238E27FC236}">
                <ns2:creationId id="{A313C656-8409-4322-B601-15E6AB4666A0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1" name="predicted_diagonal_18">
            <ns1:extLst>
              <ns1:ext uri="{FF2B5EF4-FFF2-40B4-BE49-F238E27FC236}">
                <ns2:creationId id="{DAA9A549-E3FA-4173-9929-405C8EBAF7C1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12" name="predicted_19">
            <ns1:extLst>
              <ns1:ext uri="{FF2B5EF4-FFF2-40B4-BE49-F238E27FC236}">
                <ns2:creationId id="{20452FCB-3BA3-41FD-87DD-6E016552E74E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118767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3" name="predicted_hatch_19">
            <ns1:extLst>
              <ns1:ext uri="{FF2B5EF4-FFF2-40B4-BE49-F238E27FC236}">
                <ns2:creationId id="{7BAC56D0-805C-47ED-A440-C9EF967CE525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126148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4" name="predicted_diagonal_19">
            <ns1:extLst>
              <ns1:ext uri="{FF2B5EF4-FFF2-40B4-BE49-F238E27FC236}">
                <ns2:creationId id="{19BF3BDD-95E3-44B1-A848-DA446A7B7E55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122458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15" name="predicted_20">
            <ns1:extLst>
              <ns1:ext uri="{FF2B5EF4-FFF2-40B4-BE49-F238E27FC236}">
                <ns2:creationId id="{F6115D1E-2542-485A-80FF-C21E8B745687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6" name="predicted_hatch_20">
            <ns1:extLst>
              <ns1:ext uri="{FF2B5EF4-FFF2-40B4-BE49-F238E27FC236}">
                <ns2:creationId id="{F4CFD250-68DC-4037-B274-D96005341C38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7" name="predicted_diagonal_20">
            <ns1:extLst>
              <ns1:ext uri="{FF2B5EF4-FFF2-40B4-BE49-F238E27FC236}">
                <ns2:creationId id="{A67ABB91-3123-42C3-9E31-BE5D97B94F71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18" name="predicted_21">
            <ns1:extLst>
              <ns1:ext uri="{FF2B5EF4-FFF2-40B4-BE49-F238E27FC236}">
                <ns2:creationId id="{D564484A-8073-43F9-A508-9698FDEC7391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19" name="predicted_hatch_21">
            <ns1:extLst>
              <ns1:ext uri="{FF2B5EF4-FFF2-40B4-BE49-F238E27FC236}">
                <ns2:creationId id="{5546177D-C9FD-4F40-8387-92FD00241B45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0" name="predicted_diagonal_21">
            <ns1:extLst>
              <ns1:ext uri="{FF2B5EF4-FFF2-40B4-BE49-F238E27FC236}">
                <ns2:creationId id="{2D995D5A-D43D-4622-8728-DBBCE2913B9B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21" name="predicted_22">
            <ns1:extLst>
              <ns1:ext uri="{FF2B5EF4-FFF2-40B4-BE49-F238E27FC236}">
                <ns2:creationId id="{551F8B1A-B59E-4AB2-98EE-28514321DF86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2" name="predicted_hatch_22">
            <ns1:extLst>
              <ns1:ext uri="{FF2B5EF4-FFF2-40B4-BE49-F238E27FC236}">
                <ns2:creationId id="{E3F7AA4B-D5FC-42A7-AAD8-8EDD6315EADC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3" name="predicted_diagonal_22">
            <ns1:extLst>
              <ns1:ext uri="{FF2B5EF4-FFF2-40B4-BE49-F238E27FC236}">
                <ns2:creationId id="{C1CD6878-9304-446F-8EA6-06600B8CA53F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24" name="predicted_23">
            <ns1:extLst>
              <ns1:ext uri="{FF2B5EF4-FFF2-40B4-BE49-F238E27FC236}">
                <ns2:creationId id="{AA4D1FEF-FE84-453C-B855-A67790AC9969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5" name="predicted_hatch_23">
            <ns1:extLst>
              <ns1:ext uri="{FF2B5EF4-FFF2-40B4-BE49-F238E27FC236}">
                <ns2:creationId id="{8762E720-9DDD-4BF9-AEB5-0DB48405BFDD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6" name="predicted_diagonal_23">
            <ns1:extLst>
              <ns1:ext uri="{FF2B5EF4-FFF2-40B4-BE49-F238E27FC236}">
                <ns2:creationId id="{C564FD98-2F66-4805-9091-77D0798D946D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27" name="predicted_24">
            <ns1:extLst>
              <ns1:ext uri="{FF2B5EF4-FFF2-40B4-BE49-F238E27FC236}">
                <ns2:creationId id="{62E2D7A3-50A6-4BB1-91B8-4A3CD5961A54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8" name="predicted_hatch_24">
            <ns1:extLst>
              <ns1:ext uri="{FF2B5EF4-FFF2-40B4-BE49-F238E27FC236}">
                <ns2:creationId id="{8EAF5568-29FA-4CAF-BEC4-498B7C5450B9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29" name="predicted_diagonal_24">
            <ns1:extLst>
              <ns1:ext uri="{FF2B5EF4-FFF2-40B4-BE49-F238E27FC236}">
                <ns2:creationId id="{1F8181F8-01B8-41EF-96AE-63D8F22C7725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30" name="predicted_25">
            <ns1:extLst>
              <ns1:ext uri="{FF2B5EF4-FFF2-40B4-BE49-F238E27FC236}">
                <ns2:creationId id="{CEF8EBDE-C0E5-4152-8A55-A717B29B291C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1" name="predicted_hatch_25">
            <ns1:extLst>
              <ns1:ext uri="{FF2B5EF4-FFF2-40B4-BE49-F238E27FC236}">
                <ns2:creationId id="{58F05A5C-B759-488B-9FCE-77595959036B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2" name="predicted_diagonal_25">
            <ns1:extLst>
              <ns1:ext uri="{FF2B5EF4-FFF2-40B4-BE49-F238E27FC236}">
                <ns2:creationId id="{9C7E0ECF-8A2F-481B-AE0F-F9A74B35449F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33" name="predicted_26">
            <ns1:extLst>
              <ns1:ext uri="{FF2B5EF4-FFF2-40B4-BE49-F238E27FC236}">
                <ns2:creationId id="{F5F2A318-3716-482B-BA21-3D6743D76D21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4" name="predicted_hatch_26">
            <ns1:extLst>
              <ns1:ext uri="{FF2B5EF4-FFF2-40B4-BE49-F238E27FC236}">
                <ns2:creationId id="{F374D509-4935-4763-B09C-007DABAD75CE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5" name="predicted_diagonal_26">
            <ns1:extLst>
              <ns1:ext uri="{FF2B5EF4-FFF2-40B4-BE49-F238E27FC236}">
                <ns2:creationId id="{B78B730B-427B-41A7-91D7-C33B55742E06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36" name="predicted_27">
            <ns1:extLst>
              <ns1:ext uri="{FF2B5EF4-FFF2-40B4-BE49-F238E27FC236}">
                <ns2:creationId id="{37BA008A-6932-4F8B-A5A4-0838768A5331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7" name="predicted_hatch_27">
            <ns1:extLst>
              <ns1:ext uri="{FF2B5EF4-FFF2-40B4-BE49-F238E27FC236}">
                <ns2:creationId id="{F12E0007-E98E-4745-8CD9-2EF8D4373414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38" name="predicted_diagonal_27">
            <ns1:extLst>
              <ns1:ext uri="{FF2B5EF4-FFF2-40B4-BE49-F238E27FC236}">
                <ns2:creationId id="{2BAF369F-5232-4F43-8429-D02C2E2CB358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39" name="predicted_28">
            <ns1:extLst>
              <ns1:ext uri="{FF2B5EF4-FFF2-40B4-BE49-F238E27FC236}">
                <ns2:creationId id="{3D31C584-2C20-4B86-9505-8D378AA7435A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0" name="predicted_hatch_28">
            <ns1:extLst>
              <ns1:ext uri="{FF2B5EF4-FFF2-40B4-BE49-F238E27FC236}">
                <ns2:creationId id="{48DFD4DE-0B7C-489F-B558-A69EC9196B70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1" name="predicted_diagonal_28">
            <ns1:extLst>
              <ns1:ext uri="{FF2B5EF4-FFF2-40B4-BE49-F238E27FC236}">
                <ns2:creationId id="{67A09907-F35F-49F2-8A73-05404BF8B40F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42" name="predicted_29">
            <ns1:extLst>
              <ns1:ext uri="{FF2B5EF4-FFF2-40B4-BE49-F238E27FC236}">
                <ns2:creationId id="{26103938-9EE7-4CB9-A926-CD6F4477146A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174495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3" name="predicted_hatch_29">
            <ns1:extLst>
              <ns1:ext uri="{FF2B5EF4-FFF2-40B4-BE49-F238E27FC236}">
                <ns2:creationId id="{E81059FC-3C43-4427-81B6-C4318ECE3867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18187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4" name="predicted_diagonal_29">
            <ns1:extLst>
              <ns1:ext uri="{FF2B5EF4-FFF2-40B4-BE49-F238E27FC236}">
                <ns2:creationId id="{4EB81FAA-8A72-46BB-9C6B-86A7D5FA8D53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17818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45" name="predicted_30">
            <ns1:extLst>
              <ns1:ext uri="{FF2B5EF4-FFF2-40B4-BE49-F238E27FC236}">
                <ns2:creationId id="{3DF535FE-FAB2-4D64-8110-D994ADAD108D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6" name="predicted_hatch_30">
            <ns1:extLst>
              <ns1:ext uri="{FF2B5EF4-FFF2-40B4-BE49-F238E27FC236}">
                <ns2:creationId id="{A8C5396E-78DC-4E89-922C-54CC26BC6727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7" name="predicted_diagonal_30">
            <ns1:extLst>
              <ns1:ext uri="{FF2B5EF4-FFF2-40B4-BE49-F238E27FC236}">
                <ns2:creationId id="{7EEF8F16-6BA3-475B-87DC-718547EAF9AE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48" name="predicted_31">
            <ns1:extLst>
              <ns1:ext uri="{FF2B5EF4-FFF2-40B4-BE49-F238E27FC236}">
                <ns2:creationId id="{D5BB22D3-67D8-4BEE-B82C-9457CAF049CA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49" name="predicted_hatch_31">
            <ns1:extLst>
              <ns1:ext uri="{FF2B5EF4-FFF2-40B4-BE49-F238E27FC236}">
                <ns2:creationId id="{56412237-9B8C-4394-8643-9383E5D20B0B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0" name="predicted_diagonal_31">
            <ns1:extLst>
              <ns1:ext uri="{FF2B5EF4-FFF2-40B4-BE49-F238E27FC236}">
                <ns2:creationId id="{29890D24-7FAB-4849-B2F9-02F4C718986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51" name="predicted_32">
            <ns1:extLst>
              <ns1:ext uri="{FF2B5EF4-FFF2-40B4-BE49-F238E27FC236}">
                <ns2:creationId id="{E841A7D5-C220-442F-849D-2496CD2EC110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2" name="predicted_hatch_32">
            <ns1:extLst>
              <ns1:ext uri="{FF2B5EF4-FFF2-40B4-BE49-F238E27FC236}">
                <ns2:creationId id="{EDE64DF8-5163-49D7-9A22-5520C2CC3097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3" name="predicted_diagonal_32">
            <ns1:extLst>
              <ns1:ext uri="{FF2B5EF4-FFF2-40B4-BE49-F238E27FC236}">
                <ns2:creationId id="{495AC34F-9B64-4BE4-ACE0-0CBDE34CE34C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54" name="predicted_33">
            <ns1:extLst>
              <ns1:ext uri="{FF2B5EF4-FFF2-40B4-BE49-F238E27FC236}">
                <ns2:creationId id="{BE680E55-C84A-438C-B584-850F02CFFCD3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5" name="predicted_hatch_33">
            <ns1:extLst>
              <ns1:ext uri="{FF2B5EF4-FFF2-40B4-BE49-F238E27FC236}">
                <ns2:creationId id="{B31CB4FA-22A6-4C04-A0E5-5B42605BD835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6" name="predicted_diagonal_33">
            <ns1:extLst>
              <ns1:ext uri="{FF2B5EF4-FFF2-40B4-BE49-F238E27FC236}">
                <ns2:creationId id="{D23BEDC1-BB28-4FC0-8C7B-658591DA2478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57" name="predicted_34">
            <ns1:extLst>
              <ns1:ext uri="{FF2B5EF4-FFF2-40B4-BE49-F238E27FC236}">
                <ns2:creationId id="{2B674605-E2ED-401A-905F-5BB74854B345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8" name="predicted_hatch_34">
            <ns1:extLst>
              <ns1:ext uri="{FF2B5EF4-FFF2-40B4-BE49-F238E27FC236}">
                <ns2:creationId id="{82797ECA-28EB-47EB-A025-78B755F853CC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59" name="predicted_diagonal_34">
            <ns1:extLst>
              <ns1:ext uri="{FF2B5EF4-FFF2-40B4-BE49-F238E27FC236}">
                <ns2:creationId id="{3C9A573F-4B36-43EB-B40C-CACDEC413AD1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60" name="predicted_35">
            <ns1:extLst>
              <ns1:ext uri="{FF2B5EF4-FFF2-40B4-BE49-F238E27FC236}">
                <ns2:creationId id="{80495FDC-873C-444C-AF82-6A779807CF2E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1" name="predicted_hatch_35">
            <ns1:extLst>
              <ns1:ext uri="{FF2B5EF4-FFF2-40B4-BE49-F238E27FC236}">
                <ns2:creationId id="{037EE184-146F-4B1B-8674-F663D3945798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2" name="predicted_diagonal_35">
            <ns1:extLst>
              <ns1:ext uri="{FF2B5EF4-FFF2-40B4-BE49-F238E27FC236}">
                <ns2:creationId id="{4B2C150D-595E-4F04-A34A-E744C1802A8C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63" name="predicted_36">
            <ns1:extLst>
              <ns1:ext uri="{FF2B5EF4-FFF2-40B4-BE49-F238E27FC236}">
                <ns2:creationId id="{E77FA1BA-1186-4422-8855-FF8C2798864B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4" name="predicted_hatch_36">
            <ns1:extLst>
              <ns1:ext uri="{FF2B5EF4-FFF2-40B4-BE49-F238E27FC236}">
                <ns2:creationId id="{127A0E9C-614A-4FC2-A874-FE14DDAF7A60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5" name="predicted_diagonal_36">
            <ns1:extLst>
              <ns1:ext uri="{FF2B5EF4-FFF2-40B4-BE49-F238E27FC236}">
                <ns2:creationId id="{2B5D910D-49BD-45B4-AA7E-6C4C98A6545B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66" name="predicted_37">
            <ns1:extLst>
              <ns1:ext uri="{FF2B5EF4-FFF2-40B4-BE49-F238E27FC236}">
                <ns2:creationId id="{F35F30C5-9A93-48EF-A107-54CAE44F47C6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7" name="predicted_hatch_37">
            <ns1:extLst>
              <ns1:ext uri="{FF2B5EF4-FFF2-40B4-BE49-F238E27FC236}">
                <ns2:creationId id="{C321BCCB-8C96-46CA-ABDB-37AFD0C6EFAD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68" name="predicted_diagonal_37">
            <ns1:extLst>
              <ns1:ext uri="{FF2B5EF4-FFF2-40B4-BE49-F238E27FC236}">
                <ns2:creationId id="{5E5A8A02-60C2-4BAA-BA61-0D0461796427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69" name="predicted_38">
            <ns1:extLst>
              <ns1:ext uri="{FF2B5EF4-FFF2-40B4-BE49-F238E27FC236}">
                <ns2:creationId id="{5BBC6DF7-BECD-46C8-A7D7-662A74FBB3C1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0" name="predicted_hatch_38">
            <ns1:extLst>
              <ns1:ext uri="{FF2B5EF4-FFF2-40B4-BE49-F238E27FC236}">
                <ns2:creationId id="{AA098E46-6C66-4E40-B829-FB9F72997181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1" name="predicted_diagonal_38">
            <ns1:extLst>
              <ns1:ext uri="{FF2B5EF4-FFF2-40B4-BE49-F238E27FC236}">
                <ns2:creationId id="{683AFEB8-5F88-44D2-A688-BF5877C2245F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72" name="predicted_39">
            <ns1:extLst>
              <ns1:ext uri="{FF2B5EF4-FFF2-40B4-BE49-F238E27FC236}">
                <ns2:creationId id="{AF139327-32D3-42F8-B9B0-36ED87E9268E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230223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3" name="predicted_hatch_39">
            <ns1:extLst>
              <ns1:ext uri="{FF2B5EF4-FFF2-40B4-BE49-F238E27FC236}">
                <ns2:creationId id="{8F709C40-EDF1-4EFF-9969-6AE916F9A222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237604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4" name="predicted_diagonal_39">
            <ns1:extLst>
              <ns1:ext uri="{FF2B5EF4-FFF2-40B4-BE49-F238E27FC236}">
                <ns2:creationId id="{0644DC18-15E4-4327-A5D9-62FEF4B68C36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23391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75" name="predicted_40">
            <ns1:extLst>
              <ns1:ext uri="{FF2B5EF4-FFF2-40B4-BE49-F238E27FC236}">
                <ns2:creationId id="{143BDA10-E293-4F84-9DEB-5DA145516BB1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6" name="predicted_hatch_40">
            <ns1:extLst>
              <ns1:ext uri="{FF2B5EF4-FFF2-40B4-BE49-F238E27FC236}">
                <ns2:creationId id="{F456B39A-2678-43E0-8A08-2127CD7ED893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7" name="predicted_diagonal_40">
            <ns1:extLst>
              <ns1:ext uri="{FF2B5EF4-FFF2-40B4-BE49-F238E27FC236}">
                <ns2:creationId id="{D1EF3F5B-7550-41CF-AB8E-C46F2AFD16DB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78" name="predicted_41">
            <ns1:extLst>
              <ns1:ext uri="{FF2B5EF4-FFF2-40B4-BE49-F238E27FC236}">
                <ns2:creationId id="{36245A51-4790-4898-8D92-B4956513F4EB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79" name="predicted_hatch_41">
            <ns1:extLst>
              <ns1:ext uri="{FF2B5EF4-FFF2-40B4-BE49-F238E27FC236}">
                <ns2:creationId id="{6770C2E9-9DC9-418D-AFAA-345F534DD346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0" name="predicted_diagonal_41">
            <ns1:extLst>
              <ns1:ext uri="{FF2B5EF4-FFF2-40B4-BE49-F238E27FC236}">
                <ns2:creationId id="{E391FFDF-E5AB-40F4-B421-788B9A2DF0D7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81" name="predicted_42">
            <ns1:extLst>
              <ns1:ext uri="{FF2B5EF4-FFF2-40B4-BE49-F238E27FC236}">
                <ns2:creationId id="{0CE3A0EC-EA5E-400B-A50D-A5BA49454157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2" name="predicted_hatch_42">
            <ns1:extLst>
              <ns1:ext uri="{FF2B5EF4-FFF2-40B4-BE49-F238E27FC236}">
                <ns2:creationId id="{D682F719-2758-48B2-965D-84FF4CED2E4E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3" name="predicted_diagonal_42">
            <ns1:extLst>
              <ns1:ext uri="{FF2B5EF4-FFF2-40B4-BE49-F238E27FC236}">
                <ns2:creationId id="{642F532F-A246-407D-BEFB-B7A4C4CA1F88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84" name="predicted_43">
            <ns1:extLst>
              <ns1:ext uri="{FF2B5EF4-FFF2-40B4-BE49-F238E27FC236}">
                <ns2:creationId id="{2C468C88-9B16-42D7-A613-766AD4EF0D54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5" name="predicted_hatch_43">
            <ns1:extLst>
              <ns1:ext uri="{FF2B5EF4-FFF2-40B4-BE49-F238E27FC236}">
                <ns2:creationId id="{4AC0AA3E-818F-4B5E-B443-0786942869BC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6" name="predicted_diagonal_43">
            <ns1:extLst>
              <ns1:ext uri="{FF2B5EF4-FFF2-40B4-BE49-F238E27FC236}">
                <ns2:creationId id="{AD35D1BA-7130-4DCE-86FB-097A4B21C1A3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87" name="predicted_44">
            <ns1:extLst>
              <ns1:ext uri="{FF2B5EF4-FFF2-40B4-BE49-F238E27FC236}">
                <ns2:creationId id="{8F8C6F69-9B74-4735-9E63-F7B51FB9A0D7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8" name="predicted_hatch_44">
            <ns1:extLst>
              <ns1:ext uri="{FF2B5EF4-FFF2-40B4-BE49-F238E27FC236}">
                <ns2:creationId id="{B127B133-6734-4DF7-87C9-1A9FAEC0EC31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89" name="predicted_diagonal_44">
            <ns1:extLst>
              <ns1:ext uri="{FF2B5EF4-FFF2-40B4-BE49-F238E27FC236}">
                <ns2:creationId id="{17291AED-30DB-404D-9413-57DD04F5AC34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90" name="predicted_45">
            <ns1:extLst>
              <ns1:ext uri="{FF2B5EF4-FFF2-40B4-BE49-F238E27FC236}">
                <ns2:creationId id="{6AC82149-6EFD-41E8-96D8-C4EB40F44E55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1" name="predicted_hatch_45">
            <ns1:extLst>
              <ns1:ext uri="{FF2B5EF4-FFF2-40B4-BE49-F238E27FC236}">
                <ns2:creationId id="{7322C5A7-23E5-4536-8D54-42B91C0FD1A4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2" name="predicted_diagonal_45">
            <ns1:extLst>
              <ns1:ext uri="{FF2B5EF4-FFF2-40B4-BE49-F238E27FC236}">
                <ns2:creationId id="{FA5EDE6C-5F0E-4A94-9B47-449363A4DEDB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93" name="predicted_46">
            <ns1:extLst>
              <ns1:ext uri="{FF2B5EF4-FFF2-40B4-BE49-F238E27FC236}">
                <ns2:creationId id="{9FD91A45-F374-49A2-A7FD-0F055AC74E18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4" name="predicted_hatch_46">
            <ns1:extLst>
              <ns1:ext uri="{FF2B5EF4-FFF2-40B4-BE49-F238E27FC236}">
                <ns2:creationId id="{AC85A257-C7E2-4492-BFC4-0DC08FFDC807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5" name="predicted_diagonal_46">
            <ns1:extLst>
              <ns1:ext uri="{FF2B5EF4-FFF2-40B4-BE49-F238E27FC236}">
                <ns2:creationId id="{C9BAC018-BC30-44B9-BBEB-482C1D1AA3CB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96" name="predicted_47">
            <ns1:extLst>
              <ns1:ext uri="{FF2B5EF4-FFF2-40B4-BE49-F238E27FC236}">
                <ns2:creationId id="{E8072100-D30A-46A8-A0F0-76571F5D5687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7" name="predicted_hatch_47">
            <ns1:extLst>
              <ns1:ext uri="{FF2B5EF4-FFF2-40B4-BE49-F238E27FC236}">
                <ns2:creationId id="{BD290CF8-78C9-4CB7-BB69-CF58EE77BBC3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298" name="predicted_diagonal_47">
            <ns1:extLst>
              <ns1:ext uri="{FF2B5EF4-FFF2-40B4-BE49-F238E27FC236}">
                <ns2:creationId id="{317E7CFC-D9CE-4540-B189-E84156FF6404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299" name="predicted_48">
            <ns1:extLst>
              <ns1:ext uri="{FF2B5EF4-FFF2-40B4-BE49-F238E27FC236}">
                <ns2:creationId id="{D2CD1118-ED00-40B7-8A54-7C1F87C074E9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0" name="predicted_hatch_48">
            <ns1:extLst>
              <ns1:ext uri="{FF2B5EF4-FFF2-40B4-BE49-F238E27FC236}">
                <ns2:creationId id="{54741911-C244-452A-8EB9-46F63D081FB8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1" name="predicted_diagonal_48">
            <ns1:extLst>
              <ns1:ext uri="{FF2B5EF4-FFF2-40B4-BE49-F238E27FC236}">
                <ns2:creationId id="{222BC865-7E33-455C-B902-FB0A93C0E651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02" name="predicted_49">
            <ns1:extLst>
              <ns1:ext uri="{FF2B5EF4-FFF2-40B4-BE49-F238E27FC236}">
                <ns2:creationId id="{F62665AF-CD72-4E83-9B88-F6155E6D14A8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285951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3" name="predicted_hatch_49">
            <ns1:extLst>
              <ns1:ext uri="{FF2B5EF4-FFF2-40B4-BE49-F238E27FC236}">
                <ns2:creationId id="{BFCB2D2D-063E-472D-AF08-C8E1819F25CF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293332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4" name="predicted_diagonal_49">
            <ns1:extLst>
              <ns1:ext uri="{FF2B5EF4-FFF2-40B4-BE49-F238E27FC236}">
                <ns2:creationId id="{39885B04-05D3-4A37-804A-BF15499365B0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28964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05" name="predicted_50">
            <ns1:extLst>
              <ns1:ext uri="{FF2B5EF4-FFF2-40B4-BE49-F238E27FC236}">
                <ns2:creationId id="{63A1E02A-B8B4-4767-AE89-E46DEF38BBF6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6" name="predicted_hatch_50">
            <ns1:extLst>
              <ns1:ext uri="{FF2B5EF4-FFF2-40B4-BE49-F238E27FC236}">
                <ns2:creationId id="{AD8AE191-BBD4-46FB-8AA8-11DDA3E46156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7" name="predicted_diagonal_50">
            <ns1:extLst>
              <ns1:ext uri="{FF2B5EF4-FFF2-40B4-BE49-F238E27FC236}">
                <ns2:creationId id="{56FFB434-754A-40AE-856B-1842A45372D5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08" name="predicted_51">
            <ns1:extLst>
              <ns1:ext uri="{FF2B5EF4-FFF2-40B4-BE49-F238E27FC236}">
                <ns2:creationId id="{45B10BAB-47DD-4D6E-B542-54837B362737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09" name="predicted_hatch_51">
            <ns1:extLst>
              <ns1:ext uri="{FF2B5EF4-FFF2-40B4-BE49-F238E27FC236}">
                <ns2:creationId id="{BC9B037D-09F7-427A-A5FC-874BEE7B5F65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0" name="predicted_diagonal_51">
            <ns1:extLst>
              <ns1:ext uri="{FF2B5EF4-FFF2-40B4-BE49-F238E27FC236}">
                <ns2:creationId id="{488E2542-5C67-4BCD-9D90-D9D92EDC0F7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11" name="predicted_52">
            <ns1:extLst>
              <ns1:ext uri="{FF2B5EF4-FFF2-40B4-BE49-F238E27FC236}">
                <ns2:creationId id="{FE86C176-EB61-4996-9F30-A94F79E3E731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2" name="predicted_hatch_52">
            <ns1:extLst>
              <ns1:ext uri="{FF2B5EF4-FFF2-40B4-BE49-F238E27FC236}">
                <ns2:creationId id="{F579FBB5-C661-4449-B891-A23134F27C27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3" name="predicted_diagonal_52">
            <ns1:extLst>
              <ns1:ext uri="{FF2B5EF4-FFF2-40B4-BE49-F238E27FC236}">
                <ns2:creationId id="{92122CE0-3F68-482F-BE61-BB7027E8311F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14" name="predicted_53">
            <ns1:extLst>
              <ns1:ext uri="{FF2B5EF4-FFF2-40B4-BE49-F238E27FC236}">
                <ns2:creationId id="{B8A9F107-206F-41A3-B1A4-48B5508E9DCB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5" name="predicted_hatch_53">
            <ns1:extLst>
              <ns1:ext uri="{FF2B5EF4-FFF2-40B4-BE49-F238E27FC236}">
                <ns2:creationId id="{99B4C65A-76B6-4C51-862E-12819F40C57D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6" name="predicted_diagonal_53">
            <ns1:extLst>
              <ns1:ext uri="{FF2B5EF4-FFF2-40B4-BE49-F238E27FC236}">
                <ns2:creationId id="{8D905D58-C4C7-4169-B3B1-44606515E5A4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17" name="predicted_54">
            <ns1:extLst>
              <ns1:ext uri="{FF2B5EF4-FFF2-40B4-BE49-F238E27FC236}">
                <ns2:creationId id="{11567675-7128-4852-8E8B-D4EB3932002B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8" name="predicted_hatch_54">
            <ns1:extLst>
              <ns1:ext uri="{FF2B5EF4-FFF2-40B4-BE49-F238E27FC236}">
                <ns2:creationId id="{902663A4-6380-47BB-B375-FE2BB3BC5159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19" name="predicted_diagonal_54">
            <ns1:extLst>
              <ns1:ext uri="{FF2B5EF4-FFF2-40B4-BE49-F238E27FC236}">
                <ns2:creationId id="{044B689D-39D3-4448-8D10-0C39DC979CCF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20" name="predicted_55">
            <ns1:extLst>
              <ns1:ext uri="{FF2B5EF4-FFF2-40B4-BE49-F238E27FC236}">
                <ns2:creationId id="{1A5D6FF5-C681-4216-8516-A504C04D6BBE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1" name="predicted_hatch_55">
            <ns1:extLst>
              <ns1:ext uri="{FF2B5EF4-FFF2-40B4-BE49-F238E27FC236}">
                <ns2:creationId id="{075899A5-E704-472F-BE2A-7EADE529A8BA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2" name="predicted_diagonal_55">
            <ns1:extLst>
              <ns1:ext uri="{FF2B5EF4-FFF2-40B4-BE49-F238E27FC236}">
                <ns2:creationId id="{ED051448-2E6A-47FD-88AD-F908D70F476A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23" name="predicted_56">
            <ns1:extLst>
              <ns1:ext uri="{FF2B5EF4-FFF2-40B4-BE49-F238E27FC236}">
                <ns2:creationId id="{64F53385-A236-4359-A48B-5F44A4C831AB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4" name="predicted_hatch_56">
            <ns1:extLst>
              <ns1:ext uri="{FF2B5EF4-FFF2-40B4-BE49-F238E27FC236}">
                <ns2:creationId id="{62578818-C84C-4A8D-960F-3CD59B20E960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5" name="predicted_diagonal_56">
            <ns1:extLst>
              <ns1:ext uri="{FF2B5EF4-FFF2-40B4-BE49-F238E27FC236}">
                <ns2:creationId id="{02EAB5D1-2951-4944-B680-3160D5AA9799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26" name="predicted_57">
            <ns1:extLst>
              <ns1:ext uri="{FF2B5EF4-FFF2-40B4-BE49-F238E27FC236}">
                <ns2:creationId id="{59C942E1-A16D-4B69-9CF5-53BCC6A32464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7" name="predicted_hatch_57">
            <ns1:extLst>
              <ns1:ext uri="{FF2B5EF4-FFF2-40B4-BE49-F238E27FC236}">
                <ns2:creationId id="{D7D183D2-97D5-4A66-8132-55CCD29217CF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28" name="predicted_diagonal_57">
            <ns1:extLst>
              <ns1:ext uri="{FF2B5EF4-FFF2-40B4-BE49-F238E27FC236}">
                <ns2:creationId id="{0FF52640-F799-4555-A9C1-7405D04281DA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29" name="predicted_58">
            <ns1:extLst>
              <ns1:ext uri="{FF2B5EF4-FFF2-40B4-BE49-F238E27FC236}">
                <ns2:creationId id="{2556F124-91F2-4887-8567-346798734377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0" name="predicted_hatch_58">
            <ns1:extLst>
              <ns1:ext uri="{FF2B5EF4-FFF2-40B4-BE49-F238E27FC236}">
                <ns2:creationId id="{27CB50CE-8B59-4F8C-94E1-1BFA5EC53A28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1" name="predicted_diagonal_58">
            <ns1:extLst>
              <ns1:ext uri="{FF2B5EF4-FFF2-40B4-BE49-F238E27FC236}">
                <ns2:creationId id="{7E3B71A6-2F12-47FF-A35E-60399DF24572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32" name="predicted_59">
            <ns1:extLst>
              <ns1:ext uri="{FF2B5EF4-FFF2-40B4-BE49-F238E27FC236}">
                <ns2:creationId id="{132CE73B-8B71-48E7-B917-1A71F5E1683F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341679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3" name="predicted_hatch_59">
            <ns1:extLst>
              <ns1:ext uri="{FF2B5EF4-FFF2-40B4-BE49-F238E27FC236}">
                <ns2:creationId id="{E72CEBC7-3987-48DB-BC12-429712A36D51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349060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4" name="predicted_diagonal_59">
            <ns1:extLst>
              <ns1:ext uri="{FF2B5EF4-FFF2-40B4-BE49-F238E27FC236}">
                <ns2:creationId id="{2AA4D690-176C-4457-A8CD-1F120FF11709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345369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35" name="predicted_60">
            <ns1:extLst>
              <ns1:ext uri="{FF2B5EF4-FFF2-40B4-BE49-F238E27FC236}">
                <ns2:creationId id="{D9D09730-FEBC-4F22-A494-5A911ED06926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6" name="predicted_hatch_60">
            <ns1:extLst>
              <ns1:ext uri="{FF2B5EF4-FFF2-40B4-BE49-F238E27FC236}">
                <ns2:creationId id="{5D5C6FA9-4B98-4C51-AE47-1002CC259F7C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7" name="predicted_diagonal_60">
            <ns1:extLst>
              <ns1:ext uri="{FF2B5EF4-FFF2-40B4-BE49-F238E27FC236}">
                <ns2:creationId id="{C8E4DDEE-5AEB-4DFB-B0B1-9C6FE5A79484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38" name="predicted_61">
            <ns1:extLst>
              <ns1:ext uri="{FF2B5EF4-FFF2-40B4-BE49-F238E27FC236}">
                <ns2:creationId id="{6407A39B-AC3F-473F-922D-BFD982D9857B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39" name="predicted_hatch_61">
            <ns1:extLst>
              <ns1:ext uri="{FF2B5EF4-FFF2-40B4-BE49-F238E27FC236}">
                <ns2:creationId id="{36592D55-56E4-4796-9007-5192B044AC35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0" name="predicted_diagonal_61">
            <ns1:extLst>
              <ns1:ext uri="{FF2B5EF4-FFF2-40B4-BE49-F238E27FC236}">
                <ns2:creationId id="{523014C8-752C-4CFD-8864-F0116E103EA6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41" name="predicted_62">
            <ns1:extLst>
              <ns1:ext uri="{FF2B5EF4-FFF2-40B4-BE49-F238E27FC236}">
                <ns2:creationId id="{2B1617BF-0BB9-4CE4-A800-6AA4C7121418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2" name="predicted_hatch_62">
            <ns1:extLst>
              <ns1:ext uri="{FF2B5EF4-FFF2-40B4-BE49-F238E27FC236}">
                <ns2:creationId id="{40EA4505-1A56-49A5-AC4C-B35D552EE63C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3" name="predicted_diagonal_62">
            <ns1:extLst>
              <ns1:ext uri="{FF2B5EF4-FFF2-40B4-BE49-F238E27FC236}">
                <ns2:creationId id="{60C896D0-1336-4C0C-B993-4A6C624BE533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44" name="predicted_63">
            <ns1:extLst>
              <ns1:ext uri="{FF2B5EF4-FFF2-40B4-BE49-F238E27FC236}">
                <ns2:creationId id="{0AFA9DFA-D3F0-413A-8B4C-E9CF6FB2FA1E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5" name="predicted_hatch_63">
            <ns1:extLst>
              <ns1:ext uri="{FF2B5EF4-FFF2-40B4-BE49-F238E27FC236}">
                <ns2:creationId id="{6FCC7B23-2EF9-4CD5-BEFE-2E4BB1D85597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6" name="predicted_diagonal_63">
            <ns1:extLst>
              <ns1:ext uri="{FF2B5EF4-FFF2-40B4-BE49-F238E27FC236}">
                <ns2:creationId id="{24C127D4-F8E2-49CB-9ED4-F4EBB3731FCD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47" name="predicted_64">
            <ns1:extLst>
              <ns1:ext uri="{FF2B5EF4-FFF2-40B4-BE49-F238E27FC236}">
                <ns2:creationId id="{1A1C5A2B-F606-4937-9AA2-876DC8F0773B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8" name="predicted_hatch_64">
            <ns1:extLst>
              <ns1:ext uri="{FF2B5EF4-FFF2-40B4-BE49-F238E27FC236}">
                <ns2:creationId id="{1868E962-974C-4F6D-A4B3-092DCCCCCF59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49" name="predicted_diagonal_64">
            <ns1:extLst>
              <ns1:ext uri="{FF2B5EF4-FFF2-40B4-BE49-F238E27FC236}">
                <ns2:creationId id="{26DAD6A1-19CC-43F5-9136-6918B52621A1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50" name="predicted_65">
            <ns1:extLst>
              <ns1:ext uri="{FF2B5EF4-FFF2-40B4-BE49-F238E27FC236}">
                <ns2:creationId id="{235522BD-16D5-4889-BD79-5760B590B0BF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1" name="predicted_hatch_65">
            <ns1:extLst>
              <ns1:ext uri="{FF2B5EF4-FFF2-40B4-BE49-F238E27FC236}">
                <ns2:creationId id="{104B85A4-6A85-4B0D-AF28-D9E608AD891E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2" name="predicted_diagonal_65">
            <ns1:extLst>
              <ns1:ext uri="{FF2B5EF4-FFF2-40B4-BE49-F238E27FC236}">
                <ns2:creationId id="{013CF5F1-8E49-4CF7-8FF0-7EC2068402FF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53" name="predicted_66">
            <ns1:extLst>
              <ns1:ext uri="{FF2B5EF4-FFF2-40B4-BE49-F238E27FC236}">
                <ns2:creationId id="{D6733D53-5533-4D11-A0F0-D41D1B102649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4" name="predicted_hatch_66">
            <ns1:extLst>
              <ns1:ext uri="{FF2B5EF4-FFF2-40B4-BE49-F238E27FC236}">
                <ns2:creationId id="{81FAC8DF-EB29-47DE-ACEA-FCEE2CEF802D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5" name="predicted_diagonal_66">
            <ns1:extLst>
              <ns1:ext uri="{FF2B5EF4-FFF2-40B4-BE49-F238E27FC236}">
                <ns2:creationId id="{8BC7CE22-FE12-4747-A347-33D53EAF6E57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56" name="predicted_67">
            <ns1:extLst>
              <ns1:ext uri="{FF2B5EF4-FFF2-40B4-BE49-F238E27FC236}">
                <ns2:creationId id="{4EB6884E-24C2-4483-B5BB-1BEC337D9DCB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7" name="predicted_hatch_67">
            <ns1:extLst>
              <ns1:ext uri="{FF2B5EF4-FFF2-40B4-BE49-F238E27FC236}">
                <ns2:creationId id="{961AB33E-1D4D-461B-AE59-BA71CD0E76D9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58" name="predicted_diagonal_67">
            <ns1:extLst>
              <ns1:ext uri="{FF2B5EF4-FFF2-40B4-BE49-F238E27FC236}">
                <ns2:creationId id="{59AB5600-0820-4777-A9CC-A2B1A49DEA9A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59" name="predicted_68">
            <ns1:extLst>
              <ns1:ext uri="{FF2B5EF4-FFF2-40B4-BE49-F238E27FC236}">
                <ns2:creationId id="{D109F164-A6EA-4AC9-BA6B-EF0312100EF8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0" name="predicted_hatch_68">
            <ns1:extLst>
              <ns1:ext uri="{FF2B5EF4-FFF2-40B4-BE49-F238E27FC236}">
                <ns2:creationId id="{248366D7-94A8-42B3-9946-A37F0423B6E1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1" name="predicted_diagonal_68">
            <ns1:extLst>
              <ns1:ext uri="{FF2B5EF4-FFF2-40B4-BE49-F238E27FC236}">
                <ns2:creationId id="{C24B956E-9D6B-4F0B-9EFD-52A2C809C9DE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62" name="predicted_69">
            <ns1:extLst>
              <ns1:ext uri="{FF2B5EF4-FFF2-40B4-BE49-F238E27FC236}">
                <ns2:creationId id="{81AE7C22-C2D9-42D7-9030-42956BAA8A63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397406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3" name="predicted_hatch_69">
            <ns1:extLst>
              <ns1:ext uri="{FF2B5EF4-FFF2-40B4-BE49-F238E27FC236}">
                <ns2:creationId id="{3EBA0F86-9983-4722-A632-F825E901895D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404787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4" name="predicted_diagonal_69">
            <ns1:extLst>
              <ns1:ext uri="{FF2B5EF4-FFF2-40B4-BE49-F238E27FC236}">
                <ns2:creationId id="{0AE2BAAA-4FDB-4710-9736-5764D0CA9149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401097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65" name="predicted_70">
            <ns1:extLst>
              <ns1:ext uri="{FF2B5EF4-FFF2-40B4-BE49-F238E27FC236}">
                <ns2:creationId id="{2CD33321-AD58-45B2-8F64-13957586AE91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6" name="predicted_hatch_70">
            <ns1:extLst>
              <ns1:ext uri="{FF2B5EF4-FFF2-40B4-BE49-F238E27FC236}">
                <ns2:creationId id="{EF8C5A34-7F5E-4100-8D6C-F0653C8DC8AC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7" name="predicted_diagonal_70">
            <ns1:extLst>
              <ns1:ext uri="{FF2B5EF4-FFF2-40B4-BE49-F238E27FC236}">
                <ns2:creationId id="{4484C644-29C6-4AB5-B6CC-BC9E08F0DF33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68" name="predicted_71">
            <ns1:extLst>
              <ns1:ext uri="{FF2B5EF4-FFF2-40B4-BE49-F238E27FC236}">
                <ns2:creationId id="{C1FFD46D-7549-4C4D-BA7B-5806C31BBD86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69" name="predicted_hatch_71">
            <ns1:extLst>
              <ns1:ext uri="{FF2B5EF4-FFF2-40B4-BE49-F238E27FC236}">
                <ns2:creationId id="{03BA9FDE-1B9F-430E-8712-90BF9CC7FBCF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0" name="predicted_diagonal_71">
            <ns1:extLst>
              <ns1:ext uri="{FF2B5EF4-FFF2-40B4-BE49-F238E27FC236}">
                <ns2:creationId id="{BB238D1A-AB18-46A1-932F-D4D0189C28D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71" name="predicted_72">
            <ns1:extLst>
              <ns1:ext uri="{FF2B5EF4-FFF2-40B4-BE49-F238E27FC236}">
                <ns2:creationId id="{0616C9B0-214E-4B14-BDE8-A4F03B1747BD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2" name="predicted_hatch_72">
            <ns1:extLst>
              <ns1:ext uri="{FF2B5EF4-FFF2-40B4-BE49-F238E27FC236}">
                <ns2:creationId id="{FFD5F606-9424-4A9B-9F72-C0115FC88D55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3" name="predicted_diagonal_72">
            <ns1:extLst>
              <ns1:ext uri="{FF2B5EF4-FFF2-40B4-BE49-F238E27FC236}">
                <ns2:creationId id="{9C9DE4DA-DEBB-4B14-B7A1-0EDEE2DF5FED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74" name="predicted_73">
            <ns1:extLst>
              <ns1:ext uri="{FF2B5EF4-FFF2-40B4-BE49-F238E27FC236}">
                <ns2:creationId id="{1E0890BB-9D9E-4673-9BCA-F34CD449BFCC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5" name="predicted_hatch_73">
            <ns1:extLst>
              <ns1:ext uri="{FF2B5EF4-FFF2-40B4-BE49-F238E27FC236}">
                <ns2:creationId id="{C633EF48-9CF5-4D58-98D9-5A5D7B280B69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6" name="predicted_diagonal_73">
            <ns1:extLst>
              <ns1:ext uri="{FF2B5EF4-FFF2-40B4-BE49-F238E27FC236}">
                <ns2:creationId id="{B977B8D9-CFF4-4A2C-99EB-E27640589B91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77" name="predicted_74">
            <ns1:extLst>
              <ns1:ext uri="{FF2B5EF4-FFF2-40B4-BE49-F238E27FC236}">
                <ns2:creationId id="{B6E320BA-8767-4394-ABE4-A08BC5EC548F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8" name="predicted_hatch_74">
            <ns1:extLst>
              <ns1:ext uri="{FF2B5EF4-FFF2-40B4-BE49-F238E27FC236}">
                <ns2:creationId id="{86635480-E1A3-46CB-974D-1F0E57A373C6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79" name="predicted_diagonal_74">
            <ns1:extLst>
              <ns1:ext uri="{FF2B5EF4-FFF2-40B4-BE49-F238E27FC236}">
                <ns2:creationId id="{49C5D720-884C-4EB3-847D-C037F0DB8AD4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80" name="predicted_75">
            <ns1:extLst>
              <ns1:ext uri="{FF2B5EF4-FFF2-40B4-BE49-F238E27FC236}">
                <ns2:creationId id="{1FF1D6C8-81A5-422B-99AF-0A4A8421D822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1" name="predicted_hatch_75">
            <ns1:extLst>
              <ns1:ext uri="{FF2B5EF4-FFF2-40B4-BE49-F238E27FC236}">
                <ns2:creationId id="{CA497F1F-C19B-40D1-9B18-C9C0A591A983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2" name="predicted_diagonal_75">
            <ns1:extLst>
              <ns1:ext uri="{FF2B5EF4-FFF2-40B4-BE49-F238E27FC236}">
                <ns2:creationId id="{1307E1D8-2992-4F74-9EA6-F8738BEF7A00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83" name="predicted_76">
            <ns1:extLst>
              <ns1:ext uri="{FF2B5EF4-FFF2-40B4-BE49-F238E27FC236}">
                <ns2:creationId id="{AF43F852-860C-4323-AEA0-9A2628FA2E54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4" name="predicted_hatch_76">
            <ns1:extLst>
              <ns1:ext uri="{FF2B5EF4-FFF2-40B4-BE49-F238E27FC236}">
                <ns2:creationId id="{4B1ECA68-762B-47F8-9CD7-690F2160827D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5" name="predicted_diagonal_76">
            <ns1:extLst>
              <ns1:ext uri="{FF2B5EF4-FFF2-40B4-BE49-F238E27FC236}">
                <ns2:creationId id="{CF7624C4-3531-4C10-AB3A-E20A6293174E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86" name="predicted_77">
            <ns1:extLst>
              <ns1:ext uri="{FF2B5EF4-FFF2-40B4-BE49-F238E27FC236}">
                <ns2:creationId id="{AEA6D2B5-8771-4524-AE84-B33E8123E804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7" name="predicted_hatch_77">
            <ns1:extLst>
              <ns1:ext uri="{FF2B5EF4-FFF2-40B4-BE49-F238E27FC236}">
                <ns2:creationId id="{78313E33-F159-430E-AC55-E333FCFA04CB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88" name="predicted_diagonal_77">
            <ns1:extLst>
              <ns1:ext uri="{FF2B5EF4-FFF2-40B4-BE49-F238E27FC236}">
                <ns2:creationId id="{9D91AE45-2258-42A7-A5B5-B91A8946A09A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89" name="predicted_78">
            <ns1:extLst>
              <ns1:ext uri="{FF2B5EF4-FFF2-40B4-BE49-F238E27FC236}">
                <ns2:creationId id="{6F4D321C-2987-48C2-BA66-86BFF67051B6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0" name="predicted_hatch_78">
            <ns1:extLst>
              <ns1:ext uri="{FF2B5EF4-FFF2-40B4-BE49-F238E27FC236}">
                <ns2:creationId id="{06106FC0-FA5D-4A5D-9FBB-787FFBF64518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1" name="predicted_diagonal_78">
            <ns1:extLst>
              <ns1:ext uri="{FF2B5EF4-FFF2-40B4-BE49-F238E27FC236}">
                <ns2:creationId id="{EBF37402-1BD8-4138-AB17-5FD990E2F19E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92" name="predicted_79">
            <ns1:extLst>
              <ns1:ext uri="{FF2B5EF4-FFF2-40B4-BE49-F238E27FC236}">
                <ns2:creationId id="{16DB2A3D-83CF-412E-8C75-AB8D573050EB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3" name="predicted_hatch_79">
            <ns1:extLst>
              <ns1:ext uri="{FF2B5EF4-FFF2-40B4-BE49-F238E27FC236}">
                <ns2:creationId id="{9EC3E52E-5986-4B8F-97E3-AA2343168677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4" name="predicted_diagonal_79">
            <ns1:extLst>
              <ns1:ext uri="{FF2B5EF4-FFF2-40B4-BE49-F238E27FC236}">
                <ns2:creationId id="{42B6945A-3AC5-46D1-87A2-CC7F1B384235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95" name="predicted_80">
            <ns1:extLst>
              <ns1:ext uri="{FF2B5EF4-FFF2-40B4-BE49-F238E27FC236}">
                <ns2:creationId id="{8D16C2E2-D64D-47BF-8BAD-ABABA7339A83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6" name="predicted_hatch_80">
            <ns1:extLst>
              <ns1:ext uri="{FF2B5EF4-FFF2-40B4-BE49-F238E27FC236}">
                <ns2:creationId id="{27B04D13-3749-4B6B-8C61-FC312007325E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7" name="predicted_diagonal_80">
            <ns1:extLst>
              <ns1:ext uri="{FF2B5EF4-FFF2-40B4-BE49-F238E27FC236}">
                <ns2:creationId id="{1A63CBA7-9E27-4116-88B9-7227CF719DE4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398" name="predicted_81">
            <ns1:extLst>
              <ns1:ext uri="{FF2B5EF4-FFF2-40B4-BE49-F238E27FC236}">
                <ns2:creationId id="{426F94EC-7B57-4AA7-9CB4-522E63D19E8E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399" name="predicted_hatch_81">
            <ns1:extLst>
              <ns1:ext uri="{FF2B5EF4-FFF2-40B4-BE49-F238E27FC236}">
                <ns2:creationId id="{F062EC9A-1673-4261-99B0-017D1A68E7A7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0" name="predicted_diagonal_81">
            <ns1:extLst>
              <ns1:ext uri="{FF2B5EF4-FFF2-40B4-BE49-F238E27FC236}">
                <ns2:creationId id="{A4B04FEF-5F63-4E21-AA89-09F211D47E63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01" name="predicted_82">
            <ns1:extLst>
              <ns1:ext uri="{FF2B5EF4-FFF2-40B4-BE49-F238E27FC236}">
                <ns2:creationId id="{833EE787-1492-442A-93FC-5B0B10865D27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2" name="predicted_hatch_82">
            <ns1:extLst>
              <ns1:ext uri="{FF2B5EF4-FFF2-40B4-BE49-F238E27FC236}">
                <ns2:creationId id="{5AF575EC-B753-48CB-9A45-01EC6318A31A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3" name="predicted_diagonal_82">
            <ns1:extLst>
              <ns1:ext uri="{FF2B5EF4-FFF2-40B4-BE49-F238E27FC236}">
                <ns2:creationId id="{B9729661-D296-47B9-8E35-888613328292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04" name="predicted_83">
            <ns1:extLst>
              <ns1:ext uri="{FF2B5EF4-FFF2-40B4-BE49-F238E27FC236}">
                <ns2:creationId id="{251D4BA2-D231-41FC-B698-AF2B9761D482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5" name="predicted_hatch_83">
            <ns1:extLst>
              <ns1:ext uri="{FF2B5EF4-FFF2-40B4-BE49-F238E27FC236}">
                <ns2:creationId id="{D215FE65-FB30-407B-916B-6701C8ACFE45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6" name="predicted_diagonal_83">
            <ns1:extLst>
              <ns1:ext uri="{FF2B5EF4-FFF2-40B4-BE49-F238E27FC236}">
                <ns2:creationId id="{590228B3-E945-4ED2-AEDB-D9E30CC6D359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07" name="predicted_84">
            <ns1:extLst>
              <ns1:ext uri="{FF2B5EF4-FFF2-40B4-BE49-F238E27FC236}">
                <ns2:creationId id="{FCFC6956-BB3D-4FBB-BCB5-5D1F025ACCDE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8" name="predicted_hatch_84">
            <ns1:extLst>
              <ns1:ext uri="{FF2B5EF4-FFF2-40B4-BE49-F238E27FC236}">
                <ns2:creationId id="{E6DAB04F-A0F4-4D02-B9BA-BCCE568087EB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09" name="predicted_diagonal_84">
            <ns1:extLst>
              <ns1:ext uri="{FF2B5EF4-FFF2-40B4-BE49-F238E27FC236}">
                <ns2:creationId id="{A96DD1E9-9E61-4A58-8013-65D6607ED942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10" name="predicted_85">
            <ns1:extLst>
              <ns1:ext uri="{FF2B5EF4-FFF2-40B4-BE49-F238E27FC236}">
                <ns2:creationId id="{EB7FE17A-CD7E-4BC2-91F2-99C4AC7735F7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1" name="predicted_hatch_85">
            <ns1:extLst>
              <ns1:ext uri="{FF2B5EF4-FFF2-40B4-BE49-F238E27FC236}">
                <ns2:creationId id="{285D205E-8A4C-44A7-B4EF-4A88F519EE54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2" name="predicted_diagonal_85">
            <ns1:extLst>
              <ns1:ext uri="{FF2B5EF4-FFF2-40B4-BE49-F238E27FC236}">
                <ns2:creationId id="{1667DB05-A354-4C92-BDE3-C6B102E5C787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13" name="predicted_86">
            <ns1:extLst>
              <ns1:ext uri="{FF2B5EF4-FFF2-40B4-BE49-F238E27FC236}">
                <ns2:creationId id="{8A20C4A0-E638-494A-B2AD-92A69BE52E8E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4" name="predicted_hatch_86">
            <ns1:extLst>
              <ns1:ext uri="{FF2B5EF4-FFF2-40B4-BE49-F238E27FC236}">
                <ns2:creationId id="{A0E17C4B-F556-4769-8930-1D8E2FB1955E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5" name="predicted_diagonal_86">
            <ns1:extLst>
              <ns1:ext uri="{FF2B5EF4-FFF2-40B4-BE49-F238E27FC236}">
                <ns2:creationId id="{2632E37B-6183-4264-B689-1541BE7E5BE9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16" name="predicted_87">
            <ns1:extLst>
              <ns1:ext uri="{FF2B5EF4-FFF2-40B4-BE49-F238E27FC236}">
                <ns2:creationId id="{CA2850F2-F58B-41C9-8DC6-25DD26A7F476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7" name="predicted_hatch_87">
            <ns1:extLst>
              <ns1:ext uri="{FF2B5EF4-FFF2-40B4-BE49-F238E27FC236}">
                <ns2:creationId id="{2751B05A-8A0D-4687-BB25-6DCE58FCCFCF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18" name="predicted_diagonal_87">
            <ns1:extLst>
              <ns1:ext uri="{FF2B5EF4-FFF2-40B4-BE49-F238E27FC236}">
                <ns2:creationId id="{251889B7-7922-447E-AD5C-43952DE4CE2E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19" name="predicted_88">
            <ns1:extLst>
              <ns1:ext uri="{FF2B5EF4-FFF2-40B4-BE49-F238E27FC236}">
                <ns2:creationId id="{802B8C3C-BD5C-42AA-80FF-31F7C42DA348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0" name="predicted_hatch_88">
            <ns1:extLst>
              <ns1:ext uri="{FF2B5EF4-FFF2-40B4-BE49-F238E27FC236}">
                <ns2:creationId id="{6BEA8999-3634-4043-8B27-96A17F2CA4ED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1" name="predicted_diagonal_88">
            <ns1:extLst>
              <ns1:ext uri="{FF2B5EF4-FFF2-40B4-BE49-F238E27FC236}">
                <ns2:creationId id="{74333819-C035-48EC-BEF5-14233ABD1EED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22" name="predicted_89">
            <ns1:extLst>
              <ns1:ext uri="{FF2B5EF4-FFF2-40B4-BE49-F238E27FC236}">
                <ns2:creationId id="{2E1A8066-6F70-496E-A5C2-5BB29FA4B25B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3" name="predicted_hatch_89">
            <ns1:extLst>
              <ns1:ext uri="{FF2B5EF4-FFF2-40B4-BE49-F238E27FC236}">
                <ns2:creationId id="{6DE74A87-9892-45E2-9A36-6CC931429F74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4" name="predicted_diagonal_89">
            <ns1:extLst>
              <ns1:ext uri="{FF2B5EF4-FFF2-40B4-BE49-F238E27FC236}">
                <ns2:creationId id="{64953A5E-9398-461F-B2ED-A3CF107634E5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25" name="predicted_90">
            <ns1:extLst>
              <ns1:ext uri="{FF2B5EF4-FFF2-40B4-BE49-F238E27FC236}">
                <ns2:creationId id="{C63472AE-375F-4098-960F-72608A2041E6}"/>
              </ns1:ext>
            </ns1:extLst>
          </ns0:cNvPr>
          <ns0:cNvSpPr>
            <ns1:spLocks noGrp="1"/>
          </ns0:cNvSpPr>
          <ns0:nvPr/>
        </ns0:nvSpPr>
        <ns0:spPr>
          <ns1:xfrm>
            <ns1:off x="1963393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6" name="predicted_hatch_90">
            <ns1:extLst>
              <ns1:ext uri="{FF2B5EF4-FFF2-40B4-BE49-F238E27FC236}">
                <ns2:creationId id="{664F4FAA-CD63-4F54-94F6-59AF8FAB023E}"/>
              </ns1:ext>
            </ns1:extLst>
          </ns0:cNvPr>
          <ns0:cNvSpPr>
            <ns1:spLocks noGrp="1"/>
          </ns0:cNvSpPr>
          <ns0:nvPr/>
        </ns0:nvSpPr>
        <ns0:spPr>
          <ns1:xfrm>
            <ns1:off x="1970774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7" name="predicted_diagonal_90">
            <ns1:extLst>
              <ns1:ext uri="{FF2B5EF4-FFF2-40B4-BE49-F238E27FC236}">
                <ns2:creationId id="{4F291842-2CE2-494A-BFF4-940B93E43F8E}"/>
              </ns1:ext>
            </ns1:extLst>
          </ns0:cNvPr>
          <ns0:cNvSpPr>
            <ns1:spLocks noGrp="1"/>
          </ns0:cNvSpPr>
          <ns0:nvPr/>
        </ns0:nvSpPr>
        <ns0:spPr>
          <ns1:xfrm>
            <ns1:off x="1967084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28" name="predicted_91">
            <ns1:extLst>
              <ns1:ext uri="{FF2B5EF4-FFF2-40B4-BE49-F238E27FC236}">
                <ns2:creationId id="{25FFCA25-F65D-4B41-8CEF-27096470384C}"/>
              </ns1:ext>
            </ns1:extLst>
          </ns0:cNvPr>
          <ns0:cNvSpPr>
            <ns1:spLocks noGrp="1"/>
          </ns0:cNvSpPr>
          <ns0:nvPr/>
        </ns0:nvSpPr>
        <ns0:spPr>
          <ns1:xfrm>
            <ns1:off x="2019121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29" name="predicted_hatch_91">
            <ns1:extLst>
              <ns1:ext uri="{FF2B5EF4-FFF2-40B4-BE49-F238E27FC236}">
                <ns2:creationId id="{3D61624C-6D01-490D-A438-06BB1F65E935}"/>
              </ns1:ext>
            </ns1:extLst>
          </ns0:cNvPr>
          <ns0:cNvSpPr>
            <ns1:spLocks noGrp="1"/>
          </ns0:cNvSpPr>
          <ns0:nvPr/>
        </ns0:nvSpPr>
        <ns0:spPr>
          <ns1:xfrm>
            <ns1:off x="2026502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0" name="predicted_diagonal_91">
            <ns1:extLst>
              <ns1:ext uri="{FF2B5EF4-FFF2-40B4-BE49-F238E27FC236}">
                <ns2:creationId id="{D9918453-30CB-4378-9E70-F70DEC9D16B4}"/>
              </ns1:ext>
            </ns1:extLst>
          </ns0:cNvPr>
          <ns0:cNvSpPr>
            <ns1:spLocks noGrp="1"/>
          </ns0:cNvSpPr>
          <ns0:nvPr/>
        </ns0:nvSpPr>
        <ns0:spPr>
          <ns1:xfrm>
            <ns1:off x="2022812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31" name="predicted_92">
            <ns1:extLst>
              <ns1:ext uri="{FF2B5EF4-FFF2-40B4-BE49-F238E27FC236}">
                <ns2:creationId id="{F3069026-1C04-489D-90F5-3B7EE5FF04A3}"/>
              </ns1:ext>
            </ns1:extLst>
          </ns0:cNvPr>
          <ns0:cNvSpPr>
            <ns1:spLocks noGrp="1"/>
          </ns0:cNvSpPr>
          <ns0:nvPr/>
        </ns0:nvSpPr>
        <ns0:spPr>
          <ns1:xfrm>
            <ns1:off x="2074849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2" name="predicted_hatch_92">
            <ns1:extLst>
              <ns1:ext uri="{FF2B5EF4-FFF2-40B4-BE49-F238E27FC236}">
                <ns2:creationId id="{7D06FB69-5C39-4F25-9DD5-E138651FA486}"/>
              </ns1:ext>
            </ns1:extLst>
          </ns0:cNvPr>
          <ns0:cNvSpPr>
            <ns1:spLocks noGrp="1"/>
          </ns0:cNvSpPr>
          <ns0:nvPr/>
        </ns0:nvSpPr>
        <ns0:spPr>
          <ns1:xfrm>
            <ns1:off x="2082230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3" name="predicted_diagonal_92">
            <ns1:extLst>
              <ns1:ext uri="{FF2B5EF4-FFF2-40B4-BE49-F238E27FC236}">
                <ns2:creationId id="{FE6A91FD-15ED-4803-9EE7-FE2D71BC23B0}"/>
              </ns1:ext>
            </ns1:extLst>
          </ns0:cNvPr>
          <ns0:cNvSpPr>
            <ns1:spLocks noGrp="1"/>
          </ns0:cNvSpPr>
          <ns0:nvPr/>
        </ns0:nvSpPr>
        <ns0:spPr>
          <ns1:xfrm>
            <ns1:off x="2078539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34" name="predicted_93">
            <ns1:extLst>
              <ns1:ext uri="{FF2B5EF4-FFF2-40B4-BE49-F238E27FC236}">
                <ns2:creationId id="{041F3A7A-3F64-4B50-9927-A8A7CC2F48BC}"/>
              </ns1:ext>
            </ns1:extLst>
          </ns0:cNvPr>
          <ns0:cNvSpPr>
            <ns1:spLocks noGrp="1"/>
          </ns0:cNvSpPr>
          <ns0:nvPr/>
        </ns0:nvSpPr>
        <ns0:spPr>
          <ns1:xfrm>
            <ns1:off x="2130577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5" name="predicted_hatch_93">
            <ns1:extLst>
              <ns1:ext uri="{FF2B5EF4-FFF2-40B4-BE49-F238E27FC236}">
                <ns2:creationId id="{EC955E4F-3FD5-4F2A-AA8B-520F5139EA42}"/>
              </ns1:ext>
            </ns1:extLst>
          </ns0:cNvPr>
          <ns0:cNvSpPr>
            <ns1:spLocks noGrp="1"/>
          </ns0:cNvSpPr>
          <ns0:nvPr/>
        </ns0:nvSpPr>
        <ns0:spPr>
          <ns1:xfrm>
            <ns1:off x="2137958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6" name="predicted_diagonal_93">
            <ns1:extLst>
              <ns1:ext uri="{FF2B5EF4-FFF2-40B4-BE49-F238E27FC236}">
                <ns2:creationId id="{A1380DB7-42AD-437B-B152-B4076796D385}"/>
              </ns1:ext>
            </ns1:extLst>
          </ns0:cNvPr>
          <ns0:cNvSpPr>
            <ns1:spLocks noGrp="1"/>
          </ns0:cNvSpPr>
          <ns0:nvPr/>
        </ns0:nvSpPr>
        <ns0:spPr>
          <ns1:xfrm>
            <ns1:off x="2134268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37" name="predicted_94">
            <ns1:extLst>
              <ns1:ext uri="{FF2B5EF4-FFF2-40B4-BE49-F238E27FC236}">
                <ns2:creationId id="{20FD2F38-02A3-4DA3-ABC9-653F919146ED}"/>
              </ns1:ext>
            </ns1:extLst>
          </ns0:cNvPr>
          <ns0:cNvSpPr>
            <ns1:spLocks noGrp="1"/>
          </ns0:cNvSpPr>
          <ns0:nvPr/>
        </ns0:nvSpPr>
        <ns0:spPr>
          <ns1:xfrm>
            <ns1:off x="2186305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8" name="predicted_hatch_94">
            <ns1:extLst>
              <ns1:ext uri="{FF2B5EF4-FFF2-40B4-BE49-F238E27FC236}">
                <ns2:creationId id="{DC68FE8A-43AB-45C5-A00F-C86C55B181A7}"/>
              </ns1:ext>
            </ns1:extLst>
          </ns0:cNvPr>
          <ns0:cNvSpPr>
            <ns1:spLocks noGrp="1"/>
          </ns0:cNvSpPr>
          <ns0:nvPr/>
        </ns0:nvSpPr>
        <ns0:spPr>
          <ns1:xfrm>
            <ns1:off x="2193686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39" name="predicted_diagonal_94">
            <ns1:extLst>
              <ns1:ext uri="{FF2B5EF4-FFF2-40B4-BE49-F238E27FC236}">
                <ns2:creationId id="{9F426C4A-2AC4-4068-BA73-C6E8E3682A38}"/>
              </ns1:ext>
            </ns1:extLst>
          </ns0:cNvPr>
          <ns0:cNvSpPr>
            <ns1:spLocks noGrp="1"/>
          </ns0:cNvSpPr>
          <ns0:nvPr/>
        </ns0:nvSpPr>
        <ns0:spPr>
          <ns1:xfrm>
            <ns1:off x="2189995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40" name="predicted_95">
            <ns1:extLst>
              <ns1:ext uri="{FF2B5EF4-FFF2-40B4-BE49-F238E27FC236}">
                <ns2:creationId id="{11303F20-B6C1-43F6-B8C5-E63BF8ED54AB}"/>
              </ns1:ext>
            </ns1:extLst>
          </ns0:cNvPr>
          <ns0:cNvSpPr>
            <ns1:spLocks noGrp="1"/>
          </ns0:cNvSpPr>
          <ns0:nvPr/>
        </ns0:nvSpPr>
        <ns0:spPr>
          <ns1:xfrm>
            <ns1:off x="2242033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1" name="predicted_hatch_95">
            <ns1:extLst>
              <ns1:ext uri="{FF2B5EF4-FFF2-40B4-BE49-F238E27FC236}">
                <ns2:creationId id="{A40C96C7-2BD5-47EC-83E6-DFDE42580404}"/>
              </ns1:ext>
            </ns1:extLst>
          </ns0:cNvPr>
          <ns0:cNvSpPr>
            <ns1:spLocks noGrp="1"/>
          </ns0:cNvSpPr>
          <ns0:nvPr/>
        </ns0:nvSpPr>
        <ns0:spPr>
          <ns1:xfrm>
            <ns1:off x="2249414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2" name="predicted_diagonal_95">
            <ns1:extLst>
              <ns1:ext uri="{FF2B5EF4-FFF2-40B4-BE49-F238E27FC236}">
                <ns2:creationId id="{546CE2E1-75A7-4F89-B8F9-AD04AF351E73}"/>
              </ns1:ext>
            </ns1:extLst>
          </ns0:cNvPr>
          <ns0:cNvSpPr>
            <ns1:spLocks noGrp="1"/>
          </ns0:cNvSpPr>
          <ns0:nvPr/>
        </ns0:nvSpPr>
        <ns0:spPr>
          <ns1:xfrm>
            <ns1:off x="2245723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43" name="predicted_96">
            <ns1:extLst>
              <ns1:ext uri="{FF2B5EF4-FFF2-40B4-BE49-F238E27FC236}">
                <ns2:creationId id="{76DBB1B9-2620-4F74-AB54-1075FF4BB1AB}"/>
              </ns1:ext>
            </ns1:extLst>
          </ns0:cNvPr>
          <ns0:cNvSpPr>
            <ns1:spLocks noGrp="1"/>
          </ns0:cNvSpPr>
          <ns0:nvPr/>
        </ns0:nvSpPr>
        <ns0:spPr>
          <ns1:xfrm>
            <ns1:off x="2297760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4" name="predicted_hatch_96">
            <ns1:extLst>
              <ns1:ext uri="{FF2B5EF4-FFF2-40B4-BE49-F238E27FC236}">
                <ns2:creationId id="{D454200D-3B6B-401F-8119-C97CC4181D9F}"/>
              </ns1:ext>
            </ns1:extLst>
          </ns0:cNvPr>
          <ns0:cNvSpPr>
            <ns1:spLocks noGrp="1"/>
          </ns0:cNvSpPr>
          <ns0:nvPr/>
        </ns0:nvSpPr>
        <ns0:spPr>
          <ns1:xfrm>
            <ns1:off x="2305142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5" name="predicted_diagonal_96">
            <ns1:extLst>
              <ns1:ext uri="{FF2B5EF4-FFF2-40B4-BE49-F238E27FC236}">
                <ns2:creationId id="{57C934AA-3B59-4B50-9009-A68506DFAA07}"/>
              </ns1:ext>
            </ns1:extLst>
          </ns0:cNvPr>
          <ns0:cNvSpPr>
            <ns1:spLocks noGrp="1"/>
          </ns0:cNvSpPr>
          <ns0:nvPr/>
        </ns0:nvSpPr>
        <ns0:spPr>
          <ns1:xfrm>
            <ns1:off x="2301451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46" name="predicted_97">
            <ns1:extLst>
              <ns1:ext uri="{FF2B5EF4-FFF2-40B4-BE49-F238E27FC236}">
                <ns2:creationId id="{5D711152-5D70-4A79-99B1-7E45D4C3EABD}"/>
              </ns1:ext>
            </ns1:extLst>
          </ns0:cNvPr>
          <ns0:cNvSpPr>
            <ns1:spLocks noGrp="1"/>
          </ns0:cNvSpPr>
          <ns0:nvPr/>
        </ns0:nvSpPr>
        <ns0:spPr>
          <ns1:xfrm>
            <ns1:off x="2353488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7" name="predicted_hatch_97">
            <ns1:extLst>
              <ns1:ext uri="{FF2B5EF4-FFF2-40B4-BE49-F238E27FC236}">
                <ns2:creationId id="{0C24A642-C802-4E76-AD75-E33937A6FA9F}"/>
              </ns1:ext>
            </ns1:extLst>
          </ns0:cNvPr>
          <ns0:cNvSpPr>
            <ns1:spLocks noGrp="1"/>
          </ns0:cNvSpPr>
          <ns0:nvPr/>
        </ns0:nvSpPr>
        <ns0:spPr>
          <ns1:xfrm>
            <ns1:off x="2360870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48" name="predicted_diagonal_97">
            <ns1:extLst>
              <ns1:ext uri="{FF2B5EF4-FFF2-40B4-BE49-F238E27FC236}">
                <ns2:creationId id="{8C92ABEB-A280-4C8C-A045-E78229ACD702}"/>
              </ns1:ext>
            </ns1:extLst>
          </ns0:cNvPr>
          <ns0:cNvSpPr>
            <ns1:spLocks noGrp="1"/>
          </ns0:cNvSpPr>
          <ns0:nvPr/>
        </ns0:nvSpPr>
        <ns0:spPr>
          <ns1:xfrm>
            <ns1:off x="2357179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49" name="predicted_98">
            <ns1:extLst>
              <ns1:ext uri="{FF2B5EF4-FFF2-40B4-BE49-F238E27FC236}">
                <ns2:creationId id="{2F5A0A6F-BB64-496B-85B6-75D377FC7813}"/>
              </ns1:ext>
            </ns1:extLst>
          </ns0:cNvPr>
          <ns0:cNvSpPr>
            <ns1:spLocks noGrp="1"/>
          </ns0:cNvSpPr>
          <ns0:nvPr/>
        </ns0:nvSpPr>
        <ns0:spPr>
          <ns1:xfrm>
            <ns1:off x="2409216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0" name="predicted_hatch_98">
            <ns1:extLst>
              <ns1:ext uri="{FF2B5EF4-FFF2-40B4-BE49-F238E27FC236}">
                <ns2:creationId id="{055389CC-0330-4D10-ABF7-C4B8B0496462}"/>
              </ns1:ext>
            </ns1:extLst>
          </ns0:cNvPr>
          <ns0:cNvSpPr>
            <ns1:spLocks noGrp="1"/>
          </ns0:cNvSpPr>
          <ns0:nvPr/>
        </ns0:nvSpPr>
        <ns0:spPr>
          <ns1:xfrm>
            <ns1:off x="2416597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1" name="predicted_diagonal_98">
            <ns1:extLst>
              <ns1:ext uri="{FF2B5EF4-FFF2-40B4-BE49-F238E27FC236}">
                <ns2:creationId id="{6D14A51D-3501-434B-8AB0-8A0FF39AEC32}"/>
              </ns1:ext>
            </ns1:extLst>
          </ns0:cNvPr>
          <ns0:cNvSpPr>
            <ns1:spLocks noGrp="1"/>
          </ns0:cNvSpPr>
          <ns0:nvPr/>
        </ns0:nvSpPr>
        <ns0:spPr>
          <ns1:xfrm>
            <ns1:off x="2412907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52" name="predicted_99">
            <ns1:extLst>
              <ns1:ext uri="{FF2B5EF4-FFF2-40B4-BE49-F238E27FC236}">
                <ns2:creationId id="{90769919-D16E-4BCE-BC38-068AC344956B}"/>
              </ns1:ext>
            </ns1:extLst>
          </ns0:cNvPr>
          <ns0:cNvSpPr>
            <ns1:spLocks noGrp="1"/>
          </ns0:cNvSpPr>
          <ns0:nvPr/>
        </ns0:nvSpPr>
        <ns0:spPr>
          <ns1:xfrm>
            <ns1:off x="2464944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3" name="predicted_hatch_99">
            <ns1:extLst>
              <ns1:ext uri="{FF2B5EF4-FFF2-40B4-BE49-F238E27FC236}">
                <ns2:creationId id="{1292101D-159A-4FB9-BA40-B5325270BFB3}"/>
              </ns1:ext>
            </ns1:extLst>
          </ns0:cNvPr>
          <ns0:cNvSpPr>
            <ns1:spLocks noGrp="1"/>
          </ns0:cNvSpPr>
          <ns0:nvPr/>
        </ns0:nvSpPr>
        <ns0:spPr>
          <ns1:xfrm>
            <ns1:off x="2472325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4" name="predicted_diagonal_99">
            <ns1:extLst>
              <ns1:ext uri="{FF2B5EF4-FFF2-40B4-BE49-F238E27FC236}">
                <ns2:creationId id="{FC03EAA8-D6CB-41AA-A163-991EE1449F1D}"/>
              </ns1:ext>
            </ns1:extLst>
          </ns0:cNvPr>
          <ns0:cNvSpPr>
            <ns1:spLocks noGrp="1"/>
          </ns0:cNvSpPr>
          <ns0:nvPr/>
        </ns0:nvSpPr>
        <ns0:spPr>
          <ns1:xfrm>
            <ns1:off x="2468635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455" name="merged_anchor">
            <ns1:extLst>
              <ns1:ext uri="{FF2B5EF4-FFF2-40B4-BE49-F238E27FC236}">
                <ns2:creationId id="{A488DD4A-A003-4747-A34E-A310532A048B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063039"/>
            <ns1:ext cx="557279" cy="557279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6" name="merged_0">
            <ns1:extLst>
              <ns1:ext uri="{FF2B5EF4-FFF2-40B4-BE49-F238E27FC236}">
                <ns2:creationId id="{3F542D68-6036-43EE-8291-86BD48DD3064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7" name="merged_1">
            <ns1:extLst>
              <ns1:ext uri="{FF2B5EF4-FFF2-40B4-BE49-F238E27FC236}">
                <ns2:creationId id="{49887E69-225E-45BB-BE3C-A8BE9315FBFC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8" name="merged_2">
            <ns1:extLst>
              <ns1:ext uri="{FF2B5EF4-FFF2-40B4-BE49-F238E27FC236}">
                <ns2:creationId id="{03D8C4E5-743F-4C42-AF5F-EED078D051C7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59" name="merged_3">
            <ns1:extLst>
              <ns1:ext uri="{FF2B5EF4-FFF2-40B4-BE49-F238E27FC236}">
                <ns2:creationId id="{8A776855-BB7D-461B-BA4F-F7B8D3377D57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0" name="merged_4">
            <ns1:extLst>
              <ns1:ext uri="{FF2B5EF4-FFF2-40B4-BE49-F238E27FC236}">
                <ns2:creationId id="{4189826E-C36B-434D-8224-E4544AD6BE56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1" name="merged_5">
            <ns1:extLst>
              <ns1:ext uri="{FF2B5EF4-FFF2-40B4-BE49-F238E27FC236}">
                <ns2:creationId id="{471F564B-B036-4974-91B7-EF96A1913313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2" name="merged_6">
            <ns1:extLst>
              <ns1:ext uri="{FF2B5EF4-FFF2-40B4-BE49-F238E27FC236}">
                <ns2:creationId id="{872FED38-93E1-48D2-AEDB-A494F61DA9FE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3" name="merged_7">
            <ns1:extLst>
              <ns1:ext uri="{FF2B5EF4-FFF2-40B4-BE49-F238E27FC236}">
                <ns2:creationId id="{4AF4A980-1F4F-4FF2-A69D-FF8255A5A957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4" name="merged_8">
            <ns1:extLst>
              <ns1:ext uri="{FF2B5EF4-FFF2-40B4-BE49-F238E27FC236}">
                <ns2:creationId id="{27A750D3-6DCF-45E1-AC6C-FA8A364E3B60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5" name="merged_9">
            <ns1:extLst>
              <ns1:ext uri="{FF2B5EF4-FFF2-40B4-BE49-F238E27FC236}">
                <ns2:creationId id="{244D1AD9-974D-43FB-BB26-E42D643FD9EF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06303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6" name="merged_10">
            <ns1:extLst>
              <ns1:ext uri="{FF2B5EF4-FFF2-40B4-BE49-F238E27FC236}">
                <ns2:creationId id="{C23A8B8C-BADC-4997-ACA2-85BE61B5D922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7" name="merged_11">
            <ns1:extLst>
              <ns1:ext uri="{FF2B5EF4-FFF2-40B4-BE49-F238E27FC236}">
                <ns2:creationId id="{4CE2502D-A2C0-48AD-B193-72E65CB6D8AA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8" name="merged_12">
            <ns1:extLst>
              <ns1:ext uri="{FF2B5EF4-FFF2-40B4-BE49-F238E27FC236}">
                <ns2:creationId id="{FC08A4B6-115D-4800-A646-2C225C8F178C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69" name="merged_13">
            <ns1:extLst>
              <ns1:ext uri="{FF2B5EF4-FFF2-40B4-BE49-F238E27FC236}">
                <ns2:creationId id="{1EC07AA6-5BAB-44F6-A08B-03265AFAD6BA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0" name="merged_14">
            <ns1:extLst>
              <ns1:ext uri="{FF2B5EF4-FFF2-40B4-BE49-F238E27FC236}">
                <ns2:creationId id="{0378F80C-1553-4156-A5C2-5792FE906492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1" name="merged_15">
            <ns1:extLst>
              <ns1:ext uri="{FF2B5EF4-FFF2-40B4-BE49-F238E27FC236}">
                <ns2:creationId id="{C43D6D4C-269C-418E-9F6C-157ED7A1A739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2" name="merged_16">
            <ns1:extLst>
              <ns1:ext uri="{FF2B5EF4-FFF2-40B4-BE49-F238E27FC236}">
                <ns2:creationId id="{F7ED45FC-BF09-4FF3-A5A7-A0B2A45405C5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3" name="merged_17">
            <ns1:extLst>
              <ns1:ext uri="{FF2B5EF4-FFF2-40B4-BE49-F238E27FC236}">
                <ns2:creationId id="{E1968B2F-EFE8-4EA0-AA11-5D162B761E74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4" name="merged_18">
            <ns1:extLst>
              <ns1:ext uri="{FF2B5EF4-FFF2-40B4-BE49-F238E27FC236}">
                <ns2:creationId id="{1104A4BE-04EA-4BE8-A580-7CC70FF3FDB4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5" name="merged_19">
            <ns1:extLst>
              <ns1:ext uri="{FF2B5EF4-FFF2-40B4-BE49-F238E27FC236}">
                <ns2:creationId id="{64762643-7D6C-4C02-80D3-18488C84B543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118767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6" name="merged_20">
            <ns1:extLst>
              <ns1:ext uri="{FF2B5EF4-FFF2-40B4-BE49-F238E27FC236}">
                <ns2:creationId id="{19442FE3-2422-4754-A3C0-6A8652183377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7" name="merged_21">
            <ns1:extLst>
              <ns1:ext uri="{FF2B5EF4-FFF2-40B4-BE49-F238E27FC236}">
                <ns2:creationId id="{EAE9CDA4-DA2C-4295-BA4F-7B84D167475A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8" name="merged_22">
            <ns1:extLst>
              <ns1:ext uri="{FF2B5EF4-FFF2-40B4-BE49-F238E27FC236}">
                <ns2:creationId id="{3D41B527-F260-41F1-85AC-2CBE3012229B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79" name="merged_23">
            <ns1:extLst>
              <ns1:ext uri="{FF2B5EF4-FFF2-40B4-BE49-F238E27FC236}">
                <ns2:creationId id="{9CA8F768-DBF8-498A-B734-47F5C66BF474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0" name="merged_24">
            <ns1:extLst>
              <ns1:ext uri="{FF2B5EF4-FFF2-40B4-BE49-F238E27FC236}">
                <ns2:creationId id="{1EEC0F88-E9EF-418D-BCEB-98BA1BF164C1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1" name="merged_25">
            <ns1:extLst>
              <ns1:ext uri="{FF2B5EF4-FFF2-40B4-BE49-F238E27FC236}">
                <ns2:creationId id="{70AEBEBA-EC6F-4A49-B3EE-2DBBD59498B2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2" name="merged_26">
            <ns1:extLst>
              <ns1:ext uri="{FF2B5EF4-FFF2-40B4-BE49-F238E27FC236}">
                <ns2:creationId id="{12947854-48EE-4D32-B924-A3203BD420BD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3" name="merged_27">
            <ns1:extLst>
              <ns1:ext uri="{FF2B5EF4-FFF2-40B4-BE49-F238E27FC236}">
                <ns2:creationId id="{41977E74-8BD0-458E-89E7-1548FE68C5DE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4" name="merged_28">
            <ns1:extLst>
              <ns1:ext uri="{FF2B5EF4-FFF2-40B4-BE49-F238E27FC236}">
                <ns2:creationId id="{3160B71F-0CE0-400C-A2BE-E03959AFD23B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5" name="merged_29">
            <ns1:extLst>
              <ns1:ext uri="{FF2B5EF4-FFF2-40B4-BE49-F238E27FC236}">
                <ns2:creationId id="{C0A26929-606B-41D7-BE4F-D90AF37CAF33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174495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6" name="merged_30">
            <ns1:extLst>
              <ns1:ext uri="{FF2B5EF4-FFF2-40B4-BE49-F238E27FC236}">
                <ns2:creationId id="{282F42A0-0D8D-4421-BA52-6075EA9B8375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7" name="merged_31">
            <ns1:extLst>
              <ns1:ext uri="{FF2B5EF4-FFF2-40B4-BE49-F238E27FC236}">
                <ns2:creationId id="{51E731D0-F885-4B9F-9544-13BCA40D25FB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8" name="merged_32">
            <ns1:extLst>
              <ns1:ext uri="{FF2B5EF4-FFF2-40B4-BE49-F238E27FC236}">
                <ns2:creationId id="{025CD652-582A-479C-8E6E-B161C6CF3980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89" name="merged_33">
            <ns1:extLst>
              <ns1:ext uri="{FF2B5EF4-FFF2-40B4-BE49-F238E27FC236}">
                <ns2:creationId id="{53892EF7-6CD8-446E-88D2-7227F9B614C6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0" name="merged_34">
            <ns1:extLst>
              <ns1:ext uri="{FF2B5EF4-FFF2-40B4-BE49-F238E27FC236}">
                <ns2:creationId id="{38055C2A-795C-4BFE-B954-CB93F72A3E7A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1" name="merged_35">
            <ns1:extLst>
              <ns1:ext uri="{FF2B5EF4-FFF2-40B4-BE49-F238E27FC236}">
                <ns2:creationId id="{ACA55D12-0C44-4096-9221-37121C4436F7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2" name="merged_36">
            <ns1:extLst>
              <ns1:ext uri="{FF2B5EF4-FFF2-40B4-BE49-F238E27FC236}">
                <ns2:creationId id="{A0A4E4F1-E7EF-48F1-A3EF-65B70F889B87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3" name="merged_37">
            <ns1:extLst>
              <ns1:ext uri="{FF2B5EF4-FFF2-40B4-BE49-F238E27FC236}">
                <ns2:creationId id="{93BC9F0F-B0F5-4742-9301-B09B20D60EB5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4" name="merged_38">
            <ns1:extLst>
              <ns1:ext uri="{FF2B5EF4-FFF2-40B4-BE49-F238E27FC236}">
                <ns2:creationId id="{CCC52B96-29E6-4772-AF77-FD3462DF6358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5" name="merged_39">
            <ns1:extLst>
              <ns1:ext uri="{FF2B5EF4-FFF2-40B4-BE49-F238E27FC236}">
                <ns2:creationId id="{624A04C8-E194-4BC9-972A-7C70D696392E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230223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6" name="merged_40">
            <ns1:extLst>
              <ns1:ext uri="{FF2B5EF4-FFF2-40B4-BE49-F238E27FC236}">
                <ns2:creationId id="{8F309102-B18E-498B-A809-9C710083F916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7" name="merged_41">
            <ns1:extLst>
              <ns1:ext uri="{FF2B5EF4-FFF2-40B4-BE49-F238E27FC236}">
                <ns2:creationId id="{72F452C4-28EE-42C7-8271-E10744BB25A4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8" name="merged_42">
            <ns1:extLst>
              <ns1:ext uri="{FF2B5EF4-FFF2-40B4-BE49-F238E27FC236}">
                <ns2:creationId id="{6F7DA0B3-D3BB-41CF-9745-1E96937B892B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499" name="merged_43">
            <ns1:extLst>
              <ns1:ext uri="{FF2B5EF4-FFF2-40B4-BE49-F238E27FC236}">
                <ns2:creationId id="{B2C323F4-2C86-4D47-AB2A-2B6DB1792479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0" name="merged_44">
            <ns1:extLst>
              <ns1:ext uri="{FF2B5EF4-FFF2-40B4-BE49-F238E27FC236}">
                <ns2:creationId id="{424FB1B6-6053-438A-84D2-64D7D9B04FD9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1" name="merged_45">
            <ns1:extLst>
              <ns1:ext uri="{FF2B5EF4-FFF2-40B4-BE49-F238E27FC236}">
                <ns2:creationId id="{6803C0EF-E746-4AFE-912C-E228BA415525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2" name="merged_46">
            <ns1:extLst>
              <ns1:ext uri="{FF2B5EF4-FFF2-40B4-BE49-F238E27FC236}">
                <ns2:creationId id="{C92223C4-9242-4A32-8D85-965F49CD298C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3" name="merged_47">
            <ns1:extLst>
              <ns1:ext uri="{FF2B5EF4-FFF2-40B4-BE49-F238E27FC236}">
                <ns2:creationId id="{6B02386C-6DAB-4FD0-A5F1-C6F7FBE70748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4" name="merged_48">
            <ns1:extLst>
              <ns1:ext uri="{FF2B5EF4-FFF2-40B4-BE49-F238E27FC236}">
                <ns2:creationId id="{637D7B5C-680E-462B-BFC5-CF365A1B8FF9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5" name="merged_49">
            <ns1:extLst>
              <ns1:ext uri="{FF2B5EF4-FFF2-40B4-BE49-F238E27FC236}">
                <ns2:creationId id="{495361D0-35B8-4328-9B80-A24F92349097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285951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6" name="merged_50">
            <ns1:extLst>
              <ns1:ext uri="{FF2B5EF4-FFF2-40B4-BE49-F238E27FC236}">
                <ns2:creationId id="{9DA4CB1F-49D8-42FA-93BC-699641995025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7" name="merged_51">
            <ns1:extLst>
              <ns1:ext uri="{FF2B5EF4-FFF2-40B4-BE49-F238E27FC236}">
                <ns2:creationId id="{C5DFCEDB-9041-4063-A652-421BC0676F21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8" name="merged_52">
            <ns1:extLst>
              <ns1:ext uri="{FF2B5EF4-FFF2-40B4-BE49-F238E27FC236}">
                <ns2:creationId id="{374906E2-B49E-4567-8BB0-C5743F115946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09" name="merged_53">
            <ns1:extLst>
              <ns1:ext uri="{FF2B5EF4-FFF2-40B4-BE49-F238E27FC236}">
                <ns2:creationId id="{9C392D79-1BCE-4603-8920-B8635B302627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0" name="merged_54">
            <ns1:extLst>
              <ns1:ext uri="{FF2B5EF4-FFF2-40B4-BE49-F238E27FC236}">
                <ns2:creationId id="{554CFFDF-3F71-451B-A6B9-503E79938666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1" name="merged_55">
            <ns1:extLst>
              <ns1:ext uri="{FF2B5EF4-FFF2-40B4-BE49-F238E27FC236}">
                <ns2:creationId id="{7183F207-CC5E-4415-BF96-C2AE01532284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2" name="merged_56">
            <ns1:extLst>
              <ns1:ext uri="{FF2B5EF4-FFF2-40B4-BE49-F238E27FC236}">
                <ns2:creationId id="{4AB97AB9-2C5C-422D-8BF4-54D84172FAF1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3" name="merged_57">
            <ns1:extLst>
              <ns1:ext uri="{FF2B5EF4-FFF2-40B4-BE49-F238E27FC236}">
                <ns2:creationId id="{8EC74FCD-D08C-4DCE-AADD-387A8E61469A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4" name="merged_58">
            <ns1:extLst>
              <ns1:ext uri="{FF2B5EF4-FFF2-40B4-BE49-F238E27FC236}">
                <ns2:creationId id="{DD92F705-6E2C-4E6B-83CF-267DBBF9444B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5" name="merged_59">
            <ns1:extLst>
              <ns1:ext uri="{FF2B5EF4-FFF2-40B4-BE49-F238E27FC236}">
                <ns2:creationId id="{4041F198-C3CE-4E83-9F88-F234A76E544D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341679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6" name="merged_60">
            <ns1:extLst>
              <ns1:ext uri="{FF2B5EF4-FFF2-40B4-BE49-F238E27FC236}">
                <ns2:creationId id="{924DAA20-3DB7-4B1D-86D0-15C9535AE7E2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7" name="merged_61">
            <ns1:extLst>
              <ns1:ext uri="{FF2B5EF4-FFF2-40B4-BE49-F238E27FC236}">
                <ns2:creationId id="{8145710E-5767-45B7-9446-099747A9B1A2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8" name="merged_62">
            <ns1:extLst>
              <ns1:ext uri="{FF2B5EF4-FFF2-40B4-BE49-F238E27FC236}">
                <ns2:creationId id="{DF1588B7-99B7-4A03-A2D9-94D3CFB8C53F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19" name="merged_63">
            <ns1:extLst>
              <ns1:ext uri="{FF2B5EF4-FFF2-40B4-BE49-F238E27FC236}">
                <ns2:creationId id="{D58B5751-AD19-40C2-9F0A-1A227D3D73F8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0" name="merged_64">
            <ns1:extLst>
              <ns1:ext uri="{FF2B5EF4-FFF2-40B4-BE49-F238E27FC236}">
                <ns2:creationId id="{22B8FC45-C278-439F-A2C2-A65EFF7EAECF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1" name="merged_65">
            <ns1:extLst>
              <ns1:ext uri="{FF2B5EF4-FFF2-40B4-BE49-F238E27FC236}">
                <ns2:creationId id="{0DFDF149-2B71-4CEA-9EA6-09C29F32E8DD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2" name="merged_66">
            <ns1:extLst>
              <ns1:ext uri="{FF2B5EF4-FFF2-40B4-BE49-F238E27FC236}">
                <ns2:creationId id="{13ADDDA3-F6FB-4CB0-9EF5-557D339D463E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3" name="merged_67">
            <ns1:extLst>
              <ns1:ext uri="{FF2B5EF4-FFF2-40B4-BE49-F238E27FC236}">
                <ns2:creationId id="{1542EDBA-606C-4603-8FB8-41351BB24095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4" name="merged_68">
            <ns1:extLst>
              <ns1:ext uri="{FF2B5EF4-FFF2-40B4-BE49-F238E27FC236}">
                <ns2:creationId id="{D7E61F00-C48F-42E7-9D24-7546659E1C68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5" name="merged_69">
            <ns1:extLst>
              <ns1:ext uri="{FF2B5EF4-FFF2-40B4-BE49-F238E27FC236}">
                <ns2:creationId id="{51AE0230-A239-44A3-9302-E54B13532CE7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397406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6" name="merged_70">
            <ns1:extLst>
              <ns1:ext uri="{FF2B5EF4-FFF2-40B4-BE49-F238E27FC236}">
                <ns2:creationId id="{DE9D481B-7C9D-4295-90F9-B925D6509B9E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453134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7" name="merged_71">
            <ns1:extLst>
              <ns1:ext uri="{FF2B5EF4-FFF2-40B4-BE49-F238E27FC236}">
                <ns2:creationId id="{93ABA978-065A-4D84-856C-FB6E8691688C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453134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8" name="merged_72">
            <ns1:extLst>
              <ns1:ext uri="{FF2B5EF4-FFF2-40B4-BE49-F238E27FC236}">
                <ns2:creationId id="{00037341-5329-480B-BCD8-E4CEB656AA4C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453134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29" name="merged_73">
            <ns1:extLst>
              <ns1:ext uri="{FF2B5EF4-FFF2-40B4-BE49-F238E27FC236}">
                <ns2:creationId id="{E2AC5CB5-ABE3-4404-A062-ACB5E21D272B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453134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0" name="merged_74">
            <ns1:extLst>
              <ns1:ext uri="{FF2B5EF4-FFF2-40B4-BE49-F238E27FC236}">
                <ns2:creationId id="{6979B288-2BFA-418C-9B42-FB38EAFBFB01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453134"/>
            <ns1:ext cx="55728" cy="55728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1" name="merged_75">
            <ns1:extLst>
              <ns1:ext uri="{FF2B5EF4-FFF2-40B4-BE49-F238E27FC236}">
                <ns2:creationId id="{011CA88C-8838-4317-881D-27B35D710592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2" name="merged_hatch_75">
            <ns1:extLst>
              <ns1:ext uri="{FF2B5EF4-FFF2-40B4-BE49-F238E27FC236}">
                <ns2:creationId id="{61880074-115B-41F4-BC79-CB67AB8CF5DB}"/>
              </ns1:ext>
            </ns1:extLst>
          </ns0:cNvPr>
          <ns0:cNvSpPr>
            <ns1:spLocks noGrp="1"/>
          </ns0:cNvSpPr>
          <ns0:nvPr/>
        </ns0:nvSpPr>
        <ns0:spPr>
          <ns1:xfrm>
            <ns1:off x="3865892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3" name="merged_diagonal_75">
            <ns1:extLst>
              <ns1:ext uri="{FF2B5EF4-FFF2-40B4-BE49-F238E27FC236}">
                <ns2:creationId id="{42ECB09A-8153-44A4-A6CD-414762661061}"/>
              </ns1:ext>
            </ns1:extLst>
          </ns0:cNvPr>
          <ns0:cNvSpPr>
            <ns1:spLocks noGrp="1"/>
          </ns0:cNvSpPr>
          <ns0:nvPr/>
        </ns0:nvSpPr>
        <ns0:spPr>
          <ns1:xfrm>
            <ns1:off x="3862201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34" name="merged_76">
            <ns1:extLst>
              <ns1:ext uri="{FF2B5EF4-FFF2-40B4-BE49-F238E27FC236}">
                <ns2:creationId id="{FEF97452-71AB-4CE4-9B69-B462FA284AEC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5" name="merged_hatch_76">
            <ns1:extLst>
              <ns1:ext uri="{FF2B5EF4-FFF2-40B4-BE49-F238E27FC236}">
                <ns2:creationId id="{4AE64145-67E4-4F33-AB8A-FE2E48687E8A}"/>
              </ns1:ext>
            </ns1:extLst>
          </ns0:cNvPr>
          <ns0:cNvSpPr>
            <ns1:spLocks noGrp="1"/>
          </ns0:cNvSpPr>
          <ns0:nvPr/>
        </ns0:nvSpPr>
        <ns0:spPr>
          <ns1:xfrm>
            <ns1:off x="3921619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6" name="merged_diagonal_76">
            <ns1:extLst>
              <ns1:ext uri="{FF2B5EF4-FFF2-40B4-BE49-F238E27FC236}">
                <ns2:creationId id="{8FBF6C5C-256F-45CA-8097-79C66ECA21B9}"/>
              </ns1:ext>
            </ns1:extLst>
          </ns0:cNvPr>
          <ns0:cNvSpPr>
            <ns1:spLocks noGrp="1"/>
          </ns0:cNvSpPr>
          <ns0:nvPr/>
        </ns0:nvSpPr>
        <ns0:spPr>
          <ns1:xfrm>
            <ns1:off x="3917929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37" name="merged_77">
            <ns1:extLst>
              <ns1:ext uri="{FF2B5EF4-FFF2-40B4-BE49-F238E27FC236}">
                <ns2:creationId id="{E910C01D-72E8-466E-BC27-E6A8D3F0B658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8" name="merged_hatch_77">
            <ns1:extLst>
              <ns1:ext uri="{FF2B5EF4-FFF2-40B4-BE49-F238E27FC236}">
                <ns2:creationId id="{23CA40EC-1B28-4FCA-B1D1-ED78C4BC1449}"/>
              </ns1:ext>
            </ns1:extLst>
          </ns0:cNvPr>
          <ns0:cNvSpPr>
            <ns1:spLocks noGrp="1"/>
          </ns0:cNvSpPr>
          <ns0:nvPr/>
        </ns0:nvSpPr>
        <ns0:spPr>
          <ns1:xfrm>
            <ns1:off x="3977347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39" name="merged_diagonal_77">
            <ns1:extLst>
              <ns1:ext uri="{FF2B5EF4-FFF2-40B4-BE49-F238E27FC236}">
                <ns2:creationId id="{D1760B5F-49C4-45F2-BADE-05A730B48333}"/>
              </ns1:ext>
            </ns1:extLst>
          </ns0:cNvPr>
          <ns0:cNvSpPr>
            <ns1:spLocks noGrp="1"/>
          </ns0:cNvSpPr>
          <ns0:nvPr/>
        </ns0:nvSpPr>
        <ns0:spPr>
          <ns1:xfrm>
            <ns1:off x="3973657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40" name="merged_78">
            <ns1:extLst>
              <ns1:ext uri="{FF2B5EF4-FFF2-40B4-BE49-F238E27FC236}">
                <ns2:creationId id="{1E82AC2B-AFF2-4890-A4AC-7D03D3722469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1" name="merged_hatch_78">
            <ns1:extLst>
              <ns1:ext uri="{FF2B5EF4-FFF2-40B4-BE49-F238E27FC236}">
                <ns2:creationId id="{B2FE851E-FFB3-4A38-BD22-A3C71C5C4F98}"/>
              </ns1:ext>
            </ns1:extLst>
          </ns0:cNvPr>
          <ns0:cNvSpPr>
            <ns1:spLocks noGrp="1"/>
          </ns0:cNvSpPr>
          <ns0:nvPr/>
        </ns0:nvSpPr>
        <ns0:spPr>
          <ns1:xfrm>
            <ns1:off x="4033075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2" name="merged_diagonal_78">
            <ns1:extLst>
              <ns1:ext uri="{FF2B5EF4-FFF2-40B4-BE49-F238E27FC236}">
                <ns2:creationId id="{4EC490AA-F972-48AB-81D6-1863D15B4B1A}"/>
              </ns1:ext>
            </ns1:extLst>
          </ns0:cNvPr>
          <ns0:cNvSpPr>
            <ns1:spLocks noGrp="1"/>
          </ns0:cNvSpPr>
          <ns0:nvPr/>
        </ns0:nvSpPr>
        <ns0:spPr>
          <ns1:xfrm>
            <ns1:off x="4029385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43" name="merged_79">
            <ns1:extLst>
              <ns1:ext uri="{FF2B5EF4-FFF2-40B4-BE49-F238E27FC236}">
                <ns2:creationId id="{1A69A755-09DC-4565-A9A6-E3A454A9D4BF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453134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4" name="merged_hatch_79">
            <ns1:extLst>
              <ns1:ext uri="{FF2B5EF4-FFF2-40B4-BE49-F238E27FC236}">
                <ns2:creationId id="{6CA5F747-76B5-423D-89EF-BD2C0814AD44}"/>
              </ns1:ext>
            </ns1:extLst>
          </ns0:cNvPr>
          <ns0:cNvSpPr>
            <ns1:spLocks noGrp="1"/>
          </ns0:cNvSpPr>
          <ns0:nvPr/>
        </ns0:nvSpPr>
        <ns0:spPr>
          <ns1:xfrm>
            <ns1:off x="4088803" y="2460516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5" name="merged_diagonal_79">
            <ns1:extLst>
              <ns1:ext uri="{FF2B5EF4-FFF2-40B4-BE49-F238E27FC236}">
                <ns2:creationId id="{200134D9-7922-415E-B6C8-68F83BC5DD21}"/>
              </ns1:ext>
            </ns1:extLst>
          </ns0:cNvPr>
          <ns0:cNvSpPr>
            <ns1:spLocks noGrp="1"/>
          </ns0:cNvSpPr>
          <ns0:nvPr/>
        </ns0:nvSpPr>
        <ns0:spPr>
          <ns1:xfrm>
            <ns1:off x="4085113" y="2456825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46" name="merged_80">
            <ns1:extLst>
              <ns1:ext uri="{FF2B5EF4-FFF2-40B4-BE49-F238E27FC236}">
                <ns2:creationId id="{E8EABBAF-BA3D-4856-A576-CCBCD7F074C6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7" name="merged_hatch_80">
            <ns1:extLst>
              <ns1:ext uri="{FF2B5EF4-FFF2-40B4-BE49-F238E27FC236}">
                <ns2:creationId id="{01F4DE68-A3DD-48B9-800F-16334B091215}"/>
              </ns1:ext>
            </ns1:extLst>
          </ns0:cNvPr>
          <ns0:cNvSpPr>
            <ns1:spLocks noGrp="1"/>
          </ns0:cNvSpPr>
          <ns0:nvPr/>
        </ns0:nvSpPr>
        <ns0:spPr>
          <ns1:xfrm>
            <ns1:off x="3587252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48" name="merged_diagonal_80">
            <ns1:extLst>
              <ns1:ext uri="{FF2B5EF4-FFF2-40B4-BE49-F238E27FC236}">
                <ns2:creationId id="{10540AD5-87C8-43AE-993C-6AD0A3C51C3C}"/>
              </ns1:ext>
            </ns1:extLst>
          </ns0:cNvPr>
          <ns0:cNvSpPr>
            <ns1:spLocks noGrp="1"/>
          </ns0:cNvSpPr>
          <ns0:nvPr/>
        </ns0:nvSpPr>
        <ns0:spPr>
          <ns1:xfrm>
            <ns1:off x="3583561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49" name="merged_81">
            <ns1:extLst>
              <ns1:ext uri="{FF2B5EF4-FFF2-40B4-BE49-F238E27FC236}">
                <ns2:creationId id="{57A0F746-2D82-4205-BB91-009A899DDC51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0" name="merged_hatch_81">
            <ns1:extLst>
              <ns1:ext uri="{FF2B5EF4-FFF2-40B4-BE49-F238E27FC236}">
                <ns2:creationId id="{8729C5F3-CDFB-4EBE-8C1E-AB7241529E7D}"/>
              </ns1:ext>
            </ns1:extLst>
          </ns0:cNvPr>
          <ns0:cNvSpPr>
            <ns1:spLocks noGrp="1"/>
          </ns0:cNvSpPr>
          <ns0:nvPr/>
        </ns0:nvSpPr>
        <ns0:spPr>
          <ns1:xfrm>
            <ns1:off x="3642980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1" name="merged_diagonal_81">
            <ns1:extLst>
              <ns1:ext uri="{FF2B5EF4-FFF2-40B4-BE49-F238E27FC236}">
                <ns2:creationId id="{D6B2C6D3-2E8E-49C7-9D05-0C45080889B5}"/>
              </ns1:ext>
            </ns1:extLst>
          </ns0:cNvPr>
          <ns0:cNvSpPr>
            <ns1:spLocks noGrp="1"/>
          </ns0:cNvSpPr>
          <ns0:nvPr/>
        </ns0:nvSpPr>
        <ns0:spPr>
          <ns1:xfrm>
            <ns1:off x="3639290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52" name="merged_82">
            <ns1:extLst>
              <ns1:ext uri="{FF2B5EF4-FFF2-40B4-BE49-F238E27FC236}">
                <ns2:creationId id="{32F421C3-3EC3-449F-8381-28FBFFF14A35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3" name="merged_hatch_82">
            <ns1:extLst>
              <ns1:ext uri="{FF2B5EF4-FFF2-40B4-BE49-F238E27FC236}">
                <ns2:creationId id="{B0AEF8E7-78E1-4005-9D2D-641E9FA927AF}"/>
              </ns1:ext>
            </ns1:extLst>
          </ns0:cNvPr>
          <ns0:cNvSpPr>
            <ns1:spLocks noGrp="1"/>
          </ns0:cNvSpPr>
          <ns0:nvPr/>
        </ns0:nvSpPr>
        <ns0:spPr>
          <ns1:xfrm>
            <ns1:off x="3698708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4" name="merged_diagonal_82">
            <ns1:extLst>
              <ns1:ext uri="{FF2B5EF4-FFF2-40B4-BE49-F238E27FC236}">
                <ns2:creationId id="{8675DF8A-468B-4B6C-B4DD-4C051169610C}"/>
              </ns1:ext>
            </ns1:extLst>
          </ns0:cNvPr>
          <ns0:cNvSpPr>
            <ns1:spLocks noGrp="1"/>
          </ns0:cNvSpPr>
          <ns0:nvPr/>
        </ns0:nvSpPr>
        <ns0:spPr>
          <ns1:xfrm>
            <ns1:off x="3695017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55" name="merged_83">
            <ns1:extLst>
              <ns1:ext uri="{FF2B5EF4-FFF2-40B4-BE49-F238E27FC236}">
                <ns2:creationId id="{4EC7D563-0953-496F-8EF3-997CF39B6BE9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6" name="merged_hatch_83">
            <ns1:extLst>
              <ns1:ext uri="{FF2B5EF4-FFF2-40B4-BE49-F238E27FC236}">
                <ns2:creationId id="{728E47D1-BA9D-4E3E-8668-2EAC64DBAF20}"/>
              </ns1:ext>
            </ns1:extLst>
          </ns0:cNvPr>
          <ns0:cNvSpPr>
            <ns1:spLocks noGrp="1"/>
          </ns0:cNvSpPr>
          <ns0:nvPr/>
        </ns0:nvSpPr>
        <ns0:spPr>
          <ns1:xfrm>
            <ns1:off x="3754436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7" name="merged_diagonal_83">
            <ns1:extLst>
              <ns1:ext uri="{FF2B5EF4-FFF2-40B4-BE49-F238E27FC236}">
                <ns2:creationId id="{EBD6DFF4-0781-4633-A126-02670AEE529F}"/>
              </ns1:ext>
            </ns1:extLst>
          </ns0:cNvPr>
          <ns0:cNvSpPr>
            <ns1:spLocks noGrp="1"/>
          </ns0:cNvSpPr>
          <ns0:nvPr/>
        </ns0:nvSpPr>
        <ns0:spPr>
          <ns1:xfrm>
            <ns1:off x="3750745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58" name="merged_84">
            <ns1:extLst>
              <ns1:ext uri="{FF2B5EF4-FFF2-40B4-BE49-F238E27FC236}">
                <ns2:creationId id="{BF071ED6-9556-43BF-A1DA-0EF634003DED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59" name="merged_hatch_84">
            <ns1:extLst>
              <ns1:ext uri="{FF2B5EF4-FFF2-40B4-BE49-F238E27FC236}">
                <ns2:creationId id="{AA51C6ED-F8C1-47F8-BD9D-95E8F3FF63A2}"/>
              </ns1:ext>
            </ns1:extLst>
          </ns0:cNvPr>
          <ns0:cNvSpPr>
            <ns1:spLocks noGrp="1"/>
          </ns0:cNvSpPr>
          <ns0:nvPr/>
        </ns0:nvSpPr>
        <ns0:spPr>
          <ns1:xfrm>
            <ns1:off x="3810164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0" name="merged_diagonal_84">
            <ns1:extLst>
              <ns1:ext uri="{FF2B5EF4-FFF2-40B4-BE49-F238E27FC236}">
                <ns2:creationId id="{863865E6-CE9F-4E4E-AD6C-31938B040B41}"/>
              </ns1:ext>
            </ns1:extLst>
          </ns0:cNvPr>
          <ns0:cNvSpPr>
            <ns1:spLocks noGrp="1"/>
          </ns0:cNvSpPr>
          <ns0:nvPr/>
        </ns0:nvSpPr>
        <ns0:spPr>
          <ns1:xfrm>
            <ns1:off x="3806473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61" name="merged_85">
            <ns1:extLst>
              <ns1:ext uri="{FF2B5EF4-FFF2-40B4-BE49-F238E27FC236}">
                <ns2:creationId id="{F803D388-660C-45F6-9D14-B2BEEBE9ED33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2" name="merged_hatch_85">
            <ns1:extLst>
              <ns1:ext uri="{FF2B5EF4-FFF2-40B4-BE49-F238E27FC236}">
                <ns2:creationId id="{B3B5EC25-E130-4DCC-8189-36ECCA1F0207}"/>
              </ns1:ext>
            </ns1:extLst>
          </ns0:cNvPr>
          <ns0:cNvSpPr>
            <ns1:spLocks noGrp="1"/>
          </ns0:cNvSpPr>
          <ns0:nvPr/>
        </ns0:nvSpPr>
        <ns0:spPr>
          <ns1:xfrm>
            <ns1:off x="3865892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3" name="merged_diagonal_85">
            <ns1:extLst>
              <ns1:ext uri="{FF2B5EF4-FFF2-40B4-BE49-F238E27FC236}">
                <ns2:creationId id="{51442BCA-3A32-402F-BCEB-65353340B114}"/>
              </ns1:ext>
            </ns1:extLst>
          </ns0:cNvPr>
          <ns0:cNvSpPr>
            <ns1:spLocks noGrp="1"/>
          </ns0:cNvSpPr>
          <ns0:nvPr/>
        </ns0:nvSpPr>
        <ns0:spPr>
          <ns1:xfrm>
            <ns1:off x="3862201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64" name="merged_86">
            <ns1:extLst>
              <ns1:ext uri="{FF2B5EF4-FFF2-40B4-BE49-F238E27FC236}">
                <ns2:creationId id="{D425DB5D-8782-4CF1-9F76-054FAE984666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5" name="merged_hatch_86">
            <ns1:extLst>
              <ns1:ext uri="{FF2B5EF4-FFF2-40B4-BE49-F238E27FC236}">
                <ns2:creationId id="{BDC161CD-17CC-4413-B10E-6C7A86479283}"/>
              </ns1:ext>
            </ns1:extLst>
          </ns0:cNvPr>
          <ns0:cNvSpPr>
            <ns1:spLocks noGrp="1"/>
          </ns0:cNvSpPr>
          <ns0:nvPr/>
        </ns0:nvSpPr>
        <ns0:spPr>
          <ns1:xfrm>
            <ns1:off x="3921619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6" name="merged_diagonal_86">
            <ns1:extLst>
              <ns1:ext uri="{FF2B5EF4-FFF2-40B4-BE49-F238E27FC236}">
                <ns2:creationId id="{7CFA1E50-5AEF-4079-87C9-0D94CD921446}"/>
              </ns1:ext>
            </ns1:extLst>
          </ns0:cNvPr>
          <ns0:cNvSpPr>
            <ns1:spLocks noGrp="1"/>
          </ns0:cNvSpPr>
          <ns0:nvPr/>
        </ns0:nvSpPr>
        <ns0:spPr>
          <ns1:xfrm>
            <ns1:off x="3917929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67" name="merged_87">
            <ns1:extLst>
              <ns1:ext uri="{FF2B5EF4-FFF2-40B4-BE49-F238E27FC236}">
                <ns2:creationId id="{041464B3-4F7B-4D0C-AA08-3ED740948572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8" name="merged_hatch_87">
            <ns1:extLst>
              <ns1:ext uri="{FF2B5EF4-FFF2-40B4-BE49-F238E27FC236}">
                <ns2:creationId id="{41447B9D-B35F-4964-AA98-D53959EDA2D2}"/>
              </ns1:ext>
            </ns1:extLst>
          </ns0:cNvPr>
          <ns0:cNvSpPr>
            <ns1:spLocks noGrp="1"/>
          </ns0:cNvSpPr>
          <ns0:nvPr/>
        </ns0:nvSpPr>
        <ns0:spPr>
          <ns1:xfrm>
            <ns1:off x="3977347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69" name="merged_diagonal_87">
            <ns1:extLst>
              <ns1:ext uri="{FF2B5EF4-FFF2-40B4-BE49-F238E27FC236}">
                <ns2:creationId id="{C83266F8-E09D-4424-AF7D-617AF9DB3767}"/>
              </ns1:ext>
            </ns1:extLst>
          </ns0:cNvPr>
          <ns0:cNvSpPr>
            <ns1:spLocks noGrp="1"/>
          </ns0:cNvSpPr>
          <ns0:nvPr/>
        </ns0:nvSpPr>
        <ns0:spPr>
          <ns1:xfrm>
            <ns1:off x="3973657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70" name="merged_88">
            <ns1:extLst>
              <ns1:ext uri="{FF2B5EF4-FFF2-40B4-BE49-F238E27FC236}">
                <ns2:creationId id="{5D857E08-40C3-486B-9BE4-940EFDDA4DCA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1" name="merged_hatch_88">
            <ns1:extLst>
              <ns1:ext uri="{FF2B5EF4-FFF2-40B4-BE49-F238E27FC236}">
                <ns2:creationId id="{AC9B99DC-009B-4303-B085-D19B55DB4524}"/>
              </ns1:ext>
            </ns1:extLst>
          </ns0:cNvPr>
          <ns0:cNvSpPr>
            <ns1:spLocks noGrp="1"/>
          </ns0:cNvSpPr>
          <ns0:nvPr/>
        </ns0:nvSpPr>
        <ns0:spPr>
          <ns1:xfrm>
            <ns1:off x="4033075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2" name="merged_diagonal_88">
            <ns1:extLst>
              <ns1:ext uri="{FF2B5EF4-FFF2-40B4-BE49-F238E27FC236}">
                <ns2:creationId id="{FCD278EB-0164-4047-8B99-572456925EE7}"/>
              </ns1:ext>
            </ns1:extLst>
          </ns0:cNvPr>
          <ns0:cNvSpPr>
            <ns1:spLocks noGrp="1"/>
          </ns0:cNvSpPr>
          <ns0:nvPr/>
        </ns0:nvSpPr>
        <ns0:spPr>
          <ns1:xfrm>
            <ns1:off x="4029385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73" name="merged_89">
            <ns1:extLst>
              <ns1:ext uri="{FF2B5EF4-FFF2-40B4-BE49-F238E27FC236}">
                <ns2:creationId id="{7F5E9799-AEDD-4BFB-95C3-A9BDBBAB90E1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508862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4" name="merged_hatch_89">
            <ns1:extLst>
              <ns1:ext uri="{FF2B5EF4-FFF2-40B4-BE49-F238E27FC236}">
                <ns2:creationId id="{CA2FB30D-D935-488F-8B61-DC3A899C20CD}"/>
              </ns1:ext>
            </ns1:extLst>
          </ns0:cNvPr>
          <ns0:cNvSpPr>
            <ns1:spLocks noGrp="1"/>
          </ns0:cNvSpPr>
          <ns0:nvPr/>
        </ns0:nvSpPr>
        <ns0:spPr>
          <ns1:xfrm>
            <ns1:off x="4088803" y="2516243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5" name="merged_diagonal_89">
            <ns1:extLst>
              <ns1:ext uri="{FF2B5EF4-FFF2-40B4-BE49-F238E27FC236}">
                <ns2:creationId id="{E431D447-8C35-441E-A008-A5DDCC1BE5FD}"/>
              </ns1:ext>
            </ns1:extLst>
          </ns0:cNvPr>
          <ns0:cNvSpPr>
            <ns1:spLocks noGrp="1"/>
          </ns0:cNvSpPr>
          <ns0:nvPr/>
        </ns0:nvSpPr>
        <ns0:spPr>
          <ns1:xfrm>
            <ns1:off x="4085113" y="2512553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76" name="merged_90">
            <ns1:extLst>
              <ns1:ext uri="{FF2B5EF4-FFF2-40B4-BE49-F238E27FC236}">
                <ns2:creationId id="{61CCCBA0-BE29-48CB-BF83-D2A9F8AD3049}"/>
              </ns1:ext>
            </ns1:extLst>
          </ns0:cNvPr>
          <ns0:cNvSpPr>
            <ns1:spLocks noGrp="1"/>
          </ns0:cNvSpPr>
          <ns0:nvPr/>
        </ns0:nvSpPr>
        <ns0:spPr>
          <ns1:xfrm>
            <ns1:off x="3579871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7" name="merged_hatch_90">
            <ns1:extLst>
              <ns1:ext uri="{FF2B5EF4-FFF2-40B4-BE49-F238E27FC236}">
                <ns2:creationId id="{EEBFBCA0-AF7E-4631-88C7-2D5153D14D0A}"/>
              </ns1:ext>
            </ns1:extLst>
          </ns0:cNvPr>
          <ns0:cNvSpPr>
            <ns1:spLocks noGrp="1"/>
          </ns0:cNvSpPr>
          <ns0:nvPr/>
        </ns0:nvSpPr>
        <ns0:spPr>
          <ns1:xfrm>
            <ns1:off x="3587252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78" name="merged_diagonal_90">
            <ns1:extLst>
              <ns1:ext uri="{FF2B5EF4-FFF2-40B4-BE49-F238E27FC236}">
                <ns2:creationId id="{11345C4C-28EF-491B-AC87-AD4115EDB40B}"/>
              </ns1:ext>
            </ns1:extLst>
          </ns0:cNvPr>
          <ns0:cNvSpPr>
            <ns1:spLocks noGrp="1"/>
          </ns0:cNvSpPr>
          <ns0:nvPr/>
        </ns0:nvSpPr>
        <ns0:spPr>
          <ns1:xfrm>
            <ns1:off x="3583561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79" name="merged_91">
            <ns1:extLst>
              <ns1:ext uri="{FF2B5EF4-FFF2-40B4-BE49-F238E27FC236}">
                <ns2:creationId id="{C56E1B5B-E650-472F-A882-3208C5DE65B5}"/>
              </ns1:ext>
            </ns1:extLst>
          </ns0:cNvPr>
          <ns0:cNvSpPr>
            <ns1:spLocks noGrp="1"/>
          </ns0:cNvSpPr>
          <ns0:nvPr/>
        </ns0:nvSpPr>
        <ns0:spPr>
          <ns1:xfrm>
            <ns1:off x="3635599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0" name="merged_hatch_91">
            <ns1:extLst>
              <ns1:ext uri="{FF2B5EF4-FFF2-40B4-BE49-F238E27FC236}">
                <ns2:creationId id="{3BDB1E48-8F93-48F8-B073-B8AF43189B4C}"/>
              </ns1:ext>
            </ns1:extLst>
          </ns0:cNvPr>
          <ns0:cNvSpPr>
            <ns1:spLocks noGrp="1"/>
          </ns0:cNvSpPr>
          <ns0:nvPr/>
        </ns0:nvSpPr>
        <ns0:spPr>
          <ns1:xfrm>
            <ns1:off x="3642980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1" name="merged_diagonal_91">
            <ns1:extLst>
              <ns1:ext uri="{FF2B5EF4-FFF2-40B4-BE49-F238E27FC236}">
                <ns2:creationId id="{2887613C-94D0-4729-90D4-50B2AF0275E1}"/>
              </ns1:ext>
            </ns1:extLst>
          </ns0:cNvPr>
          <ns0:cNvSpPr>
            <ns1:spLocks noGrp="1"/>
          </ns0:cNvSpPr>
          <ns0:nvPr/>
        </ns0:nvSpPr>
        <ns0:spPr>
          <ns1:xfrm>
            <ns1:off x="3639290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82" name="merged_92">
            <ns1:extLst>
              <ns1:ext uri="{FF2B5EF4-FFF2-40B4-BE49-F238E27FC236}">
                <ns2:creationId id="{48BC44C3-A9E2-4A33-9347-DCA7E19DBE14}"/>
              </ns1:ext>
            </ns1:extLst>
          </ns0:cNvPr>
          <ns0:cNvSpPr>
            <ns1:spLocks noGrp="1"/>
          </ns0:cNvSpPr>
          <ns0:nvPr/>
        </ns0:nvSpPr>
        <ns0:spPr>
          <ns1:xfrm>
            <ns1:off x="3691327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3" name="merged_hatch_92">
            <ns1:extLst>
              <ns1:ext uri="{FF2B5EF4-FFF2-40B4-BE49-F238E27FC236}">
                <ns2:creationId id="{D935D1B2-4B30-418B-9143-AA4540F9EA67}"/>
              </ns1:ext>
            </ns1:extLst>
          </ns0:cNvPr>
          <ns0:cNvSpPr>
            <ns1:spLocks noGrp="1"/>
          </ns0:cNvSpPr>
          <ns0:nvPr/>
        </ns0:nvSpPr>
        <ns0:spPr>
          <ns1:xfrm>
            <ns1:off x="3698708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4" name="merged_diagonal_92">
            <ns1:extLst>
              <ns1:ext uri="{FF2B5EF4-FFF2-40B4-BE49-F238E27FC236}">
                <ns2:creationId id="{0AB47678-D428-45DD-BCE4-238390D115F0}"/>
              </ns1:ext>
            </ns1:extLst>
          </ns0:cNvPr>
          <ns0:cNvSpPr>
            <ns1:spLocks noGrp="1"/>
          </ns0:cNvSpPr>
          <ns0:nvPr/>
        </ns0:nvSpPr>
        <ns0:spPr>
          <ns1:xfrm>
            <ns1:off x="3695017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85" name="merged_93">
            <ns1:extLst>
              <ns1:ext uri="{FF2B5EF4-FFF2-40B4-BE49-F238E27FC236}">
                <ns2:creationId id="{F3B2498F-DB03-49C8-9330-1E4EBEFC62D3}"/>
              </ns1:ext>
            </ns1:extLst>
          </ns0:cNvPr>
          <ns0:cNvSpPr>
            <ns1:spLocks noGrp="1"/>
          </ns0:cNvSpPr>
          <ns0:nvPr/>
        </ns0:nvSpPr>
        <ns0:spPr>
          <ns1:xfrm>
            <ns1:off x="3747055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6" name="merged_hatch_93">
            <ns1:extLst>
              <ns1:ext uri="{FF2B5EF4-FFF2-40B4-BE49-F238E27FC236}">
                <ns2:creationId id="{4367FAFC-3859-45A6-99A4-475FD97FCBCE}"/>
              </ns1:ext>
            </ns1:extLst>
          </ns0:cNvPr>
          <ns0:cNvSpPr>
            <ns1:spLocks noGrp="1"/>
          </ns0:cNvSpPr>
          <ns0:nvPr/>
        </ns0:nvSpPr>
        <ns0:spPr>
          <ns1:xfrm>
            <ns1:off x="3754436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7" name="merged_diagonal_93">
            <ns1:extLst>
              <ns1:ext uri="{FF2B5EF4-FFF2-40B4-BE49-F238E27FC236}">
                <ns2:creationId id="{9290880E-C1FB-46B7-B5BC-381C0EFB68AD}"/>
              </ns1:ext>
            </ns1:extLst>
          </ns0:cNvPr>
          <ns0:cNvSpPr>
            <ns1:spLocks noGrp="1"/>
          </ns0:cNvSpPr>
          <ns0:nvPr/>
        </ns0:nvSpPr>
        <ns0:spPr>
          <ns1:xfrm>
            <ns1:off x="3750745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88" name="merged_94">
            <ns1:extLst>
              <ns1:ext uri="{FF2B5EF4-FFF2-40B4-BE49-F238E27FC236}">
                <ns2:creationId id="{3B8ED418-B475-4565-A895-0D961102721D}"/>
              </ns1:ext>
            </ns1:extLst>
          </ns0:cNvPr>
          <ns0:cNvSpPr>
            <ns1:spLocks noGrp="1"/>
          </ns0:cNvSpPr>
          <ns0:nvPr/>
        </ns0:nvSpPr>
        <ns0:spPr>
          <ns1:xfrm>
            <ns1:off x="3802782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89" name="merged_hatch_94">
            <ns1:extLst>
              <ns1:ext uri="{FF2B5EF4-FFF2-40B4-BE49-F238E27FC236}">
                <ns2:creationId id="{BDAE9D03-4A22-406E-A939-0E49EA5358E0}"/>
              </ns1:ext>
            </ns1:extLst>
          </ns0:cNvPr>
          <ns0:cNvSpPr>
            <ns1:spLocks noGrp="1"/>
          </ns0:cNvSpPr>
          <ns0:nvPr/>
        </ns0:nvSpPr>
        <ns0:spPr>
          <ns1:xfrm>
            <ns1:off x="3810164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0" name="merged_diagonal_94">
            <ns1:extLst>
              <ns1:ext uri="{FF2B5EF4-FFF2-40B4-BE49-F238E27FC236}">
                <ns2:creationId id="{5DE9A4C4-E716-4892-9B05-E754D059EB59}"/>
              </ns1:ext>
            </ns1:extLst>
          </ns0:cNvPr>
          <ns0:cNvSpPr>
            <ns1:spLocks noGrp="1"/>
          </ns0:cNvSpPr>
          <ns0:nvPr/>
        </ns0:nvSpPr>
        <ns0:spPr>
          <ns1:xfrm>
            <ns1:off x="3806473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91" name="merged_95">
            <ns1:extLst>
              <ns1:ext uri="{FF2B5EF4-FFF2-40B4-BE49-F238E27FC236}">
                <ns2:creationId id="{E3A89FF5-8E30-463A-91D7-058666B00BB3}"/>
              </ns1:ext>
            </ns1:extLst>
          </ns0:cNvPr>
          <ns0:cNvSpPr>
            <ns1:spLocks noGrp="1"/>
          </ns0:cNvSpPr>
          <ns0:nvPr/>
        </ns0:nvSpPr>
        <ns0:spPr>
          <ns1:xfrm>
            <ns1:off x="3858510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2" name="merged_hatch_95">
            <ns1:extLst>
              <ns1:ext uri="{FF2B5EF4-FFF2-40B4-BE49-F238E27FC236}">
                <ns2:creationId id="{B8E438EE-AC8C-4C03-B9CB-46167344096A}"/>
              </ns1:ext>
            </ns1:extLst>
          </ns0:cNvPr>
          <ns0:cNvSpPr>
            <ns1:spLocks noGrp="1"/>
          </ns0:cNvSpPr>
          <ns0:nvPr/>
        </ns0:nvSpPr>
        <ns0:spPr>
          <ns1:xfrm>
            <ns1:off x="3865892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3" name="merged_diagonal_95">
            <ns1:extLst>
              <ns1:ext uri="{FF2B5EF4-FFF2-40B4-BE49-F238E27FC236}">
                <ns2:creationId id="{2849E9A1-7E32-48A2-8179-024740C8A9F9}"/>
              </ns1:ext>
            </ns1:extLst>
          </ns0:cNvPr>
          <ns0:cNvSpPr>
            <ns1:spLocks noGrp="1"/>
          </ns0:cNvSpPr>
          <ns0:nvPr/>
        </ns0:nvSpPr>
        <ns0:spPr>
          <ns1:xfrm>
            <ns1:off x="3862201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94" name="merged_96">
            <ns1:extLst>
              <ns1:ext uri="{FF2B5EF4-FFF2-40B4-BE49-F238E27FC236}">
                <ns2:creationId id="{D7C084F3-F0D8-4E8E-B1C5-5EF8F0936EB9}"/>
              </ns1:ext>
            </ns1:extLst>
          </ns0:cNvPr>
          <ns0:cNvSpPr>
            <ns1:spLocks noGrp="1"/>
          </ns0:cNvSpPr>
          <ns0:nvPr/>
        </ns0:nvSpPr>
        <ns0:spPr>
          <ns1:xfrm>
            <ns1:off x="3914238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5" name="merged_hatch_96">
            <ns1:extLst>
              <ns1:ext uri="{FF2B5EF4-FFF2-40B4-BE49-F238E27FC236}">
                <ns2:creationId id="{B2892D08-99B5-4C7A-83D1-921E6808DCE9}"/>
              </ns1:ext>
            </ns1:extLst>
          </ns0:cNvPr>
          <ns0:cNvSpPr>
            <ns1:spLocks noGrp="1"/>
          </ns0:cNvSpPr>
          <ns0:nvPr/>
        </ns0:nvSpPr>
        <ns0:spPr>
          <ns1:xfrm>
            <ns1:off x="3921619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6" name="merged_diagonal_96">
            <ns1:extLst>
              <ns1:ext uri="{FF2B5EF4-FFF2-40B4-BE49-F238E27FC236}">
                <ns2:creationId id="{C974AC98-391E-4E49-88FE-FFDA2C91A32C}"/>
              </ns1:ext>
            </ns1:extLst>
          </ns0:cNvPr>
          <ns0:cNvSpPr>
            <ns1:spLocks noGrp="1"/>
          </ns0:cNvSpPr>
          <ns0:nvPr/>
        </ns0:nvSpPr>
        <ns0:spPr>
          <ns1:xfrm>
            <ns1:off x="3917929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597" name="merged_97">
            <ns1:extLst>
              <ns1:ext uri="{FF2B5EF4-FFF2-40B4-BE49-F238E27FC236}">
                <ns2:creationId id="{0B3E5730-A038-4466-A7F3-C81E23061793}"/>
              </ns1:ext>
            </ns1:extLst>
          </ns0:cNvPr>
          <ns0:cNvSpPr>
            <ns1:spLocks noGrp="1"/>
          </ns0:cNvSpPr>
          <ns0:nvPr/>
        </ns0:nvSpPr>
        <ns0:spPr>
          <ns1:xfrm>
            <ns1:off x="3969966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8" name="merged_hatch_97">
            <ns1:extLst>
              <ns1:ext uri="{FF2B5EF4-FFF2-40B4-BE49-F238E27FC236}">
                <ns2:creationId id="{30D8BC06-A29E-4DF2-84B1-6BA8807525D3}"/>
              </ns1:ext>
            </ns1:extLst>
          </ns0:cNvPr>
          <ns0:cNvSpPr>
            <ns1:spLocks noGrp="1"/>
          </ns0:cNvSpPr>
          <ns0:nvPr/>
        </ns0:nvSpPr>
        <ns0:spPr>
          <ns1:xfrm>
            <ns1:off x="3977347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599" name="merged_diagonal_97">
            <ns1:extLst>
              <ns1:ext uri="{FF2B5EF4-FFF2-40B4-BE49-F238E27FC236}">
                <ns2:creationId id="{F3B783E4-4A62-44A4-9605-2C7E076AD1DF}"/>
              </ns1:ext>
            </ns1:extLst>
          </ns0:cNvPr>
          <ns0:cNvSpPr>
            <ns1:spLocks noGrp="1"/>
          </ns0:cNvSpPr>
          <ns0:nvPr/>
        </ns0:nvSpPr>
        <ns0:spPr>
          <ns1:xfrm>
            <ns1:off x="3973657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600" name="merged_98">
            <ns1:extLst>
              <ns1:ext uri="{FF2B5EF4-FFF2-40B4-BE49-F238E27FC236}">
                <ns2:creationId id="{26B01B81-E9B6-4890-BF38-4681BFF79E51}"/>
              </ns1:ext>
            </ns1:extLst>
          </ns0:cNvPr>
          <ns0:cNvSpPr>
            <ns1:spLocks noGrp="1"/>
          </ns0:cNvSpPr>
          <ns0:nvPr/>
        </ns0:nvSpPr>
        <ns0:spPr>
          <ns1:xfrm>
            <ns1:off x="4025694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01" name="merged_hatch_98">
            <ns1:extLst>
              <ns1:ext uri="{FF2B5EF4-FFF2-40B4-BE49-F238E27FC236}">
                <ns2:creationId id="{BEA2B4E1-10F5-4D02-96F8-D0E6557322E7}"/>
              </ns1:ext>
            </ns1:extLst>
          </ns0:cNvPr>
          <ns0:cNvSpPr>
            <ns1:spLocks noGrp="1"/>
          </ns0:cNvSpPr>
          <ns0:nvPr/>
        </ns0:nvSpPr>
        <ns0:spPr>
          <ns1:xfrm>
            <ns1:off x="4033075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02" name="merged_diagonal_98">
            <ns1:extLst>
              <ns1:ext uri="{FF2B5EF4-FFF2-40B4-BE49-F238E27FC236}">
                <ns2:creationId id="{A6F4EAD1-68D8-4809-8305-2A9040DF1CA4}"/>
              </ns1:ext>
            </ns1:extLst>
          </ns0:cNvPr>
          <ns0:cNvSpPr>
            <ns1:spLocks noGrp="1"/>
          </ns0:cNvSpPr>
          <ns0:nvPr/>
        </ns0:nvSpPr>
        <ns0:spPr>
          <ns1:xfrm>
            <ns1:off x="4029385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603" name="merged_99">
            <ns1:extLst>
              <ns1:ext uri="{FF2B5EF4-FFF2-40B4-BE49-F238E27FC236}">
                <ns2:creationId id="{EA274262-56E2-4A1C-A5A5-7FC61BE7EE86}"/>
              </ns1:ext>
            </ns1:extLst>
          </ns0:cNvPr>
          <ns0:cNvSpPr>
            <ns1:spLocks noGrp="1"/>
          </ns0:cNvSpPr>
          <ns0:nvPr/>
        </ns0:nvSpPr>
        <ns0:spPr>
          <ns1:xfrm>
            <ns1:off x="4081422" y="2564590"/>
            <ns1:ext cx="55728" cy="55728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04" name="merged_hatch_99">
            <ns1:extLst>
              <ns1:ext uri="{FF2B5EF4-FFF2-40B4-BE49-F238E27FC236}">
                <ns2:creationId id="{595F1B8C-E26E-4BE8-8C1E-52C33DFDA2B8}"/>
              </ns1:ext>
            </ns1:extLst>
          </ns0:cNvPr>
          <ns0:cNvSpPr>
            <ns1:spLocks noGrp="1"/>
          </ns0:cNvSpPr>
          <ns0:nvPr/>
        </ns0:nvSpPr>
        <ns0:spPr>
          <ns1:xfrm>
            <ns1:off x="4088803" y="2571971"/>
            <ns1:ext cx="40966" cy="40966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05" name="merged_diagonal_99">
            <ns1:extLst>
              <ns1:ext uri="{FF2B5EF4-FFF2-40B4-BE49-F238E27FC236}">
                <ns2:creationId id="{D21A045C-A3C8-4698-B6EB-A8463F02E16D}"/>
              </ns1:ext>
            </ns1:extLst>
          </ns0:cNvPr>
          <ns0:cNvSpPr>
            <ns1:spLocks noGrp="1"/>
          </ns0:cNvSpPr>
          <ns0:nvPr/>
        </ns0:nvSpPr>
        <ns0:spPr>
          <ns1:xfrm>
            <ns1:off x="4085113" y="2568281"/>
            <ns1:ext cx="48347" cy="48347"/>
          </ns1:xfrm>
          <ns1:prstGeom prst="line">
            <ns1:avLst/>
          </ns1:prstGeom>
          <ns1:ln w="2952">
            <ns1:solidFill>
              <ns1:srgbClr val="D49B3D"/>
            </ns1:solidFill>
          </ns1:ln>
        </ns0:spPr>
      </ns0:sp>
      <ns0:sp>
        <ns0:nvSpPr>
          <ns0:cNvPr id="2606" name="finer">
            <ns1:extLst>
              <ns1:ext uri="{FF2B5EF4-FFF2-40B4-BE49-F238E27FC236}">
                <ns2:creationId id="{32726AA3-C5E6-43B8-AA11-832FB24BE255}"/>
              </ns1:ext>
            </ns1:extLst>
          </ns0:cNvPr>
          <ns0:cNvSpPr>
            <ns1:spLocks noGrp="1"/>
          </ns0:cNvSpPr>
          <ns0:nvPr/>
        </ns0:nvSpPr>
        <ns0:spPr>
          <ns1:xfrm>
            <ns1:off x="5070869" y="2088873"/>
            <ns1:ext cx="1335993" cy="479777"/>
          </ns1:xfrm>
          <ns1:prstGeom prst="rect">
            <ns1:avLst/>
          </ns1:prstGeom>
          <ns1:solidFill>
            <ns1:srgbClr val="FFF8E8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Generate finer scales</ns1:t>
            </ns1:r>
          </ns1:p>
          <ns1:p>
            <ns1:pPr algn="ctr">
              <ns1:def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843" b="1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from the merged state</ns1:t>
            </ns1:r>
          </ns1:p>
        </ns0:txBody>
      </ns0:sp>
      <ns0:sp>
        <ns0:nvSpPr>
          <ns0:cNvPr id="2610" name="predict_note">
            <ns1:extLst>
              <ns1:ext uri="{FF2B5EF4-FFF2-40B4-BE49-F238E27FC236}">
                <ns2:creationId id="{0DB774C7-943A-4B75-B2DC-5607040B45FD}"/>
              </ns1:ext>
            </ns1:extLst>
          </ns0:cNvPr>
          <ns0:cNvSpPr>
            <ns1:spLocks noGrp="1"/>
          </ns0:cNvSpPr>
          <ns0:nvPr/>
        </ns0:nvSpPr>
        <ns0:spPr>
          <ns1:xfrm>
            <ns1:off x="1631240" y="2664605"/>
            <ns1:ext cx="1254800" cy="15500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Boundary scale</ns1:t>
            </ns1:r>
          </ns1:p>
        </ns0:txBody>
      </ns0:sp>
      <ns0:sp>
        <ns0:nvSpPr>
          <ns0:cNvPr id="2611" name="merged_note">
            <ns1:extLst>
              <ns1:ext uri="{FF2B5EF4-FFF2-40B4-BE49-F238E27FC236}">
                <ns2:creationId id="{7F879A1E-7F7F-48D1-9805-A3ECC0592849}"/>
              </ns1:ext>
            </ns1:extLst>
          </ns0:cNvPr>
          <ns0:cNvSpPr>
            <ns1:spLocks noGrp="1"/>
          </ns0:cNvSpPr>
          <ns0:nvPr/>
        </ns0:nvSpPr>
        <ns0:spPr>
          <ns1:xfrm>
            <ns1:off x="3114857" y="2664605"/>
            <ns1:ext cx="1498379" cy="15500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ctr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75 received + 25 predicted</ns1:t>
            </ns1:r>
          </ns1:p>
        </ns0:txBody>
      </ns0:sp>
      <ns0:sp>
        <ns0:nvSpPr>
          <ns0:cNvPr id="2612" name="received_legend">
            <ns1:extLst>
              <ns1:ext uri="{FF2B5EF4-FFF2-40B4-BE49-F238E27FC236}">
                <ns2:creationId id="{13582012-5D31-40D4-9928-4EC2354AACC4}"/>
              </ns1:ext>
            </ns1:extLst>
          </ns0:cNvPr>
          <ns0:cNvSpPr>
            <ns1:spLocks noGrp="1"/>
          </ns0:cNvSpPr>
          <ns0:nvPr/>
        </ns0:nvSpPr>
        <ns0:spPr>
          <ns1:xfrm>
            <ns1:off x="5081940" y="2664605"/>
            <ns1:ext cx="81193" cy="81193"/>
          </ns1:xfrm>
          <ns1:prstGeom prst="rect">
            <ns1:avLst/>
          </ns1:prstGeom>
          <ns1:solidFill>
            <ns1:srgbClr val="B9DBFB"/>
          </ns1:solidFill>
          <ns1:ln w="5905">
            <ns1:solidFill>
              <ns1:srgbClr val="3775BA"/>
            </ns1:solidFill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13" name="received_label">
            <ns1:extLst>
              <ns1:ext uri="{FF2B5EF4-FFF2-40B4-BE49-F238E27FC236}">
                <ns2:creationId id="{E5A2993F-1904-4FEF-936B-1D39710F5B0D}"/>
              </ns1:ext>
            </ns1:extLst>
          </ns0:cNvPr>
          <ns0:cNvSpPr>
            <ns1:spLocks noGrp="1"/>
          </ns0:cNvSpPr>
          <ns0:nvPr/>
        </ns0:nvSpPr>
        <ns0:spPr>
          <ns1:xfrm>
            <ns1:off x="5203730" y="2631390"/>
            <ns1:ext cx="516682" cy="15500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Received</ns1:t>
            </ns1:r>
          </ns1:p>
        </ns0:txBody>
      </ns0:sp>
      <ns0:sp>
        <ns0:nvSpPr>
          <ns0:cNvPr id="2614" name="pred_legend">
            <ns1:extLst>
              <ns1:ext uri="{FF2B5EF4-FFF2-40B4-BE49-F238E27FC236}">
                <ns2:creationId id="{049E394C-02DB-4E8F-A48B-8EB0DA7EDD99}"/>
              </ns1:ext>
            </ns1:extLst>
          </ns0:cNvPr>
          <ns0:cNvSpPr>
            <ns1:spLocks noGrp="1"/>
          </ns0:cNvSpPr>
          <ns0:nvPr/>
        </ns0:nvSpPr>
        <ns0:spPr>
          <ns1:xfrm>
            <ns1:off x="5794224" y="2664605"/>
            <ns1:ext cx="81193" cy="81193"/>
          </ns1:xfrm>
          <ns1:prstGeom prst="rect">
            <ns1:avLst/>
          </ns1:prstGeom>
          <ns1:solidFill>
            <ns1:srgbClr val="FFF0CF"/>
          </ns1:solidFill>
          <ns1:ln w="5905">
            <ns1:solidFill>
              <ns1:srgbClr val="D49B3D"/>
            </ns1:solidFill>
          </ns1:ln>
        </ns0:spPr>
        <ns0:txBody>
          <ns1:bodyPr lIns="29525" tIns="29525" rIns="29525" bIns="29525" anchor="ctr"/>
          <ns1:lstStyle>
            <ns1:def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ctr">
              <ns1:defRPr sz="814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r>
              <ns1:t/>
            </ns1:r>
          </ns1:p>
        </ns0:txBody>
      </ns0:sp>
      <ns0:sp>
        <ns0:nvSpPr>
          <ns0:cNvPr id="2615" name="pred_label">
            <ns1:extLst>
              <ns1:ext uri="{FF2B5EF4-FFF2-40B4-BE49-F238E27FC236}">
                <ns2:creationId id="{49685C6E-3DA7-4D63-81B1-D594A64146E7}"/>
              </ns1:ext>
            </ns1:extLst>
          </ns0:cNvPr>
          <ns0:cNvSpPr>
            <ns1:spLocks noGrp="1"/>
          </ns0:cNvSpPr>
          <ns0:nvPr/>
        </ns0:nvSpPr>
        <ns0:spPr>
          <ns1:xfrm>
            <ns1:off x="5916013" y="2631390"/>
            <ns1:ext cx="579422" cy="155005"/>
          </ns1:xfrm>
          <ns1:prstGeom prst="rect">
            <ns1:avLst/>
          </ns1:prstGeom>
          <ns1:noFill/>
          <ns1:ln w="5905">
            <ns1:noFill/>
          </ns1:ln>
        </ns0:spPr>
        <ns0:txBody>
          <ns1:bodyPr lIns="0" tIns="0" rIns="0" bIns="0" anchor="ctr"/>
          <ns1:lstStyle>
            <ns1:def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defPPr>
            <ns1:lvl1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1pPr>
            <ns1:lvl2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2pPr>
            <ns1:lvl3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3pPr>
            <ns1:lvl4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4pPr>
            <ns1:lvl5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5pPr>
            <ns1:lvl6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6pPr>
            <ns1:lvl7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7pPr>
            <ns1:lvl8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8pPr>
            <ns1:lvl9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lvl9pPr>
          </ns1:lstStyle>
          <ns1:p>
            <ns1:pPr algn="l">
              <ns1:def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defRPr>
            </ns1:pPr>
            <ns1:r>
              <ns1:rPr sz="726" b="0">
                <ns1:solidFill>
                  <ns1:srgbClr val="17212A"/>
                </ns1:solidFill>
                <ns1:latin typeface="Arial"/>
                <ns1:ea typeface="Arial"/>
                <ns1:cs typeface="Arial"/>
              </ns1:rPr>
              <ns1:t>Predicted</ns1:t>
            </ns1:r>
          </ns1:p>
        </ns0:txBody>
      </ns0:sp>
      <ns0:pic>
        <ns0:nvPicPr>
          <ns0:cNvPr id="2616" name="">
            <ns1:extLst>
              <ns1:ext uri="{FF2B5EF4-FFF2-40B4-BE49-F238E27FC236}">
                <ns2:creationId id="{CDF85419-1042-4389-BA3D-0C839FB65629}"/>
              </ns1:ext>
            </ns1:extLst>
          </ns0:cNvPr>
          <ns0:cNvPicPr>
            <ns1:picLocks noChangeAspect="1"/>
          </ns0:cNvPicPr>
          <ns0:nvPr/>
        </ns0:nvPicPr>
        <ns0:blipFill>
          <ns1:blip ns3:embed="Rb28b1fd7f3ed46ac"/>
          <ns1:stretch/>
        </ns0:blipFill>
        <ns0:spPr>
          <ns1:xfrm>
            <ns1:off x="51668" y="778753"/>
            <ns1:ext cx="350606" cy="343146"/>
          </ns1:xfrm>
          <ns1:prstGeom prst="rect">
            <ns1:avLst/>
          </ns1:prstGeom>
        </ns0:spPr>
      </ns0:pic>
      <ns0:pic>
        <ns0:nvPicPr>
          <ns0:cNvPr id="2617" name="">
            <ns1:extLst>
              <ns1:ext uri="{FF2B5EF4-FFF2-40B4-BE49-F238E27FC236}">
                <ns2:creationId id="{A853DE08-0388-4DB8-82DB-95048985C532}"/>
              </ns1:ext>
            </ns1:extLst>
          </ns0:cNvPr>
          <ns0:cNvPicPr>
            <ns1:picLocks noChangeAspect="1"/>
          </ns0:cNvPicPr>
          <ns0:nvPr/>
        </ns0:nvPicPr>
        <ns0:blipFill>
          <ns1:blip ns3:embed="Rcbc11f8c641a4a94"/>
          <ns1:stretch/>
        </ns0:blipFill>
        <ns0:spPr>
          <ns1:xfrm>
            <ns1:off x="6130067" y="778753"/>
            <ns1:ext cx="350606" cy="343146"/>
          </ns1:xfrm>
          <ns1:prstGeom prst="rect">
            <ns1:avLst/>
          </ns1:prstGeom>
        </ns0:spPr>
      </ns0:pic>
    </ns0:spTree>
    <ns0:extLst>
      <ns0:ext uri="{BB962C8B-B14F-4D97-AF65-F5344CB8AC3E}">
        <ns4:creationId val="208393606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2026-10-21T02:49:27.4090000Z</dcterms:created>
  <dcterms:modified xsi:type="dcterms:W3CDTF">2026-10-21T02:49:27.4090000Z</dcterms:modified>
</coreProperties>
</file>