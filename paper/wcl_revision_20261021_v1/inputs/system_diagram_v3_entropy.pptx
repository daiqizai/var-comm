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6897350" cy="782726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System diagram revised from user-provided system_diagram_v2.pptx. Original color palette, dimensions, native token shapes and kingfisher thumbnails retained where applicable. Thumbnails are schematic, not measured reconstruction results.</a:t>
            </a:r>
          </a:p>
          <a:p>
            <a:r>
              <a:t>Mainline: entropy-coded payload; N=1024 channel symbols, robust public header=68 symbols, coded body=956 symbols. The final actual endpoint (m,K) is signaled through the paid profile ID. Target lookup is calibrated offline; per-image terminated-length fallback holds MCS fixed.</a:t>
            </a:r>
          </a:p>
          <a:p>
            <a:r>
              <a:t>Body before LDPC: 13-bit source-stream length, terminated arithmetic-coded stream, zero padding, CRC16. Feasibility: L_term +13+16 &lt;= k_LDPC. Receiver rejects invalid headers, CRC/length/source parsing or arithmetic termination failures and emits fixed gray output.</a:t>
            </a:r>
          </a:p>
          <a:p>
            <a:r>
              <a:t>Both sides use the same frozen VAR prior. Arithmetic CDFs are reconstructed locally from the token history; no CDFs or untransmitted token oracle are sent through a side channel.</a:t>
            </a:r>
          </a:p>
          <a:p>
            <a:r>
              <a:t>Budget illustration: 10 dB, 16-QAM, LDPC k=2549 and n=3824, nominal rate2/3. Usable AC-source budget2520 bits. Across500 sources WHOLE mean AC bits=1958.134 (77.70%), PARTIAL=2399.242 (95.21%). Padding percentages complement these utilization percentages inside2520 bits. Physical-body length remains956 channel symbols for both. Percentages are aggregate means, not a single-frame bitstream.</a:t>
            </a:r>
          </a:p>
          <a:p>
            <a:r>
              <a:t>Panel(b): an actual admissible entropy endpoint example at10 dB is m=7,K=75 (277/500 sources in the registered distribution). Coarser scales1..7 contain155 tokens. Predict full scale8 (10x10), overwrite first75 row-major positions, retain25 predicted, advance the merged state, then predict scale9 (13x13) and scale10 (16x16) sequentially. No claim that every source uses this endpoint.</a:t>
            </a:r>
          </a:p>
          <a:p>
            <a:r>
              <a:t>Primary implementation and measurement sources at frozen repository SHA 02ee120324e3f2fa16b2b05b602346db34256586:</a:t>
            </a:r>
          </a:p>
          <a:p>
            <a:r>
              <a:t>https://github.com/daiqizai/var-comm/blob/02ee120324e3f2fa16b2b05b602346db34256586/experiments/entropy-partial-mismatch-20261010/scripts/ep_phy.py</a:t>
            </a:r>
          </a:p>
          <a:p>
            <a:r>
              <a:t>https://github.com/daiqizai/var-comm/blob/02ee120324e3f2fa16b2b05b602346db34256586/paper/manuscripts/nestcom_entropy_v6_20261019/manuscript.tex</a:t>
            </a:r>
          </a:p>
          <a:p>
            <a:r>
              <a:t>https://github.com/daiqizai/var-comm/blob/02ee120324e3f2fa16b2b05b602346db34256586/results/n1024_consistency_20261019_v1/family_snr_summary.csv</a:t>
            </a:r>
          </a:p>
          <a:p>
            <a:r>
              <a:t>https://github.com/daiqizai/var-comm/blob/02ee120324e3f2fa16b2b05b602346db34256586/results/n1024_consistency_20261019_v1/endpoint_distribution.csv</a:t>
            </a:r>
          </a:p>
          <a:p>
            <a:r>
              <a:t>Editable master deliverable retains Times New Roman font names. PDF/PNG rendered in this environment with metrically compatible Liberation Serif because Times New Roman font binaries are absent.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7123650-5648-4162-83EE-8945ABAD6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735" y="3191722"/>
            <a:ext cx="13517880" cy="1220364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9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21D520D-DB28-49ED-9E16-1F656FE065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4603" y="4646771"/>
            <a:ext cx="11828145" cy="93874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72D557F-2513-48A0-AEF4-B15C4AE16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735" y="3520281"/>
            <a:ext cx="13517880" cy="14081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17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74319FD-6B11-4875-B0A1-FDAA4EA7A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76" y="657119"/>
            <a:ext cx="14996398" cy="103261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3CF45AC-F26A-4F04-8DD9-9CE64D3AD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0476" y="2346854"/>
            <a:ext cx="14996398" cy="525695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62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1pPr>
            <a:lvl2pPr marL="65711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2pPr>
            <a:lvl3pPr marL="103261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3pPr>
            <a:lvl4pPr marL="140811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4pPr>
            <a:lvl5pPr marL="178360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5pPr>
            <a:lvl6pPr marL="215910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6pPr>
            <a:lvl7pPr marL="253460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7pPr>
            <a:lvl8pPr marL="291009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8pPr>
            <a:lvl9pPr marL="328559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60EC67B-6F1B-41EC-9838-7D2292832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76" y="657119"/>
            <a:ext cx="14996398" cy="103261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2D23E0-2EAD-4909-AEC5-9083F03DD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0476" y="2346854"/>
            <a:ext cx="6970157" cy="525695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62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1pPr>
            <a:lvl2pPr marL="65711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2pPr>
            <a:lvl3pPr marL="103261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3pPr>
            <a:lvl4pPr marL="140811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4pPr>
            <a:lvl5pPr marL="178360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5pPr>
            <a:lvl6pPr marL="215910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6pPr>
            <a:lvl7pPr marL="253460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7pPr>
            <a:lvl8pPr marL="291009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8pPr>
            <a:lvl9pPr marL="328559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C9E1A6D-E066-4E57-B315-DF369FA8B9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976717" y="2346854"/>
            <a:ext cx="6970157" cy="525695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58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62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1pPr>
            <a:lvl2pPr marL="65711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2pPr>
            <a:lvl3pPr marL="103261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3pPr>
            <a:lvl4pPr marL="140811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4pPr>
            <a:lvl5pPr marL="178360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5pPr>
            <a:lvl6pPr marL="215910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6pPr>
            <a:lvl7pPr marL="253460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7pPr>
            <a:lvl8pPr marL="291009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8pPr>
            <a:lvl9pPr marL="328559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684733-5CD5-47DA-B4DC-9497B3B8C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476" y="657119"/>
            <a:ext cx="14996398" cy="103261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06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74D99D8-016D-4AA6-8435-D077C562A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0476" y="2346854"/>
            <a:ext cx="6970157" cy="525695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162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1pPr>
            <a:lvl2pPr marL="65711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2pPr>
            <a:lvl3pPr marL="103261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3pPr>
            <a:lvl4pPr marL="140811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4pPr>
            <a:lvl5pPr marL="178360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5pPr>
            <a:lvl6pPr marL="215910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6pPr>
            <a:lvl7pPr marL="2534603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7pPr>
            <a:lvl8pPr marL="2910099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8pPr>
            <a:lvl9pPr marL="3285596" indent="-281623">
              <a:lnSpc>
                <a:spcPct val="110000"/>
              </a:lnSpc>
              <a:spcBef>
                <a:spcPts val="0"/>
              </a:spcBef>
              <a:spcAft>
                <a:spcPts val="147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8" name="panel_backgrounds__group_segment_1"/>
          <p:cNvGrpSpPr/>
          <p:nvPr/>
        </p:nvGrpSpPr>
        <p:grpSpPr>
          <a:xfrm>
            <a:off x="14288" y="414338"/>
            <a:ext cx="16864013" cy="3509963"/>
            <a:chOff x="14288" y="414338"/>
            <a:chExt cx="16864013" cy="3509963"/>
          </a:xfrm>
        </p:grpSpPr>
        <p:sp>
          <p:nvSpPr>
            <p:cNvPr id="1667" name="panel_backgrounds__0000">
              <a:extLst>
                <a:ext uri="{FF2B5EF4-FFF2-40B4-BE49-F238E27FC236}">
                  <a16:creationId xmlns:a16="http://schemas.microsoft.com/office/drawing/2014/main" id="{DA8245D4-D03F-4114-9770-54D713377A40}"/>
                </a:ext>
              </a:extLst>
            </p:cNvPr>
            <p:cNvSpPr>
              <a:spLocks noGrp="1"/>
            </p:cNvSpPr>
            <p:nvPr/>
          </p:nvSpPr>
          <p:spPr>
            <a:xfrm>
              <a:off x="14288" y="414338"/>
              <a:ext cx="10982325" cy="3509963"/>
            </a:xfrm>
            <a:prstGeom prst="roundRect">
              <a:avLst>
                <a:gd name="adj" fmla="val 2171"/>
              </a:avLst>
            </a:prstGeom>
            <a:solidFill>
              <a:srgbClr val="F2FAFF"/>
            </a:solidFill>
            <a:ln w="9525">
              <a:solidFill>
                <a:srgbClr val="82B9FF"/>
              </a:solidFill>
              <a:prstDash val="solid"/>
            </a:ln>
          </p:spPr>
        </p:sp>
        <p:sp>
          <p:nvSpPr>
            <p:cNvPr id="2" name="panel_backgrounds__0001">
              <a:extLst>
                <a:ext uri="{FF2B5EF4-FFF2-40B4-BE49-F238E27FC236}">
                  <a16:creationId xmlns:a16="http://schemas.microsoft.com/office/drawing/2014/main" id="{E13CA33A-248A-40F8-BB71-DF327FB4C32B}"/>
                </a:ext>
              </a:extLst>
            </p:cNvPr>
            <p:cNvSpPr>
              <a:spLocks noGrp="1"/>
            </p:cNvSpPr>
            <p:nvPr/>
          </p:nvSpPr>
          <p:spPr>
            <a:xfrm>
              <a:off x="11025188" y="414338"/>
              <a:ext cx="5853113" cy="3509963"/>
            </a:xfrm>
            <a:prstGeom prst="roundRect">
              <a:avLst>
                <a:gd name="adj" fmla="val 2171"/>
              </a:avLst>
            </a:prstGeom>
            <a:solidFill>
              <a:srgbClr val="EFFCF1"/>
            </a:solidFill>
            <a:ln w="9525">
              <a:solidFill>
                <a:srgbClr val="95D99F"/>
              </a:solidFill>
              <a:prstDash val="solid"/>
            </a:ln>
          </p:spPr>
        </p:sp>
      </p:grpSp>
      <p:grpSp>
        <p:nvGrpSpPr>
          <p:cNvPr id="1669" name="panel_title__group_segment_2"/>
          <p:cNvGrpSpPr/>
          <p:nvPr/>
        </p:nvGrpSpPr>
        <p:grpSpPr>
          <a:xfrm>
            <a:off x="180975" y="-38100"/>
            <a:ext cx="15344775" cy="809625"/>
            <a:chOff x="180975" y="-38100"/>
            <a:chExt cx="15344775" cy="809625"/>
          </a:xfrm>
        </p:grpSpPr>
        <p:sp>
          <p:nvSpPr>
            <p:cNvPr id="3" name="panel_title__0002">
              <a:extLst>
                <a:ext uri="{FF2B5EF4-FFF2-40B4-BE49-F238E27FC236}">
                  <a16:creationId xmlns:a16="http://schemas.microsoft.com/office/drawing/2014/main" id="{4C1BCC6F-6B87-4BE2-81AF-AE22699CADB1}"/>
                </a:ext>
              </a:extLst>
            </p:cNvPr>
            <p:cNvSpPr>
              <a:spLocks noGrp="1"/>
            </p:cNvSpPr>
            <p:nvPr/>
          </p:nvSpPr>
          <p:spPr>
            <a:xfrm>
              <a:off x="180975" y="0"/>
              <a:ext cx="15240000" cy="3143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950" b="1" i="0">
                  <a:solidFill>
                    <a:srgbClr val="082E5C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/>
              <a:r>
                <a:rPr sz="1950" b="1" i="0">
                  <a:solidFill>
                    <a:srgbClr val="082E5C"/>
                  </a:solidFill>
                  <a:latin typeface="Times New Roman"/>
                  <a:ea typeface="Times New Roman"/>
                  <a:cs typeface="Times New Roman"/>
                </a:rPr>
                <a:t>(a)  Entropy-coded transmission and recovery</a:t>
              </a:r>
            </a:p>
          </p:txBody>
        </p:sp>
        <p:sp>
          <p:nvSpPr>
            <p:cNvPr id="4" name="panel_title__0003">
              <a:extLst>
                <a:ext uri="{FF2B5EF4-FFF2-40B4-BE49-F238E27FC236}">
                  <a16:creationId xmlns:a16="http://schemas.microsoft.com/office/drawing/2014/main" id="{51A41F9F-5C4A-4D25-B2E2-544419C8A446}"/>
                </a:ext>
              </a:extLst>
            </p:cNvPr>
            <p:cNvSpPr>
              <a:spLocks noGrp="1"/>
            </p:cNvSpPr>
            <p:nvPr/>
          </p:nvSpPr>
          <p:spPr>
            <a:xfrm>
              <a:off x="228600" y="485775"/>
              <a:ext cx="47625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00" b="1" i="0">
                  <a:solidFill>
                    <a:srgbClr val="083473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15000"/>
                </a:lnSpc>
                <a:buNone/>
                <a:defRPr sz="1800" b="1" i="0">
                  <a:solidFill>
                    <a:srgbClr val="083473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083473"/>
                  </a:solidFill>
                  <a:latin typeface="Times New Roman"/>
                  <a:ea typeface="Times New Roman"/>
                  <a:cs typeface="Times New Roman"/>
                </a:rPr>
                <a:t>Transmitter (Tx)</a:t>
              </a:r>
            </a:p>
          </p:txBody>
        </p:sp>
        <p:sp>
          <p:nvSpPr>
            <p:cNvPr id="5" name="panel_title__0004">
              <a:extLst>
                <a:ext uri="{FF2B5EF4-FFF2-40B4-BE49-F238E27FC236}">
                  <a16:creationId xmlns:a16="http://schemas.microsoft.com/office/drawing/2014/main" id="{1B8159AA-3868-45B3-9E98-DB67494A790D}"/>
                </a:ext>
              </a:extLst>
            </p:cNvPr>
            <p:cNvSpPr>
              <a:spLocks noGrp="1"/>
            </p:cNvSpPr>
            <p:nvPr/>
          </p:nvSpPr>
          <p:spPr>
            <a:xfrm>
              <a:off x="11144250" y="485775"/>
              <a:ext cx="438150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800" b="1" i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15000"/>
                </a:lnSpc>
                <a:buNone/>
                <a:defRPr sz="1800" b="1" i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00" b="1" i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rPr>
                <a:t>Receiver (Rx)</a:t>
              </a:r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B54E8531-3D30-4713-9DD1-F2EEEE5B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925" y="1828901"/>
            <a:ext cx="904875" cy="885622"/>
          </a:xfrm>
          <a:prstGeom prst="rect">
            <a:avLst/>
          </a:prstGeom>
        </p:spPr>
      </p:pic>
      <p:grpSp>
        <p:nvGrpSpPr>
          <p:cNvPr id="1672" name="input_image__group_segment_5"/>
          <p:cNvGrpSpPr/>
          <p:nvPr/>
        </p:nvGrpSpPr>
        <p:grpSpPr>
          <a:xfrm>
            <a:off x="28575" y="1814513"/>
            <a:ext cx="1266826" cy="1376362"/>
            <a:chOff x="28575" y="1814513"/>
            <a:chExt cx="1266826" cy="1376362"/>
          </a:xfrm>
        </p:grpSpPr>
        <p:sp>
          <p:nvSpPr>
            <p:cNvPr id="31" name="input_image__0023">
              <a:extLst>
                <a:ext uri="{FF2B5EF4-FFF2-40B4-BE49-F238E27FC236}">
                  <a16:creationId xmlns:a16="http://schemas.microsoft.com/office/drawing/2014/main" id="{AFB069FD-129C-4913-8B3A-9174F7560963}"/>
                </a:ext>
              </a:extLst>
            </p:cNvPr>
            <p:cNvSpPr>
              <a:spLocks noGrp="1"/>
            </p:cNvSpPr>
            <p:nvPr/>
          </p:nvSpPr>
          <p:spPr>
            <a:xfrm>
              <a:off x="157163" y="1814513"/>
              <a:ext cx="923925" cy="904875"/>
            </a:xfrm>
            <a:prstGeom prst="rect">
              <a:avLst/>
            </a:prstGeom>
            <a:noFill/>
            <a:ln w="11430">
              <a:solidFill>
                <a:srgbClr val="275874"/>
              </a:solidFill>
              <a:prstDash val="solid"/>
            </a:ln>
          </p:spPr>
        </p:sp>
        <p:sp>
          <p:nvSpPr>
            <p:cNvPr id="32" name="input_image__0024">
              <a:extLst>
                <a:ext uri="{FF2B5EF4-FFF2-40B4-BE49-F238E27FC236}">
                  <a16:creationId xmlns:a16="http://schemas.microsoft.com/office/drawing/2014/main" id="{F8B26079-C16B-4EE1-A895-9AA0725B8A1A}"/>
                </a:ext>
              </a:extLst>
            </p:cNvPr>
            <p:cNvSpPr>
              <a:spLocks noGrp="1"/>
            </p:cNvSpPr>
            <p:nvPr/>
          </p:nvSpPr>
          <p:spPr>
            <a:xfrm>
              <a:off x="28575" y="2790825"/>
              <a:ext cx="1181100" cy="2024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75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75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Image x</a:t>
              </a:r>
            </a:p>
          </p:txBody>
        </p:sp>
        <p:sp>
          <p:nvSpPr>
            <p:cNvPr id="33" name="input_image__0025">
              <a:extLst>
                <a:ext uri="{FF2B5EF4-FFF2-40B4-BE49-F238E27FC236}">
                  <a16:creationId xmlns:a16="http://schemas.microsoft.com/office/drawing/2014/main" id="{E71BF028-47FA-4209-BB1B-2153667EC309}"/>
                </a:ext>
              </a:extLst>
            </p:cNvPr>
            <p:cNvSpPr>
              <a:spLocks noGrp="1"/>
            </p:cNvSpPr>
            <p:nvPr/>
          </p:nvSpPr>
          <p:spPr>
            <a:xfrm>
              <a:off x="28575" y="3000375"/>
              <a:ext cx="11811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(256 × 256 × 3)</a:t>
              </a:r>
            </a:p>
          </p:txBody>
        </p:sp>
        <p:sp>
          <p:nvSpPr>
            <p:cNvPr id="34" name="input_image__0026">
              <a:extLst>
                <a:ext uri="{FF2B5EF4-FFF2-40B4-BE49-F238E27FC236}">
                  <a16:creationId xmlns:a16="http://schemas.microsoft.com/office/drawing/2014/main" id="{FFD3F5C4-CEF5-4877-A3D2-3AD366F10ECC}"/>
                </a:ext>
              </a:extLst>
            </p:cNvPr>
            <p:cNvSpPr>
              <a:spLocks noGrp="1"/>
            </p:cNvSpPr>
            <p:nvPr/>
          </p:nvSpPr>
          <p:spPr>
            <a:xfrm>
              <a:off x="1085850" y="2505075"/>
              <a:ext cx="209550" cy="95"/>
            </a:xfrm>
            <a:custGeom>
              <a:avLst/>
              <a:gdLst/>
              <a:ahLst/>
              <a:cxnLst/>
              <a:rect l="0" t="0" r="0" b="0"/>
              <a:pathLst>
                <a:path w="209550" h="9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4288">
              <a:solidFill>
                <a:srgbClr val="050B0C"/>
              </a:solidFill>
              <a:prstDash val="solid"/>
            </a:ln>
          </p:spPr>
        </p:sp>
        <p:sp>
          <p:nvSpPr>
            <p:cNvPr id="35" name="input_image__0026_arrowEnd">
              <a:extLst>
                <a:ext uri="{FF2B5EF4-FFF2-40B4-BE49-F238E27FC236}">
                  <a16:creationId xmlns:a16="http://schemas.microsoft.com/office/drawing/2014/main" id="{3233F546-655F-49DA-B715-78A3A35B632A}"/>
                </a:ext>
              </a:extLst>
            </p:cNvPr>
            <p:cNvSpPr>
              <a:spLocks noGrp="1"/>
            </p:cNvSpPr>
            <p:nvPr/>
          </p:nvSpPr>
          <p:spPr>
            <a:xfrm>
              <a:off x="1212533" y="2466956"/>
              <a:ext cx="82868" cy="76238"/>
            </a:xfrm>
            <a:custGeom>
              <a:avLst/>
              <a:gdLst/>
              <a:ahLst/>
              <a:cxnLst/>
              <a:rect l="0" t="0" r="0" b="0"/>
              <a:pathLst>
                <a:path w="82868" h="76238">
                  <a:moveTo>
                    <a:pt x="82868" y="38119"/>
                  </a:moveTo>
                  <a:lnTo>
                    <a:pt x="0" y="76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grpSp>
        <p:nvGrpSpPr>
          <p:cNvPr id="1673" name="frozen_tokenizer__group_segment_6"/>
          <p:cNvGrpSpPr/>
          <p:nvPr/>
        </p:nvGrpSpPr>
        <p:grpSpPr>
          <a:xfrm>
            <a:off x="1304925" y="1466850"/>
            <a:ext cx="1638300" cy="2162175"/>
            <a:chOff x="1304925" y="1466850"/>
            <a:chExt cx="1638300" cy="2162175"/>
          </a:xfrm>
        </p:grpSpPr>
        <p:sp>
          <p:nvSpPr>
            <p:cNvPr id="36" name="frozen_tokenizer__0027">
              <a:extLst>
                <a:ext uri="{FF2B5EF4-FFF2-40B4-BE49-F238E27FC236}">
                  <a16:creationId xmlns:a16="http://schemas.microsoft.com/office/drawing/2014/main" id="{AAE2CC63-0705-41F3-A073-C6AB3A057533}"/>
                </a:ext>
              </a:extLst>
            </p:cNvPr>
            <p:cNvSpPr>
              <a:spLocks noGrp="1"/>
            </p:cNvSpPr>
            <p:nvPr/>
          </p:nvSpPr>
          <p:spPr>
            <a:xfrm>
              <a:off x="1304925" y="1466850"/>
              <a:ext cx="1543050" cy="2162175"/>
            </a:xfrm>
            <a:prstGeom prst="roundRect">
              <a:avLst>
                <a:gd name="adj" fmla="val 2469"/>
              </a:avLst>
            </a:prstGeom>
            <a:solidFill>
              <a:srgbClr val="E4F4FF"/>
            </a:solidFill>
            <a:ln w="10478">
              <a:solidFill>
                <a:srgbClr val="164A93"/>
              </a:solidFill>
              <a:prstDash val="solid"/>
            </a:ln>
          </p:spPr>
        </p:sp>
        <p:sp>
          <p:nvSpPr>
            <p:cNvPr id="37" name="frozen_tokenizer__0028">
              <a:extLst>
                <a:ext uri="{FF2B5EF4-FFF2-40B4-BE49-F238E27FC236}">
                  <a16:creationId xmlns:a16="http://schemas.microsoft.com/office/drawing/2014/main" id="{B1AB0022-9495-4C73-947A-329CE4F14931}"/>
                </a:ext>
              </a:extLst>
            </p:cNvPr>
            <p:cNvSpPr>
              <a:spLocks noGrp="1"/>
            </p:cNvSpPr>
            <p:nvPr/>
          </p:nvSpPr>
          <p:spPr>
            <a:xfrm>
              <a:off x="1381125" y="1504950"/>
              <a:ext cx="14001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1" i="0">
                  <a:solidFill>
                    <a:srgbClr val="082F72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15000"/>
                </a:lnSpc>
                <a:buNone/>
                <a:defRPr sz="1200" b="1" i="0">
                  <a:solidFill>
                    <a:srgbClr val="082F7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082F72"/>
                  </a:solidFill>
                  <a:latin typeface="Times New Roman"/>
                  <a:ea typeface="Times New Roman"/>
                  <a:cs typeface="Times New Roman"/>
                </a:rPr>
                <a:t>Frozen VAR tokenizer</a:t>
              </a:r>
            </a:p>
          </p:txBody>
        </p:sp>
        <p:sp>
          <p:nvSpPr>
            <p:cNvPr id="38" name="frozen_tokenizer__0029">
              <a:extLst>
                <a:ext uri="{FF2B5EF4-FFF2-40B4-BE49-F238E27FC236}">
                  <a16:creationId xmlns:a16="http://schemas.microsoft.com/office/drawing/2014/main" id="{FB31062E-3087-45EE-90EB-82D45349E0E0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1819275"/>
              <a:ext cx="1285875" cy="495300"/>
            </a:xfrm>
            <a:prstGeom prst="roundRect">
              <a:avLst>
                <a:gd name="adj" fmla="val 5769"/>
              </a:avLst>
            </a:prstGeom>
            <a:solidFill>
              <a:srgbClr val="F8FCFF"/>
            </a:solidFill>
            <a:ln w="8096">
              <a:solidFill>
                <a:srgbClr val="6C879A"/>
              </a:solidFill>
              <a:prstDash val="solid"/>
            </a:ln>
          </p:spPr>
        </p:sp>
        <p:sp>
          <p:nvSpPr>
            <p:cNvPr id="39" name="frozen_tokenizer__0030">
              <a:extLst>
                <a:ext uri="{FF2B5EF4-FFF2-40B4-BE49-F238E27FC236}">
                  <a16:creationId xmlns:a16="http://schemas.microsoft.com/office/drawing/2014/main" id="{BCDDDAAE-E328-41A4-928C-1EC42C75BB84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1838325"/>
              <a:ext cx="12858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Visual encoder</a:t>
              </a:r>
            </a:p>
          </p:txBody>
        </p:sp>
        <p:sp>
          <p:nvSpPr>
            <p:cNvPr id="40" name="frozen_tokenizer__0031">
              <a:extLst>
                <a:ext uri="{FF2B5EF4-FFF2-40B4-BE49-F238E27FC236}">
                  <a16:creationId xmlns:a16="http://schemas.microsoft.com/office/drawing/2014/main" id="{BBEEFDA4-28DF-4C63-9793-8A1016DEE140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2047875"/>
              <a:ext cx="12858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E(·)</a:t>
              </a:r>
            </a:p>
          </p:txBody>
        </p:sp>
        <p:sp>
          <p:nvSpPr>
            <p:cNvPr id="41" name="frozen_tokenizer__0032">
              <a:extLst>
                <a:ext uri="{FF2B5EF4-FFF2-40B4-BE49-F238E27FC236}">
                  <a16:creationId xmlns:a16="http://schemas.microsoft.com/office/drawing/2014/main" id="{65B55B41-FED4-4DEB-A0ED-FC10AC52414D}"/>
                </a:ext>
              </a:extLst>
            </p:cNvPr>
            <p:cNvSpPr>
              <a:spLocks noGrp="1"/>
            </p:cNvSpPr>
            <p:nvPr/>
          </p:nvSpPr>
          <p:spPr>
            <a:xfrm>
              <a:off x="2066925" y="2314575"/>
              <a:ext cx="95" cy="85725"/>
            </a:xfrm>
            <a:custGeom>
              <a:avLst/>
              <a:gdLst/>
              <a:ahLst/>
              <a:cxnLst/>
              <a:rect l="0" t="0" r="0" b="0"/>
              <a:pathLst>
                <a:path w="9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0478">
              <a:solidFill>
                <a:srgbClr val="090D0E"/>
              </a:solidFill>
              <a:prstDash val="solid"/>
            </a:ln>
          </p:spPr>
        </p:sp>
        <p:sp>
          <p:nvSpPr>
            <p:cNvPr id="42" name="frozen_tokenizer__0032_arrowEnd">
              <a:extLst>
                <a:ext uri="{FF2B5EF4-FFF2-40B4-BE49-F238E27FC236}">
                  <a16:creationId xmlns:a16="http://schemas.microsoft.com/office/drawing/2014/main" id="{74B35C13-80FE-453C-9FA8-FA5B8B195148}"/>
                </a:ext>
              </a:extLst>
            </p:cNvPr>
            <p:cNvSpPr>
              <a:spLocks noGrp="1"/>
            </p:cNvSpPr>
            <p:nvPr/>
          </p:nvSpPr>
          <p:spPr>
            <a:xfrm>
              <a:off x="2031873" y="2324100"/>
              <a:ext cx="70104" cy="76200"/>
            </a:xfrm>
            <a:custGeom>
              <a:avLst/>
              <a:gdLst/>
              <a:ahLst/>
              <a:cxnLst/>
              <a:rect l="0" t="0" r="0" b="0"/>
              <a:pathLst>
                <a:path w="70104" h="76200">
                  <a:moveTo>
                    <a:pt x="35052" y="76200"/>
                  </a:moveTo>
                  <a:lnTo>
                    <a:pt x="0" y="0"/>
                  </a:lnTo>
                  <a:lnTo>
                    <a:pt x="70104" y="0"/>
                  </a:lnTo>
                  <a:close/>
                </a:path>
              </a:pathLst>
            </a:custGeom>
            <a:solidFill>
              <a:srgbClr val="090D0E"/>
            </a:solidFill>
            <a:ln w="0">
              <a:noFill/>
              <a:prstDash val="solid"/>
            </a:ln>
          </p:spPr>
        </p:sp>
        <p:sp>
          <p:nvSpPr>
            <p:cNvPr id="43" name="frozen_tokenizer__0033">
              <a:extLst>
                <a:ext uri="{FF2B5EF4-FFF2-40B4-BE49-F238E27FC236}">
                  <a16:creationId xmlns:a16="http://schemas.microsoft.com/office/drawing/2014/main" id="{B0734954-EF7A-49E6-B753-3A112F81CD19}"/>
                </a:ext>
              </a:extLst>
            </p:cNvPr>
            <p:cNvSpPr>
              <a:spLocks noGrp="1"/>
            </p:cNvSpPr>
            <p:nvPr/>
          </p:nvSpPr>
          <p:spPr>
            <a:xfrm>
              <a:off x="1428750" y="2400300"/>
              <a:ext cx="1285875" cy="695325"/>
            </a:xfrm>
            <a:prstGeom prst="roundRect">
              <a:avLst>
                <a:gd name="adj" fmla="val 4110"/>
              </a:avLst>
            </a:prstGeom>
            <a:solidFill>
              <a:srgbClr val="F8FCFF"/>
            </a:solidFill>
            <a:ln w="8096">
              <a:solidFill>
                <a:srgbClr val="6C879A"/>
              </a:solidFill>
              <a:prstDash val="solid"/>
            </a:ln>
          </p:spPr>
        </p:sp>
        <p:sp>
          <p:nvSpPr>
            <p:cNvPr id="44" name="frozen_tokenizer__0034">
              <a:extLst>
                <a:ext uri="{FF2B5EF4-FFF2-40B4-BE49-F238E27FC236}">
                  <a16:creationId xmlns:a16="http://schemas.microsoft.com/office/drawing/2014/main" id="{F7FE0FA5-FF72-4917-B046-26FB8A2C6E9E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2438400"/>
              <a:ext cx="12287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Multi-scale</a:t>
              </a:r>
            </a:p>
          </p:txBody>
        </p:sp>
        <p:sp>
          <p:nvSpPr>
            <p:cNvPr id="45" name="frozen_tokenizer__0035">
              <a:extLst>
                <a:ext uri="{FF2B5EF4-FFF2-40B4-BE49-F238E27FC236}">
                  <a16:creationId xmlns:a16="http://schemas.microsoft.com/office/drawing/2014/main" id="{EBD8173A-AFBF-4C23-901D-37C23B78297D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2647950"/>
              <a:ext cx="12287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residual VQ</a:t>
              </a:r>
            </a:p>
          </p:txBody>
        </p:sp>
        <p:sp>
          <p:nvSpPr>
            <p:cNvPr id="46" name="frozen_tokenizer__0036">
              <a:extLst>
                <a:ext uri="{FF2B5EF4-FFF2-40B4-BE49-F238E27FC236}">
                  <a16:creationId xmlns:a16="http://schemas.microsoft.com/office/drawing/2014/main" id="{E761B4B2-4D43-43ED-88EA-EDA72218FB4A}"/>
                </a:ext>
              </a:extLst>
            </p:cNvPr>
            <p:cNvSpPr>
              <a:spLocks noGrp="1"/>
            </p:cNvSpPr>
            <p:nvPr/>
          </p:nvSpPr>
          <p:spPr>
            <a:xfrm>
              <a:off x="1457325" y="2847975"/>
              <a:ext cx="12287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(shared codebook)</a:t>
              </a:r>
            </a:p>
          </p:txBody>
        </p:sp>
        <p:sp>
          <p:nvSpPr>
            <p:cNvPr id="47" name="frozen_tokenizer__0037">
              <a:extLst>
                <a:ext uri="{FF2B5EF4-FFF2-40B4-BE49-F238E27FC236}">
                  <a16:creationId xmlns:a16="http://schemas.microsoft.com/office/drawing/2014/main" id="{79E8813D-96CE-4050-970A-07A1E8C890FA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3248025"/>
              <a:ext cx="95" cy="123825"/>
            </a:xfrm>
            <a:custGeom>
              <a:avLst/>
              <a:gdLst/>
              <a:ahLst/>
              <a:cxnLst/>
              <a:rect l="0" t="0" r="0" b="0"/>
              <a:pathLst>
                <a:path w="9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48" name="frozen_tokenizer__0038">
              <a:extLst>
                <a:ext uri="{FF2B5EF4-FFF2-40B4-BE49-F238E27FC236}">
                  <a16:creationId xmlns:a16="http://schemas.microsoft.com/office/drawing/2014/main" id="{94145CBB-692C-4C3A-89A7-8B17B71CFF3F}"/>
                </a:ext>
              </a:extLst>
            </p:cNvPr>
            <p:cNvSpPr>
              <a:spLocks noGrp="1"/>
            </p:cNvSpPr>
            <p:nvPr/>
          </p:nvSpPr>
          <p:spPr>
            <a:xfrm>
              <a:off x="1639845" y="3309938"/>
              <a:ext cx="27030" cy="19675"/>
            </a:xfrm>
            <a:custGeom>
              <a:avLst/>
              <a:gdLst/>
              <a:ahLst/>
              <a:cxnLst/>
              <a:rect l="0" t="0" r="0" b="0"/>
              <a:pathLst>
                <a:path w="27030" h="19675">
                  <a:moveTo>
                    <a:pt x="27030" y="0"/>
                  </a:moveTo>
                  <a:lnTo>
                    <a:pt x="0" y="19675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49" name="frozen_tokenizer__0039">
              <a:extLst>
                <a:ext uri="{FF2B5EF4-FFF2-40B4-BE49-F238E27FC236}">
                  <a16:creationId xmlns:a16="http://schemas.microsoft.com/office/drawing/2014/main" id="{67E3B79A-5924-4989-9593-966439E6108B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3309938"/>
              <a:ext cx="27030" cy="19675"/>
            </a:xfrm>
            <a:custGeom>
              <a:avLst/>
              <a:gdLst/>
              <a:ahLst/>
              <a:cxnLst/>
              <a:rect l="0" t="0" r="0" b="0"/>
              <a:pathLst>
                <a:path w="27030" h="19675">
                  <a:moveTo>
                    <a:pt x="0" y="0"/>
                  </a:moveTo>
                  <a:lnTo>
                    <a:pt x="27030" y="19675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50" name="frozen_tokenizer__0040">
              <a:extLst>
                <a:ext uri="{FF2B5EF4-FFF2-40B4-BE49-F238E27FC236}">
                  <a16:creationId xmlns:a16="http://schemas.microsoft.com/office/drawing/2014/main" id="{B8FADF97-D9E9-4AC1-A749-292828480A9E}"/>
                </a:ext>
              </a:extLst>
            </p:cNvPr>
            <p:cNvSpPr>
              <a:spLocks noGrp="1"/>
            </p:cNvSpPr>
            <p:nvPr/>
          </p:nvSpPr>
          <p:spPr>
            <a:xfrm>
              <a:off x="1639845" y="3278981"/>
              <a:ext cx="27030" cy="19675"/>
            </a:xfrm>
            <a:custGeom>
              <a:avLst/>
              <a:gdLst/>
              <a:ahLst/>
              <a:cxnLst/>
              <a:rect l="0" t="0" r="0" b="0"/>
              <a:pathLst>
                <a:path w="27030" h="19675">
                  <a:moveTo>
                    <a:pt x="27030" y="0"/>
                  </a:moveTo>
                  <a:lnTo>
                    <a:pt x="0" y="19675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51" name="frozen_tokenizer__0041">
              <a:extLst>
                <a:ext uri="{FF2B5EF4-FFF2-40B4-BE49-F238E27FC236}">
                  <a16:creationId xmlns:a16="http://schemas.microsoft.com/office/drawing/2014/main" id="{D2598B8E-6442-4C35-85F8-E6BB97BA3ECE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3278981"/>
              <a:ext cx="27030" cy="19675"/>
            </a:xfrm>
            <a:custGeom>
              <a:avLst/>
              <a:gdLst/>
              <a:ahLst/>
              <a:cxnLst/>
              <a:rect l="0" t="0" r="0" b="0"/>
              <a:pathLst>
                <a:path w="27030" h="19675">
                  <a:moveTo>
                    <a:pt x="0" y="0"/>
                  </a:moveTo>
                  <a:lnTo>
                    <a:pt x="27030" y="19675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52" name="frozen_tokenizer__0042">
              <a:extLst>
                <a:ext uri="{FF2B5EF4-FFF2-40B4-BE49-F238E27FC236}">
                  <a16:creationId xmlns:a16="http://schemas.microsoft.com/office/drawing/2014/main" id="{7A2B9225-7DBA-4417-9765-A6BA93B37A86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3309938"/>
              <a:ext cx="107236" cy="61913"/>
            </a:xfrm>
            <a:custGeom>
              <a:avLst/>
              <a:gdLst/>
              <a:ahLst/>
              <a:cxnLst/>
              <a:rect l="0" t="0" r="0" b="0"/>
              <a:pathLst>
                <a:path w="107236" h="61913">
                  <a:moveTo>
                    <a:pt x="0" y="61913"/>
                  </a:moveTo>
                  <a:lnTo>
                    <a:pt x="107236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53" name="frozen_tokenizer__0043">
              <a:extLst>
                <a:ext uri="{FF2B5EF4-FFF2-40B4-BE49-F238E27FC236}">
                  <a16:creationId xmlns:a16="http://schemas.microsoft.com/office/drawing/2014/main" id="{B348B091-90F4-4607-8DA6-CAA18FE378FE}"/>
                </a:ext>
              </a:extLst>
            </p:cNvPr>
            <p:cNvSpPr>
              <a:spLocks noGrp="1"/>
            </p:cNvSpPr>
            <p:nvPr/>
          </p:nvSpPr>
          <p:spPr>
            <a:xfrm>
              <a:off x="1689938" y="3327322"/>
              <a:ext cx="30554" cy="13571"/>
            </a:xfrm>
            <a:custGeom>
              <a:avLst/>
              <a:gdLst/>
              <a:ahLst/>
              <a:cxnLst/>
              <a:rect l="0" t="0" r="0" b="0"/>
              <a:pathLst>
                <a:path w="30554" h="13571">
                  <a:moveTo>
                    <a:pt x="30554" y="13571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54" name="frozen_tokenizer__0044">
              <a:extLst>
                <a:ext uri="{FF2B5EF4-FFF2-40B4-BE49-F238E27FC236}">
                  <a16:creationId xmlns:a16="http://schemas.microsoft.com/office/drawing/2014/main" id="{89A9E712-7526-4D06-A86B-E2ABCA685389}"/>
                </a:ext>
              </a:extLst>
            </p:cNvPr>
            <p:cNvSpPr>
              <a:spLocks noGrp="1"/>
            </p:cNvSpPr>
            <p:nvPr/>
          </p:nvSpPr>
          <p:spPr>
            <a:xfrm>
              <a:off x="1716969" y="3340894"/>
              <a:ext cx="3524" cy="33246"/>
            </a:xfrm>
            <a:custGeom>
              <a:avLst/>
              <a:gdLst/>
              <a:ahLst/>
              <a:cxnLst/>
              <a:rect l="0" t="0" r="0" b="0"/>
              <a:pathLst>
                <a:path w="3524" h="33246">
                  <a:moveTo>
                    <a:pt x="3524" y="0"/>
                  </a:moveTo>
                  <a:lnTo>
                    <a:pt x="0" y="33246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55" name="frozen_tokenizer__0045">
              <a:extLst>
                <a:ext uri="{FF2B5EF4-FFF2-40B4-BE49-F238E27FC236}">
                  <a16:creationId xmlns:a16="http://schemas.microsoft.com/office/drawing/2014/main" id="{31E533A3-0AF3-4E7C-8AFB-9A2636DBA93A}"/>
                </a:ext>
              </a:extLst>
            </p:cNvPr>
            <p:cNvSpPr>
              <a:spLocks noGrp="1"/>
            </p:cNvSpPr>
            <p:nvPr/>
          </p:nvSpPr>
          <p:spPr>
            <a:xfrm>
              <a:off x="1716747" y="3311844"/>
              <a:ext cx="30554" cy="13571"/>
            </a:xfrm>
            <a:custGeom>
              <a:avLst/>
              <a:gdLst/>
              <a:ahLst/>
              <a:cxnLst/>
              <a:rect l="0" t="0" r="0" b="0"/>
              <a:pathLst>
                <a:path w="30554" h="13571">
                  <a:moveTo>
                    <a:pt x="30554" y="13571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56" name="frozen_tokenizer__0046">
              <a:extLst>
                <a:ext uri="{FF2B5EF4-FFF2-40B4-BE49-F238E27FC236}">
                  <a16:creationId xmlns:a16="http://schemas.microsoft.com/office/drawing/2014/main" id="{B2BC4102-5F30-4DBB-8984-143A0ECDC4C4}"/>
                </a:ext>
              </a:extLst>
            </p:cNvPr>
            <p:cNvSpPr>
              <a:spLocks noGrp="1"/>
            </p:cNvSpPr>
            <p:nvPr/>
          </p:nvSpPr>
          <p:spPr>
            <a:xfrm>
              <a:off x="1743778" y="3325416"/>
              <a:ext cx="3524" cy="33246"/>
            </a:xfrm>
            <a:custGeom>
              <a:avLst/>
              <a:gdLst/>
              <a:ahLst/>
              <a:cxnLst/>
              <a:rect l="0" t="0" r="0" b="0"/>
              <a:pathLst>
                <a:path w="3524" h="33246">
                  <a:moveTo>
                    <a:pt x="3524" y="0"/>
                  </a:moveTo>
                  <a:lnTo>
                    <a:pt x="0" y="33246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57" name="frozen_tokenizer__0047">
              <a:extLst>
                <a:ext uri="{FF2B5EF4-FFF2-40B4-BE49-F238E27FC236}">
                  <a16:creationId xmlns:a16="http://schemas.microsoft.com/office/drawing/2014/main" id="{C6301B94-EA3B-4EAA-A09B-B43E347AB6D2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3371850"/>
              <a:ext cx="107236" cy="61913"/>
            </a:xfrm>
            <a:custGeom>
              <a:avLst/>
              <a:gdLst/>
              <a:ahLst/>
              <a:cxnLst/>
              <a:rect l="0" t="0" r="0" b="0"/>
              <a:pathLst>
                <a:path w="107236" h="61913">
                  <a:moveTo>
                    <a:pt x="0" y="0"/>
                  </a:moveTo>
                  <a:lnTo>
                    <a:pt x="107236" y="61913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58" name="frozen_tokenizer__0048">
              <a:extLst>
                <a:ext uri="{FF2B5EF4-FFF2-40B4-BE49-F238E27FC236}">
                  <a16:creationId xmlns:a16="http://schemas.microsoft.com/office/drawing/2014/main" id="{E1C3A783-73A4-4F77-9034-3C164CAC39E3}"/>
                </a:ext>
              </a:extLst>
            </p:cNvPr>
            <p:cNvSpPr>
              <a:spLocks noGrp="1"/>
            </p:cNvSpPr>
            <p:nvPr/>
          </p:nvSpPr>
          <p:spPr>
            <a:xfrm>
              <a:off x="1716969" y="3369560"/>
              <a:ext cx="3524" cy="33246"/>
            </a:xfrm>
            <a:custGeom>
              <a:avLst/>
              <a:gdLst/>
              <a:ahLst/>
              <a:cxnLst/>
              <a:rect l="0" t="0" r="0" b="0"/>
              <a:pathLst>
                <a:path w="3524" h="33246">
                  <a:moveTo>
                    <a:pt x="3524" y="33246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59" name="frozen_tokenizer__0049">
              <a:extLst>
                <a:ext uri="{FF2B5EF4-FFF2-40B4-BE49-F238E27FC236}">
                  <a16:creationId xmlns:a16="http://schemas.microsoft.com/office/drawing/2014/main" id="{1107B927-594A-4174-A34D-C29BE2CC7994}"/>
                </a:ext>
              </a:extLst>
            </p:cNvPr>
            <p:cNvSpPr>
              <a:spLocks noGrp="1"/>
            </p:cNvSpPr>
            <p:nvPr/>
          </p:nvSpPr>
          <p:spPr>
            <a:xfrm>
              <a:off x="1689938" y="3402806"/>
              <a:ext cx="30554" cy="13571"/>
            </a:xfrm>
            <a:custGeom>
              <a:avLst/>
              <a:gdLst/>
              <a:ahLst/>
              <a:cxnLst/>
              <a:rect l="0" t="0" r="0" b="0"/>
              <a:pathLst>
                <a:path w="30554" h="13571">
                  <a:moveTo>
                    <a:pt x="30554" y="0"/>
                  </a:moveTo>
                  <a:lnTo>
                    <a:pt x="0" y="13571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60" name="frozen_tokenizer__0050">
              <a:extLst>
                <a:ext uri="{FF2B5EF4-FFF2-40B4-BE49-F238E27FC236}">
                  <a16:creationId xmlns:a16="http://schemas.microsoft.com/office/drawing/2014/main" id="{2DD29982-02E8-4179-9F26-0192242BF682}"/>
                </a:ext>
              </a:extLst>
            </p:cNvPr>
            <p:cNvSpPr>
              <a:spLocks noGrp="1"/>
            </p:cNvSpPr>
            <p:nvPr/>
          </p:nvSpPr>
          <p:spPr>
            <a:xfrm>
              <a:off x="1743778" y="3385038"/>
              <a:ext cx="3524" cy="33246"/>
            </a:xfrm>
            <a:custGeom>
              <a:avLst/>
              <a:gdLst/>
              <a:ahLst/>
              <a:cxnLst/>
              <a:rect l="0" t="0" r="0" b="0"/>
              <a:pathLst>
                <a:path w="3524" h="33246">
                  <a:moveTo>
                    <a:pt x="3524" y="33246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61" name="frozen_tokenizer__0051">
              <a:extLst>
                <a:ext uri="{FF2B5EF4-FFF2-40B4-BE49-F238E27FC236}">
                  <a16:creationId xmlns:a16="http://schemas.microsoft.com/office/drawing/2014/main" id="{69F321F4-8BAC-4C3B-A92E-4EFC36736ADC}"/>
                </a:ext>
              </a:extLst>
            </p:cNvPr>
            <p:cNvSpPr>
              <a:spLocks noGrp="1"/>
            </p:cNvSpPr>
            <p:nvPr/>
          </p:nvSpPr>
          <p:spPr>
            <a:xfrm>
              <a:off x="1716747" y="3418284"/>
              <a:ext cx="30554" cy="13571"/>
            </a:xfrm>
            <a:custGeom>
              <a:avLst/>
              <a:gdLst/>
              <a:ahLst/>
              <a:cxnLst/>
              <a:rect l="0" t="0" r="0" b="0"/>
              <a:pathLst>
                <a:path w="30554" h="13571">
                  <a:moveTo>
                    <a:pt x="30554" y="0"/>
                  </a:moveTo>
                  <a:lnTo>
                    <a:pt x="0" y="13571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62" name="frozen_tokenizer__0052">
              <a:extLst>
                <a:ext uri="{FF2B5EF4-FFF2-40B4-BE49-F238E27FC236}">
                  <a16:creationId xmlns:a16="http://schemas.microsoft.com/office/drawing/2014/main" id="{F9A2C846-0354-4371-A73B-AE1A7AF6B5DF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3371850"/>
              <a:ext cx="95" cy="123825"/>
            </a:xfrm>
            <a:custGeom>
              <a:avLst/>
              <a:gdLst/>
              <a:ahLst/>
              <a:cxnLst/>
              <a:rect l="0" t="0" r="0" b="0"/>
              <a:pathLst>
                <a:path w="9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63" name="frozen_tokenizer__0053">
              <a:extLst>
                <a:ext uri="{FF2B5EF4-FFF2-40B4-BE49-F238E27FC236}">
                  <a16:creationId xmlns:a16="http://schemas.microsoft.com/office/drawing/2014/main" id="{48484369-665E-4BB9-8A4C-377717D73E1C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3414087"/>
              <a:ext cx="27030" cy="19675"/>
            </a:xfrm>
            <a:custGeom>
              <a:avLst/>
              <a:gdLst/>
              <a:ahLst/>
              <a:cxnLst/>
              <a:rect l="0" t="0" r="0" b="0"/>
              <a:pathLst>
                <a:path w="27030" h="19675">
                  <a:moveTo>
                    <a:pt x="0" y="19675"/>
                  </a:moveTo>
                  <a:lnTo>
                    <a:pt x="2703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64" name="frozen_tokenizer__0054">
              <a:extLst>
                <a:ext uri="{FF2B5EF4-FFF2-40B4-BE49-F238E27FC236}">
                  <a16:creationId xmlns:a16="http://schemas.microsoft.com/office/drawing/2014/main" id="{ACCE7822-1160-4640-BAA7-628517EC7B17}"/>
                </a:ext>
              </a:extLst>
            </p:cNvPr>
            <p:cNvSpPr>
              <a:spLocks noGrp="1"/>
            </p:cNvSpPr>
            <p:nvPr/>
          </p:nvSpPr>
          <p:spPr>
            <a:xfrm>
              <a:off x="1639845" y="3414087"/>
              <a:ext cx="27030" cy="19675"/>
            </a:xfrm>
            <a:custGeom>
              <a:avLst/>
              <a:gdLst/>
              <a:ahLst/>
              <a:cxnLst/>
              <a:rect l="0" t="0" r="0" b="0"/>
              <a:pathLst>
                <a:path w="27030" h="19675">
                  <a:moveTo>
                    <a:pt x="27030" y="19675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65" name="frozen_tokenizer__0055">
              <a:extLst>
                <a:ext uri="{FF2B5EF4-FFF2-40B4-BE49-F238E27FC236}">
                  <a16:creationId xmlns:a16="http://schemas.microsoft.com/office/drawing/2014/main" id="{4C3979D8-2FF5-4E0F-A10D-5D3CB41EED0A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3445044"/>
              <a:ext cx="27030" cy="19675"/>
            </a:xfrm>
            <a:custGeom>
              <a:avLst/>
              <a:gdLst/>
              <a:ahLst/>
              <a:cxnLst/>
              <a:rect l="0" t="0" r="0" b="0"/>
              <a:pathLst>
                <a:path w="27030" h="19675">
                  <a:moveTo>
                    <a:pt x="0" y="19675"/>
                  </a:moveTo>
                  <a:lnTo>
                    <a:pt x="2703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66" name="frozen_tokenizer__0056">
              <a:extLst>
                <a:ext uri="{FF2B5EF4-FFF2-40B4-BE49-F238E27FC236}">
                  <a16:creationId xmlns:a16="http://schemas.microsoft.com/office/drawing/2014/main" id="{3A74CE38-4381-4055-A8EA-8096C2722402}"/>
                </a:ext>
              </a:extLst>
            </p:cNvPr>
            <p:cNvSpPr>
              <a:spLocks noGrp="1"/>
            </p:cNvSpPr>
            <p:nvPr/>
          </p:nvSpPr>
          <p:spPr>
            <a:xfrm>
              <a:off x="1639845" y="3445044"/>
              <a:ext cx="27030" cy="19675"/>
            </a:xfrm>
            <a:custGeom>
              <a:avLst/>
              <a:gdLst/>
              <a:ahLst/>
              <a:cxnLst/>
              <a:rect l="0" t="0" r="0" b="0"/>
              <a:pathLst>
                <a:path w="27030" h="19675">
                  <a:moveTo>
                    <a:pt x="27030" y="19675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67" name="frozen_tokenizer__0057">
              <a:extLst>
                <a:ext uri="{FF2B5EF4-FFF2-40B4-BE49-F238E27FC236}">
                  <a16:creationId xmlns:a16="http://schemas.microsoft.com/office/drawing/2014/main" id="{7BC39C6D-FE6A-4262-8AA5-905E20EBD8CB}"/>
                </a:ext>
              </a:extLst>
            </p:cNvPr>
            <p:cNvSpPr>
              <a:spLocks noGrp="1"/>
            </p:cNvSpPr>
            <p:nvPr/>
          </p:nvSpPr>
          <p:spPr>
            <a:xfrm>
              <a:off x="1559639" y="3371850"/>
              <a:ext cx="107236" cy="61913"/>
            </a:xfrm>
            <a:custGeom>
              <a:avLst/>
              <a:gdLst/>
              <a:ahLst/>
              <a:cxnLst/>
              <a:rect l="0" t="0" r="0" b="0"/>
              <a:pathLst>
                <a:path w="107236" h="61913">
                  <a:moveTo>
                    <a:pt x="107236" y="0"/>
                  </a:moveTo>
                  <a:lnTo>
                    <a:pt x="0" y="61913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68" name="frozen_tokenizer__0058">
              <a:extLst>
                <a:ext uri="{FF2B5EF4-FFF2-40B4-BE49-F238E27FC236}">
                  <a16:creationId xmlns:a16="http://schemas.microsoft.com/office/drawing/2014/main" id="{CDD1CEF8-8071-4BF4-83AB-05B5F8008964}"/>
                </a:ext>
              </a:extLst>
            </p:cNvPr>
            <p:cNvSpPr>
              <a:spLocks noGrp="1"/>
            </p:cNvSpPr>
            <p:nvPr/>
          </p:nvSpPr>
          <p:spPr>
            <a:xfrm>
              <a:off x="1613257" y="3402806"/>
              <a:ext cx="30554" cy="13571"/>
            </a:xfrm>
            <a:custGeom>
              <a:avLst/>
              <a:gdLst/>
              <a:ahLst/>
              <a:cxnLst/>
              <a:rect l="0" t="0" r="0" b="0"/>
              <a:pathLst>
                <a:path w="30554" h="13571">
                  <a:moveTo>
                    <a:pt x="0" y="0"/>
                  </a:moveTo>
                  <a:lnTo>
                    <a:pt x="30554" y="13571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69" name="frozen_tokenizer__0059">
              <a:extLst>
                <a:ext uri="{FF2B5EF4-FFF2-40B4-BE49-F238E27FC236}">
                  <a16:creationId xmlns:a16="http://schemas.microsoft.com/office/drawing/2014/main" id="{B4C775F1-4684-4F60-8CC4-62C235323AC5}"/>
                </a:ext>
              </a:extLst>
            </p:cNvPr>
            <p:cNvSpPr>
              <a:spLocks noGrp="1"/>
            </p:cNvSpPr>
            <p:nvPr/>
          </p:nvSpPr>
          <p:spPr>
            <a:xfrm>
              <a:off x="1613257" y="3369560"/>
              <a:ext cx="3524" cy="33246"/>
            </a:xfrm>
            <a:custGeom>
              <a:avLst/>
              <a:gdLst/>
              <a:ahLst/>
              <a:cxnLst/>
              <a:rect l="0" t="0" r="0" b="0"/>
              <a:pathLst>
                <a:path w="3524" h="33246">
                  <a:moveTo>
                    <a:pt x="0" y="33246"/>
                  </a:moveTo>
                  <a:lnTo>
                    <a:pt x="3524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70" name="frozen_tokenizer__0060">
              <a:extLst>
                <a:ext uri="{FF2B5EF4-FFF2-40B4-BE49-F238E27FC236}">
                  <a16:creationId xmlns:a16="http://schemas.microsoft.com/office/drawing/2014/main" id="{8466389D-73D5-4154-ABC5-AA95CE9AF79E}"/>
                </a:ext>
              </a:extLst>
            </p:cNvPr>
            <p:cNvSpPr>
              <a:spLocks noGrp="1"/>
            </p:cNvSpPr>
            <p:nvPr/>
          </p:nvSpPr>
          <p:spPr>
            <a:xfrm>
              <a:off x="1586448" y="3418284"/>
              <a:ext cx="30554" cy="13571"/>
            </a:xfrm>
            <a:custGeom>
              <a:avLst/>
              <a:gdLst/>
              <a:ahLst/>
              <a:cxnLst/>
              <a:rect l="0" t="0" r="0" b="0"/>
              <a:pathLst>
                <a:path w="30554" h="13571">
                  <a:moveTo>
                    <a:pt x="0" y="0"/>
                  </a:moveTo>
                  <a:lnTo>
                    <a:pt x="30554" y="13571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71" name="frozen_tokenizer__0061">
              <a:extLst>
                <a:ext uri="{FF2B5EF4-FFF2-40B4-BE49-F238E27FC236}">
                  <a16:creationId xmlns:a16="http://schemas.microsoft.com/office/drawing/2014/main" id="{DA8E4CA1-05DB-44A9-BCC9-5CE1577AA7B0}"/>
                </a:ext>
              </a:extLst>
            </p:cNvPr>
            <p:cNvSpPr>
              <a:spLocks noGrp="1"/>
            </p:cNvSpPr>
            <p:nvPr/>
          </p:nvSpPr>
          <p:spPr>
            <a:xfrm>
              <a:off x="1586448" y="3385038"/>
              <a:ext cx="3524" cy="33246"/>
            </a:xfrm>
            <a:custGeom>
              <a:avLst/>
              <a:gdLst/>
              <a:ahLst/>
              <a:cxnLst/>
              <a:rect l="0" t="0" r="0" b="0"/>
              <a:pathLst>
                <a:path w="3524" h="33246">
                  <a:moveTo>
                    <a:pt x="0" y="33246"/>
                  </a:moveTo>
                  <a:lnTo>
                    <a:pt x="3524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72" name="frozen_tokenizer__0062">
              <a:extLst>
                <a:ext uri="{FF2B5EF4-FFF2-40B4-BE49-F238E27FC236}">
                  <a16:creationId xmlns:a16="http://schemas.microsoft.com/office/drawing/2014/main" id="{F0DC9707-96C3-484A-85E6-465A353D53CC}"/>
                </a:ext>
              </a:extLst>
            </p:cNvPr>
            <p:cNvSpPr>
              <a:spLocks noGrp="1"/>
            </p:cNvSpPr>
            <p:nvPr/>
          </p:nvSpPr>
          <p:spPr>
            <a:xfrm>
              <a:off x="1559639" y="3309938"/>
              <a:ext cx="107236" cy="61913"/>
            </a:xfrm>
            <a:custGeom>
              <a:avLst/>
              <a:gdLst/>
              <a:ahLst/>
              <a:cxnLst/>
              <a:rect l="0" t="0" r="0" b="0"/>
              <a:pathLst>
                <a:path w="107236" h="61913">
                  <a:moveTo>
                    <a:pt x="107236" y="61913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73" name="frozen_tokenizer__0063">
              <a:extLst>
                <a:ext uri="{FF2B5EF4-FFF2-40B4-BE49-F238E27FC236}">
                  <a16:creationId xmlns:a16="http://schemas.microsoft.com/office/drawing/2014/main" id="{C5912E8F-21E7-4D04-8E21-B9260A23C2AA}"/>
                </a:ext>
              </a:extLst>
            </p:cNvPr>
            <p:cNvSpPr>
              <a:spLocks noGrp="1"/>
            </p:cNvSpPr>
            <p:nvPr/>
          </p:nvSpPr>
          <p:spPr>
            <a:xfrm>
              <a:off x="1613257" y="3340894"/>
              <a:ext cx="3524" cy="33246"/>
            </a:xfrm>
            <a:custGeom>
              <a:avLst/>
              <a:gdLst/>
              <a:ahLst/>
              <a:cxnLst/>
              <a:rect l="0" t="0" r="0" b="0"/>
              <a:pathLst>
                <a:path w="3524" h="33246">
                  <a:moveTo>
                    <a:pt x="0" y="0"/>
                  </a:moveTo>
                  <a:lnTo>
                    <a:pt x="3524" y="33246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74" name="frozen_tokenizer__0064">
              <a:extLst>
                <a:ext uri="{FF2B5EF4-FFF2-40B4-BE49-F238E27FC236}">
                  <a16:creationId xmlns:a16="http://schemas.microsoft.com/office/drawing/2014/main" id="{0851EACE-EC48-476A-938C-20DA582CAF20}"/>
                </a:ext>
              </a:extLst>
            </p:cNvPr>
            <p:cNvSpPr>
              <a:spLocks noGrp="1"/>
            </p:cNvSpPr>
            <p:nvPr/>
          </p:nvSpPr>
          <p:spPr>
            <a:xfrm>
              <a:off x="1613257" y="3327322"/>
              <a:ext cx="30554" cy="13571"/>
            </a:xfrm>
            <a:custGeom>
              <a:avLst/>
              <a:gdLst/>
              <a:ahLst/>
              <a:cxnLst/>
              <a:rect l="0" t="0" r="0" b="0"/>
              <a:pathLst>
                <a:path w="30554" h="13571">
                  <a:moveTo>
                    <a:pt x="0" y="13571"/>
                  </a:moveTo>
                  <a:lnTo>
                    <a:pt x="30554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75" name="frozen_tokenizer__0065">
              <a:extLst>
                <a:ext uri="{FF2B5EF4-FFF2-40B4-BE49-F238E27FC236}">
                  <a16:creationId xmlns:a16="http://schemas.microsoft.com/office/drawing/2014/main" id="{7C4348D3-B764-4F85-8211-65151FC419B1}"/>
                </a:ext>
              </a:extLst>
            </p:cNvPr>
            <p:cNvSpPr>
              <a:spLocks noGrp="1"/>
            </p:cNvSpPr>
            <p:nvPr/>
          </p:nvSpPr>
          <p:spPr>
            <a:xfrm>
              <a:off x="1586448" y="3325416"/>
              <a:ext cx="3524" cy="33246"/>
            </a:xfrm>
            <a:custGeom>
              <a:avLst/>
              <a:gdLst/>
              <a:ahLst/>
              <a:cxnLst/>
              <a:rect l="0" t="0" r="0" b="0"/>
              <a:pathLst>
                <a:path w="3524" h="33246">
                  <a:moveTo>
                    <a:pt x="0" y="0"/>
                  </a:moveTo>
                  <a:lnTo>
                    <a:pt x="3524" y="33246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76" name="frozen_tokenizer__0066">
              <a:extLst>
                <a:ext uri="{FF2B5EF4-FFF2-40B4-BE49-F238E27FC236}">
                  <a16:creationId xmlns:a16="http://schemas.microsoft.com/office/drawing/2014/main" id="{6DE2E703-E258-4945-B9FC-5FDB359797D8}"/>
                </a:ext>
              </a:extLst>
            </p:cNvPr>
            <p:cNvSpPr>
              <a:spLocks noGrp="1"/>
            </p:cNvSpPr>
            <p:nvPr/>
          </p:nvSpPr>
          <p:spPr>
            <a:xfrm>
              <a:off x="1586448" y="3311844"/>
              <a:ext cx="30554" cy="13571"/>
            </a:xfrm>
            <a:custGeom>
              <a:avLst/>
              <a:gdLst/>
              <a:ahLst/>
              <a:cxnLst/>
              <a:rect l="0" t="0" r="0" b="0"/>
              <a:pathLst>
                <a:path w="30554" h="13571">
                  <a:moveTo>
                    <a:pt x="0" y="13571"/>
                  </a:moveTo>
                  <a:lnTo>
                    <a:pt x="30554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77" name="frozen_tokenizer__0067">
              <a:extLst>
                <a:ext uri="{FF2B5EF4-FFF2-40B4-BE49-F238E27FC236}">
                  <a16:creationId xmlns:a16="http://schemas.microsoft.com/office/drawing/2014/main" id="{CAC13695-0A4D-4698-BE88-8CEE17E804CD}"/>
                </a:ext>
              </a:extLst>
            </p:cNvPr>
            <p:cNvSpPr>
              <a:spLocks noGrp="1"/>
            </p:cNvSpPr>
            <p:nvPr/>
          </p:nvSpPr>
          <p:spPr>
            <a:xfrm>
              <a:off x="1885950" y="3238500"/>
              <a:ext cx="8286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l">
                <a:def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l">
                <a:lnSpc>
                  <a:spcPct val="115000"/>
                </a:lnSpc>
                <a:buNone/>
                <a:def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Frozen</a:t>
              </a:r>
            </a:p>
          </p:txBody>
        </p:sp>
        <p:sp>
          <p:nvSpPr>
            <p:cNvPr id="78" name="frozen_tokenizer__0068">
              <a:extLst>
                <a:ext uri="{FF2B5EF4-FFF2-40B4-BE49-F238E27FC236}">
                  <a16:creationId xmlns:a16="http://schemas.microsoft.com/office/drawing/2014/main" id="{8C774033-B2E6-4500-9FA3-2AD68827D00B}"/>
                </a:ext>
              </a:extLst>
            </p:cNvPr>
            <p:cNvSpPr>
              <a:spLocks noGrp="1"/>
            </p:cNvSpPr>
            <p:nvPr/>
          </p:nvSpPr>
          <p:spPr>
            <a:xfrm>
              <a:off x="2847975" y="2628900"/>
              <a:ext cx="95250" cy="95"/>
            </a:xfrm>
            <a:custGeom>
              <a:avLst/>
              <a:gdLst/>
              <a:ahLst/>
              <a:cxnLst/>
              <a:rect l="0" t="0" r="0" b="0"/>
              <a:pathLst>
                <a:path w="95250" h="9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050B0C"/>
              </a:solidFill>
              <a:prstDash val="solid"/>
            </a:ln>
          </p:spPr>
        </p:sp>
        <p:sp>
          <p:nvSpPr>
            <p:cNvPr id="79" name="frozen_tokenizer__0068_arrowEnd">
              <a:extLst>
                <a:ext uri="{FF2B5EF4-FFF2-40B4-BE49-F238E27FC236}">
                  <a16:creationId xmlns:a16="http://schemas.microsoft.com/office/drawing/2014/main" id="{467EA3F7-37FF-4242-B84F-226EA1CAEF06}"/>
                </a:ext>
              </a:extLst>
            </p:cNvPr>
            <p:cNvSpPr>
              <a:spLocks noGrp="1"/>
            </p:cNvSpPr>
            <p:nvPr/>
          </p:nvSpPr>
          <p:spPr>
            <a:xfrm>
              <a:off x="2860358" y="2590781"/>
              <a:ext cx="82867" cy="76238"/>
            </a:xfrm>
            <a:custGeom>
              <a:avLst/>
              <a:gdLst/>
              <a:ahLst/>
              <a:cxnLst/>
              <a:rect l="0" t="0" r="0" b="0"/>
              <a:pathLst>
                <a:path w="82867" h="76238">
                  <a:moveTo>
                    <a:pt x="82867" y="38119"/>
                  </a:moveTo>
                  <a:lnTo>
                    <a:pt x="0" y="76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grpSp>
        <p:nvGrpSpPr>
          <p:cNvPr id="1674" name="multi_scale_tokens__group_segment_7"/>
          <p:cNvGrpSpPr/>
          <p:nvPr/>
        </p:nvGrpSpPr>
        <p:grpSpPr>
          <a:xfrm>
            <a:off x="2914650" y="1676400"/>
            <a:ext cx="1266825" cy="2066925"/>
            <a:chOff x="2914650" y="1676400"/>
            <a:chExt cx="1266825" cy="2066925"/>
          </a:xfrm>
        </p:grpSpPr>
        <p:sp>
          <p:nvSpPr>
            <p:cNvPr id="80" name="multi_scale_tokens__0069">
              <a:extLst>
                <a:ext uri="{FF2B5EF4-FFF2-40B4-BE49-F238E27FC236}">
                  <a16:creationId xmlns:a16="http://schemas.microsoft.com/office/drawing/2014/main" id="{E9FED3BB-8069-47AE-AE6B-C98FF66F6007}"/>
                </a:ext>
              </a:extLst>
            </p:cNvPr>
            <p:cNvSpPr>
              <a:spLocks noGrp="1"/>
            </p:cNvSpPr>
            <p:nvPr/>
          </p:nvSpPr>
          <p:spPr>
            <a:xfrm>
              <a:off x="2914650" y="1676400"/>
              <a:ext cx="1238250" cy="18454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Multi-scale tokens</a:t>
              </a:r>
            </a:p>
          </p:txBody>
        </p:sp>
        <p:sp>
          <p:nvSpPr>
            <p:cNvPr id="81" name="multi_scale_tokens__0070">
              <a:extLst>
                <a:ext uri="{FF2B5EF4-FFF2-40B4-BE49-F238E27FC236}">
                  <a16:creationId xmlns:a16="http://schemas.microsoft.com/office/drawing/2014/main" id="{15568ECE-C95C-4D32-B926-9DEC9CCBBB81}"/>
                </a:ext>
              </a:extLst>
            </p:cNvPr>
            <p:cNvSpPr>
              <a:spLocks noGrp="1"/>
            </p:cNvSpPr>
            <p:nvPr/>
          </p:nvSpPr>
          <p:spPr>
            <a:xfrm>
              <a:off x="2933700" y="1876425"/>
              <a:ext cx="12001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{r₁, …, r₁₀}</a:t>
              </a:r>
            </a:p>
          </p:txBody>
        </p:sp>
        <p:sp>
          <p:nvSpPr>
            <p:cNvPr id="82" name="multi_scale_tokens__0071">
              <a:extLst>
                <a:ext uri="{FF2B5EF4-FFF2-40B4-BE49-F238E27FC236}">
                  <a16:creationId xmlns:a16="http://schemas.microsoft.com/office/drawing/2014/main" id="{5085E31C-A7D5-4F54-8691-A14D50750E17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2076450"/>
              <a:ext cx="2762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5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5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⋮</a:t>
              </a:r>
            </a:p>
          </p:txBody>
        </p:sp>
        <p:sp>
          <p:nvSpPr>
            <p:cNvPr id="83" name="multi_scale_tokens__0072">
              <a:extLst>
                <a:ext uri="{FF2B5EF4-FFF2-40B4-BE49-F238E27FC236}">
                  <a16:creationId xmlns:a16="http://schemas.microsoft.com/office/drawing/2014/main" id="{0A9F520E-EE7F-42D6-BC82-607A3C283A09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2381250"/>
              <a:ext cx="71438" cy="71438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84" name="multi_scale_tokens__0073">
              <a:extLst>
                <a:ext uri="{FF2B5EF4-FFF2-40B4-BE49-F238E27FC236}">
                  <a16:creationId xmlns:a16="http://schemas.microsoft.com/office/drawing/2014/main" id="{0BDCB86A-47EC-40AE-8340-4F8A9786755B}"/>
                </a:ext>
              </a:extLst>
            </p:cNvPr>
            <p:cNvSpPr>
              <a:spLocks noGrp="1"/>
            </p:cNvSpPr>
            <p:nvPr/>
          </p:nvSpPr>
          <p:spPr>
            <a:xfrm>
              <a:off x="3386138" y="2381250"/>
              <a:ext cx="71438" cy="71438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85" name="multi_scale_tokens__0074">
              <a:extLst>
                <a:ext uri="{FF2B5EF4-FFF2-40B4-BE49-F238E27FC236}">
                  <a16:creationId xmlns:a16="http://schemas.microsoft.com/office/drawing/2014/main" id="{39286752-4689-41D3-9288-6C8A6A909904}"/>
                </a:ext>
              </a:extLst>
            </p:cNvPr>
            <p:cNvSpPr>
              <a:spLocks noGrp="1"/>
            </p:cNvSpPr>
            <p:nvPr/>
          </p:nvSpPr>
          <p:spPr>
            <a:xfrm>
              <a:off x="3457575" y="2381250"/>
              <a:ext cx="71438" cy="71438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86" name="multi_scale_tokens__0075">
              <a:extLst>
                <a:ext uri="{FF2B5EF4-FFF2-40B4-BE49-F238E27FC236}">
                  <a16:creationId xmlns:a16="http://schemas.microsoft.com/office/drawing/2014/main" id="{596415B5-03B0-4433-9C61-7AE144045815}"/>
                </a:ext>
              </a:extLst>
            </p:cNvPr>
            <p:cNvSpPr>
              <a:spLocks noGrp="1"/>
            </p:cNvSpPr>
            <p:nvPr/>
          </p:nvSpPr>
          <p:spPr>
            <a:xfrm>
              <a:off x="3529013" y="2381250"/>
              <a:ext cx="71438" cy="71438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87" name="multi_scale_tokens__0076">
              <a:extLst>
                <a:ext uri="{FF2B5EF4-FFF2-40B4-BE49-F238E27FC236}">
                  <a16:creationId xmlns:a16="http://schemas.microsoft.com/office/drawing/2014/main" id="{A9FA64D1-E1BF-486F-9F8A-BA338FCA38FF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2452688"/>
              <a:ext cx="71438" cy="71438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88" name="multi_scale_tokens__0077">
              <a:extLst>
                <a:ext uri="{FF2B5EF4-FFF2-40B4-BE49-F238E27FC236}">
                  <a16:creationId xmlns:a16="http://schemas.microsoft.com/office/drawing/2014/main" id="{E7BD02B1-FC4E-4383-8BAD-C4FF3EFF8457}"/>
                </a:ext>
              </a:extLst>
            </p:cNvPr>
            <p:cNvSpPr>
              <a:spLocks noGrp="1"/>
            </p:cNvSpPr>
            <p:nvPr/>
          </p:nvSpPr>
          <p:spPr>
            <a:xfrm>
              <a:off x="3386138" y="2452688"/>
              <a:ext cx="71438" cy="71438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89" name="multi_scale_tokens__0078">
              <a:extLst>
                <a:ext uri="{FF2B5EF4-FFF2-40B4-BE49-F238E27FC236}">
                  <a16:creationId xmlns:a16="http://schemas.microsoft.com/office/drawing/2014/main" id="{7BC1ED37-7E29-41AF-A415-AD500380A998}"/>
                </a:ext>
              </a:extLst>
            </p:cNvPr>
            <p:cNvSpPr>
              <a:spLocks noGrp="1"/>
            </p:cNvSpPr>
            <p:nvPr/>
          </p:nvSpPr>
          <p:spPr>
            <a:xfrm>
              <a:off x="3457575" y="2452688"/>
              <a:ext cx="71438" cy="71438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0" name="multi_scale_tokens__0079">
              <a:extLst>
                <a:ext uri="{FF2B5EF4-FFF2-40B4-BE49-F238E27FC236}">
                  <a16:creationId xmlns:a16="http://schemas.microsoft.com/office/drawing/2014/main" id="{81B8CD44-409E-428B-8186-EE466B8A4420}"/>
                </a:ext>
              </a:extLst>
            </p:cNvPr>
            <p:cNvSpPr>
              <a:spLocks noGrp="1"/>
            </p:cNvSpPr>
            <p:nvPr/>
          </p:nvSpPr>
          <p:spPr>
            <a:xfrm>
              <a:off x="3529013" y="2452688"/>
              <a:ext cx="71438" cy="71438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1" name="multi_scale_tokens__0080">
              <a:extLst>
                <a:ext uri="{FF2B5EF4-FFF2-40B4-BE49-F238E27FC236}">
                  <a16:creationId xmlns:a16="http://schemas.microsoft.com/office/drawing/2014/main" id="{003D8F25-AA0C-4514-8337-E97215B071B7}"/>
                </a:ext>
              </a:extLst>
            </p:cNvPr>
            <p:cNvSpPr>
              <a:spLocks noGrp="1"/>
            </p:cNvSpPr>
            <p:nvPr/>
          </p:nvSpPr>
          <p:spPr>
            <a:xfrm>
              <a:off x="3257550" y="2543175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2" name="multi_scale_tokens__0081">
              <a:extLst>
                <a:ext uri="{FF2B5EF4-FFF2-40B4-BE49-F238E27FC236}">
                  <a16:creationId xmlns:a16="http://schemas.microsoft.com/office/drawing/2014/main" id="{7BEB942D-0671-416A-8AA6-4B7B164BD23A}"/>
                </a:ext>
              </a:extLst>
            </p:cNvPr>
            <p:cNvSpPr>
              <a:spLocks noGrp="1"/>
            </p:cNvSpPr>
            <p:nvPr/>
          </p:nvSpPr>
          <p:spPr>
            <a:xfrm>
              <a:off x="3324225" y="2543175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3" name="multi_scale_tokens__0082">
              <a:extLst>
                <a:ext uri="{FF2B5EF4-FFF2-40B4-BE49-F238E27FC236}">
                  <a16:creationId xmlns:a16="http://schemas.microsoft.com/office/drawing/2014/main" id="{C618C5DF-4C31-42BC-80A3-C87596D43DCC}"/>
                </a:ext>
              </a:extLst>
            </p:cNvPr>
            <p:cNvSpPr>
              <a:spLocks noGrp="1"/>
            </p:cNvSpPr>
            <p:nvPr/>
          </p:nvSpPr>
          <p:spPr>
            <a:xfrm>
              <a:off x="3390900" y="2543175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4" name="multi_scale_tokens__0083">
              <a:extLst>
                <a:ext uri="{FF2B5EF4-FFF2-40B4-BE49-F238E27FC236}">
                  <a16:creationId xmlns:a16="http://schemas.microsoft.com/office/drawing/2014/main" id="{D37575BA-FFBD-4BAE-A443-EF6AD49483D6}"/>
                </a:ext>
              </a:extLst>
            </p:cNvPr>
            <p:cNvSpPr>
              <a:spLocks noGrp="1"/>
            </p:cNvSpPr>
            <p:nvPr/>
          </p:nvSpPr>
          <p:spPr>
            <a:xfrm>
              <a:off x="3457575" y="2543175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5" name="multi_scale_tokens__0084">
              <a:extLst>
                <a:ext uri="{FF2B5EF4-FFF2-40B4-BE49-F238E27FC236}">
                  <a16:creationId xmlns:a16="http://schemas.microsoft.com/office/drawing/2014/main" id="{CE320117-10F4-44D1-B1A1-ACEFB951EB56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2543175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6" name="multi_scale_tokens__0085">
              <a:extLst>
                <a:ext uri="{FF2B5EF4-FFF2-40B4-BE49-F238E27FC236}">
                  <a16:creationId xmlns:a16="http://schemas.microsoft.com/office/drawing/2014/main" id="{A2F68639-C199-4249-896D-450CA694ED67}"/>
                </a:ext>
              </a:extLst>
            </p:cNvPr>
            <p:cNvSpPr>
              <a:spLocks noGrp="1"/>
            </p:cNvSpPr>
            <p:nvPr/>
          </p:nvSpPr>
          <p:spPr>
            <a:xfrm>
              <a:off x="3590925" y="2543175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7" name="multi_scale_tokens__0086">
              <a:extLst>
                <a:ext uri="{FF2B5EF4-FFF2-40B4-BE49-F238E27FC236}">
                  <a16:creationId xmlns:a16="http://schemas.microsoft.com/office/drawing/2014/main" id="{92A658F6-81DB-4CA5-BDC6-28979386C5C7}"/>
                </a:ext>
              </a:extLst>
            </p:cNvPr>
            <p:cNvSpPr>
              <a:spLocks noGrp="1"/>
            </p:cNvSpPr>
            <p:nvPr/>
          </p:nvSpPr>
          <p:spPr>
            <a:xfrm>
              <a:off x="3257550" y="2609850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8" name="multi_scale_tokens__0087">
              <a:extLst>
                <a:ext uri="{FF2B5EF4-FFF2-40B4-BE49-F238E27FC236}">
                  <a16:creationId xmlns:a16="http://schemas.microsoft.com/office/drawing/2014/main" id="{F1EBFDEB-2212-42A7-8F4E-C3A45E269695}"/>
                </a:ext>
              </a:extLst>
            </p:cNvPr>
            <p:cNvSpPr>
              <a:spLocks noGrp="1"/>
            </p:cNvSpPr>
            <p:nvPr/>
          </p:nvSpPr>
          <p:spPr>
            <a:xfrm>
              <a:off x="3324225" y="2609850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99" name="multi_scale_tokens__0088">
              <a:extLst>
                <a:ext uri="{FF2B5EF4-FFF2-40B4-BE49-F238E27FC236}">
                  <a16:creationId xmlns:a16="http://schemas.microsoft.com/office/drawing/2014/main" id="{EAB3D0FA-58B3-4F4F-BA07-E60C34EFBEC1}"/>
                </a:ext>
              </a:extLst>
            </p:cNvPr>
            <p:cNvSpPr>
              <a:spLocks noGrp="1"/>
            </p:cNvSpPr>
            <p:nvPr/>
          </p:nvSpPr>
          <p:spPr>
            <a:xfrm>
              <a:off x="3390900" y="2609850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100" name="multi_scale_tokens__0089">
              <a:extLst>
                <a:ext uri="{FF2B5EF4-FFF2-40B4-BE49-F238E27FC236}">
                  <a16:creationId xmlns:a16="http://schemas.microsoft.com/office/drawing/2014/main" id="{94162AB8-454E-4A6E-AE7F-BE6A79D8D932}"/>
                </a:ext>
              </a:extLst>
            </p:cNvPr>
            <p:cNvSpPr>
              <a:spLocks noGrp="1"/>
            </p:cNvSpPr>
            <p:nvPr/>
          </p:nvSpPr>
          <p:spPr>
            <a:xfrm>
              <a:off x="3457575" y="2609850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101" name="multi_scale_tokens__0090">
              <a:extLst>
                <a:ext uri="{FF2B5EF4-FFF2-40B4-BE49-F238E27FC236}">
                  <a16:creationId xmlns:a16="http://schemas.microsoft.com/office/drawing/2014/main" id="{06325360-7060-45C3-9F85-14D077258A5D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2609850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102" name="multi_scale_tokens__0091">
              <a:extLst>
                <a:ext uri="{FF2B5EF4-FFF2-40B4-BE49-F238E27FC236}">
                  <a16:creationId xmlns:a16="http://schemas.microsoft.com/office/drawing/2014/main" id="{851B6F43-77EF-426C-A7FE-7E2F06C6B77D}"/>
                </a:ext>
              </a:extLst>
            </p:cNvPr>
            <p:cNvSpPr>
              <a:spLocks noGrp="1"/>
            </p:cNvSpPr>
            <p:nvPr/>
          </p:nvSpPr>
          <p:spPr>
            <a:xfrm>
              <a:off x="3590925" y="2609850"/>
              <a:ext cx="66675" cy="66675"/>
            </a:xfrm>
            <a:prstGeom prst="rect">
              <a:avLst/>
            </a:prstGeom>
            <a:solidFill>
              <a:srgbClr val="F1D7FF"/>
            </a:solidFill>
            <a:ln w="7144">
              <a:solidFill>
                <a:srgbClr val="713398"/>
              </a:solidFill>
              <a:prstDash val="solid"/>
            </a:ln>
          </p:spPr>
        </p:sp>
        <p:sp>
          <p:nvSpPr>
            <p:cNvPr id="103" name="multi_scale_tokens__0092">
              <a:extLst>
                <a:ext uri="{FF2B5EF4-FFF2-40B4-BE49-F238E27FC236}">
                  <a16:creationId xmlns:a16="http://schemas.microsoft.com/office/drawing/2014/main" id="{11415E72-9A92-48DE-8C1A-DE5E49A54CA7}"/>
                </a:ext>
              </a:extLst>
            </p:cNvPr>
            <p:cNvSpPr>
              <a:spLocks noGrp="1"/>
            </p:cNvSpPr>
            <p:nvPr/>
          </p:nvSpPr>
          <p:spPr>
            <a:xfrm>
              <a:off x="3219450" y="2714625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04" name="multi_scale_tokens__0093">
              <a:extLst>
                <a:ext uri="{FF2B5EF4-FFF2-40B4-BE49-F238E27FC236}">
                  <a16:creationId xmlns:a16="http://schemas.microsoft.com/office/drawing/2014/main" id="{6E2AF7EE-6FCA-479A-9A21-F1A3AEA21B16}"/>
                </a:ext>
              </a:extLst>
            </p:cNvPr>
            <p:cNvSpPr>
              <a:spLocks noGrp="1"/>
            </p:cNvSpPr>
            <p:nvPr/>
          </p:nvSpPr>
          <p:spPr>
            <a:xfrm>
              <a:off x="3286125" y="2714625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05" name="multi_scale_tokens__0094">
              <a:extLst>
                <a:ext uri="{FF2B5EF4-FFF2-40B4-BE49-F238E27FC236}">
                  <a16:creationId xmlns:a16="http://schemas.microsoft.com/office/drawing/2014/main" id="{8CF345CC-C2A4-4BCA-89D3-E276BCD80C31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2714625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06" name="multi_scale_tokens__0095">
              <a:extLst>
                <a:ext uri="{FF2B5EF4-FFF2-40B4-BE49-F238E27FC236}">
                  <a16:creationId xmlns:a16="http://schemas.microsoft.com/office/drawing/2014/main" id="{80670552-B42A-4921-90C2-0978176BB719}"/>
                </a:ext>
              </a:extLst>
            </p:cNvPr>
            <p:cNvSpPr>
              <a:spLocks noGrp="1"/>
            </p:cNvSpPr>
            <p:nvPr/>
          </p:nvSpPr>
          <p:spPr>
            <a:xfrm>
              <a:off x="3419475" y="2714625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07" name="multi_scale_tokens__0096">
              <a:extLst>
                <a:ext uri="{FF2B5EF4-FFF2-40B4-BE49-F238E27FC236}">
                  <a16:creationId xmlns:a16="http://schemas.microsoft.com/office/drawing/2014/main" id="{85347062-D960-4781-AEE4-FA3DC8C1A156}"/>
                </a:ext>
              </a:extLst>
            </p:cNvPr>
            <p:cNvSpPr>
              <a:spLocks noGrp="1"/>
            </p:cNvSpPr>
            <p:nvPr/>
          </p:nvSpPr>
          <p:spPr>
            <a:xfrm>
              <a:off x="3486150" y="2714625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08" name="multi_scale_tokens__0097">
              <a:extLst>
                <a:ext uri="{FF2B5EF4-FFF2-40B4-BE49-F238E27FC236}">
                  <a16:creationId xmlns:a16="http://schemas.microsoft.com/office/drawing/2014/main" id="{9295F7A5-6BA9-4EE9-92EB-57E4D4A05E52}"/>
                </a:ext>
              </a:extLst>
            </p:cNvPr>
            <p:cNvSpPr>
              <a:spLocks noGrp="1"/>
            </p:cNvSpPr>
            <p:nvPr/>
          </p:nvSpPr>
          <p:spPr>
            <a:xfrm>
              <a:off x="3552825" y="2714625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09" name="multi_scale_tokens__0098">
              <a:extLst>
                <a:ext uri="{FF2B5EF4-FFF2-40B4-BE49-F238E27FC236}">
                  <a16:creationId xmlns:a16="http://schemas.microsoft.com/office/drawing/2014/main" id="{FCC5C7FA-1CD9-4C85-BB8C-64BB3AEB02CB}"/>
                </a:ext>
              </a:extLst>
            </p:cNvPr>
            <p:cNvSpPr>
              <a:spLocks noGrp="1"/>
            </p:cNvSpPr>
            <p:nvPr/>
          </p:nvSpPr>
          <p:spPr>
            <a:xfrm>
              <a:off x="3619500" y="2714625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0" name="multi_scale_tokens__0099">
              <a:extLst>
                <a:ext uri="{FF2B5EF4-FFF2-40B4-BE49-F238E27FC236}">
                  <a16:creationId xmlns:a16="http://schemas.microsoft.com/office/drawing/2014/main" id="{D7C36144-4F84-4669-A5FE-23EC62F8DE51}"/>
                </a:ext>
              </a:extLst>
            </p:cNvPr>
            <p:cNvSpPr>
              <a:spLocks noGrp="1"/>
            </p:cNvSpPr>
            <p:nvPr/>
          </p:nvSpPr>
          <p:spPr>
            <a:xfrm>
              <a:off x="3219450" y="2781300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1" name="multi_scale_tokens__0100">
              <a:extLst>
                <a:ext uri="{FF2B5EF4-FFF2-40B4-BE49-F238E27FC236}">
                  <a16:creationId xmlns:a16="http://schemas.microsoft.com/office/drawing/2014/main" id="{A10C2AF6-334F-46CA-BF35-6595ED332EF8}"/>
                </a:ext>
              </a:extLst>
            </p:cNvPr>
            <p:cNvSpPr>
              <a:spLocks noGrp="1"/>
            </p:cNvSpPr>
            <p:nvPr/>
          </p:nvSpPr>
          <p:spPr>
            <a:xfrm>
              <a:off x="3286125" y="2781300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2" name="multi_scale_tokens__0101">
              <a:extLst>
                <a:ext uri="{FF2B5EF4-FFF2-40B4-BE49-F238E27FC236}">
                  <a16:creationId xmlns:a16="http://schemas.microsoft.com/office/drawing/2014/main" id="{D62010EB-50AA-42A0-82A4-C197B15CEE08}"/>
                </a:ext>
              </a:extLst>
            </p:cNvPr>
            <p:cNvSpPr>
              <a:spLocks noGrp="1"/>
            </p:cNvSpPr>
            <p:nvPr/>
          </p:nvSpPr>
          <p:spPr>
            <a:xfrm>
              <a:off x="3352800" y="2781300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3" name="multi_scale_tokens__0102">
              <a:extLst>
                <a:ext uri="{FF2B5EF4-FFF2-40B4-BE49-F238E27FC236}">
                  <a16:creationId xmlns:a16="http://schemas.microsoft.com/office/drawing/2014/main" id="{08BE825A-0086-4FEF-A438-225F7D7AF2E5}"/>
                </a:ext>
              </a:extLst>
            </p:cNvPr>
            <p:cNvSpPr>
              <a:spLocks noGrp="1"/>
            </p:cNvSpPr>
            <p:nvPr/>
          </p:nvSpPr>
          <p:spPr>
            <a:xfrm>
              <a:off x="3419475" y="2781300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4" name="multi_scale_tokens__0103">
              <a:extLst>
                <a:ext uri="{FF2B5EF4-FFF2-40B4-BE49-F238E27FC236}">
                  <a16:creationId xmlns:a16="http://schemas.microsoft.com/office/drawing/2014/main" id="{F5F2D50A-A331-484D-BD47-84BB8A531753}"/>
                </a:ext>
              </a:extLst>
            </p:cNvPr>
            <p:cNvSpPr>
              <a:spLocks noGrp="1"/>
            </p:cNvSpPr>
            <p:nvPr/>
          </p:nvSpPr>
          <p:spPr>
            <a:xfrm>
              <a:off x="3486150" y="2781300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5" name="multi_scale_tokens__0104">
              <a:extLst>
                <a:ext uri="{FF2B5EF4-FFF2-40B4-BE49-F238E27FC236}">
                  <a16:creationId xmlns:a16="http://schemas.microsoft.com/office/drawing/2014/main" id="{D6BE3DC8-1C80-4464-83AD-58F1608B3588}"/>
                </a:ext>
              </a:extLst>
            </p:cNvPr>
            <p:cNvSpPr>
              <a:spLocks noGrp="1"/>
            </p:cNvSpPr>
            <p:nvPr/>
          </p:nvSpPr>
          <p:spPr>
            <a:xfrm>
              <a:off x="3552825" y="2781300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6" name="multi_scale_tokens__0105">
              <a:extLst>
                <a:ext uri="{FF2B5EF4-FFF2-40B4-BE49-F238E27FC236}">
                  <a16:creationId xmlns:a16="http://schemas.microsoft.com/office/drawing/2014/main" id="{8EE115EB-18B3-4175-8453-D97E11C40366}"/>
                </a:ext>
              </a:extLst>
            </p:cNvPr>
            <p:cNvSpPr>
              <a:spLocks noGrp="1"/>
            </p:cNvSpPr>
            <p:nvPr/>
          </p:nvSpPr>
          <p:spPr>
            <a:xfrm>
              <a:off x="3619500" y="2781300"/>
              <a:ext cx="66675" cy="66675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7" name="multi_scale_tokens__0106">
              <a:extLst>
                <a:ext uri="{FF2B5EF4-FFF2-40B4-BE49-F238E27FC236}">
                  <a16:creationId xmlns:a16="http://schemas.microsoft.com/office/drawing/2014/main" id="{69F0B042-B0CB-4304-A3B7-A63A02AA941A}"/>
                </a:ext>
              </a:extLst>
            </p:cNvPr>
            <p:cNvSpPr>
              <a:spLocks noGrp="1"/>
            </p:cNvSpPr>
            <p:nvPr/>
          </p:nvSpPr>
          <p:spPr>
            <a:xfrm>
              <a:off x="316230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8" name="multi_scale_tokens__0107">
              <a:extLst>
                <a:ext uri="{FF2B5EF4-FFF2-40B4-BE49-F238E27FC236}">
                  <a16:creationId xmlns:a16="http://schemas.microsoft.com/office/drawing/2014/main" id="{357C279E-0455-419F-9EA1-A463B820DE2C}"/>
                </a:ext>
              </a:extLst>
            </p:cNvPr>
            <p:cNvSpPr>
              <a:spLocks noGrp="1"/>
            </p:cNvSpPr>
            <p:nvPr/>
          </p:nvSpPr>
          <p:spPr>
            <a:xfrm>
              <a:off x="322707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19" name="multi_scale_tokens__0108">
              <a:extLst>
                <a:ext uri="{FF2B5EF4-FFF2-40B4-BE49-F238E27FC236}">
                  <a16:creationId xmlns:a16="http://schemas.microsoft.com/office/drawing/2014/main" id="{6E4E232C-4F84-4085-924C-8CDC19E514C9}"/>
                </a:ext>
              </a:extLst>
            </p:cNvPr>
            <p:cNvSpPr>
              <a:spLocks noGrp="1"/>
            </p:cNvSpPr>
            <p:nvPr/>
          </p:nvSpPr>
          <p:spPr>
            <a:xfrm>
              <a:off x="329184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0" name="multi_scale_tokens__0109">
              <a:extLst>
                <a:ext uri="{FF2B5EF4-FFF2-40B4-BE49-F238E27FC236}">
                  <a16:creationId xmlns:a16="http://schemas.microsoft.com/office/drawing/2014/main" id="{C61EA5AF-8337-4E49-97C1-DCC469970E5B}"/>
                </a:ext>
              </a:extLst>
            </p:cNvPr>
            <p:cNvSpPr>
              <a:spLocks noGrp="1"/>
            </p:cNvSpPr>
            <p:nvPr/>
          </p:nvSpPr>
          <p:spPr>
            <a:xfrm>
              <a:off x="335661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1" name="multi_scale_tokens__0110">
              <a:extLst>
                <a:ext uri="{FF2B5EF4-FFF2-40B4-BE49-F238E27FC236}">
                  <a16:creationId xmlns:a16="http://schemas.microsoft.com/office/drawing/2014/main" id="{6495EEDE-5973-4457-B4E0-2BB28824009A}"/>
                </a:ext>
              </a:extLst>
            </p:cNvPr>
            <p:cNvSpPr>
              <a:spLocks noGrp="1"/>
            </p:cNvSpPr>
            <p:nvPr/>
          </p:nvSpPr>
          <p:spPr>
            <a:xfrm>
              <a:off x="342138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2" name="multi_scale_tokens__0111">
              <a:extLst>
                <a:ext uri="{FF2B5EF4-FFF2-40B4-BE49-F238E27FC236}">
                  <a16:creationId xmlns:a16="http://schemas.microsoft.com/office/drawing/2014/main" id="{1646138A-CC51-462D-B7DE-AE5CB867B421}"/>
                </a:ext>
              </a:extLst>
            </p:cNvPr>
            <p:cNvSpPr>
              <a:spLocks noGrp="1"/>
            </p:cNvSpPr>
            <p:nvPr/>
          </p:nvSpPr>
          <p:spPr>
            <a:xfrm>
              <a:off x="348615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3" name="multi_scale_tokens__0112">
              <a:extLst>
                <a:ext uri="{FF2B5EF4-FFF2-40B4-BE49-F238E27FC236}">
                  <a16:creationId xmlns:a16="http://schemas.microsoft.com/office/drawing/2014/main" id="{66E3B807-161A-4712-A152-A5BFD78AFCBE}"/>
                </a:ext>
              </a:extLst>
            </p:cNvPr>
            <p:cNvSpPr>
              <a:spLocks noGrp="1"/>
            </p:cNvSpPr>
            <p:nvPr/>
          </p:nvSpPr>
          <p:spPr>
            <a:xfrm>
              <a:off x="355092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4" name="multi_scale_tokens__0113">
              <a:extLst>
                <a:ext uri="{FF2B5EF4-FFF2-40B4-BE49-F238E27FC236}">
                  <a16:creationId xmlns:a16="http://schemas.microsoft.com/office/drawing/2014/main" id="{2BF78733-A67C-42A3-B3AB-B760D2FF77F9}"/>
                </a:ext>
              </a:extLst>
            </p:cNvPr>
            <p:cNvSpPr>
              <a:spLocks noGrp="1"/>
            </p:cNvSpPr>
            <p:nvPr/>
          </p:nvSpPr>
          <p:spPr>
            <a:xfrm>
              <a:off x="361569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5" name="multi_scale_tokens__0114">
              <a:extLst>
                <a:ext uri="{FF2B5EF4-FFF2-40B4-BE49-F238E27FC236}">
                  <a16:creationId xmlns:a16="http://schemas.microsoft.com/office/drawing/2014/main" id="{13865FEA-C871-4682-992B-DBE7C6D4D895}"/>
                </a:ext>
              </a:extLst>
            </p:cNvPr>
            <p:cNvSpPr>
              <a:spLocks noGrp="1"/>
            </p:cNvSpPr>
            <p:nvPr/>
          </p:nvSpPr>
          <p:spPr>
            <a:xfrm>
              <a:off x="3680460" y="287655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6" name="multi_scale_tokens__0115">
              <a:extLst>
                <a:ext uri="{FF2B5EF4-FFF2-40B4-BE49-F238E27FC236}">
                  <a16:creationId xmlns:a16="http://schemas.microsoft.com/office/drawing/2014/main" id="{85A6E653-822C-44F8-8C4D-39DF499373D8}"/>
                </a:ext>
              </a:extLst>
            </p:cNvPr>
            <p:cNvSpPr>
              <a:spLocks noGrp="1"/>
            </p:cNvSpPr>
            <p:nvPr/>
          </p:nvSpPr>
          <p:spPr>
            <a:xfrm>
              <a:off x="316230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7" name="multi_scale_tokens__0116">
              <a:extLst>
                <a:ext uri="{FF2B5EF4-FFF2-40B4-BE49-F238E27FC236}">
                  <a16:creationId xmlns:a16="http://schemas.microsoft.com/office/drawing/2014/main" id="{24ED4961-A1FC-4219-82D1-44AE6CE3788D}"/>
                </a:ext>
              </a:extLst>
            </p:cNvPr>
            <p:cNvSpPr>
              <a:spLocks noGrp="1"/>
            </p:cNvSpPr>
            <p:nvPr/>
          </p:nvSpPr>
          <p:spPr>
            <a:xfrm>
              <a:off x="322707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8" name="multi_scale_tokens__0117">
              <a:extLst>
                <a:ext uri="{FF2B5EF4-FFF2-40B4-BE49-F238E27FC236}">
                  <a16:creationId xmlns:a16="http://schemas.microsoft.com/office/drawing/2014/main" id="{70C3C44C-CB95-4EFA-88BF-0C8E7715C9D2}"/>
                </a:ext>
              </a:extLst>
            </p:cNvPr>
            <p:cNvSpPr>
              <a:spLocks noGrp="1"/>
            </p:cNvSpPr>
            <p:nvPr/>
          </p:nvSpPr>
          <p:spPr>
            <a:xfrm>
              <a:off x="329184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29" name="multi_scale_tokens__0118">
              <a:extLst>
                <a:ext uri="{FF2B5EF4-FFF2-40B4-BE49-F238E27FC236}">
                  <a16:creationId xmlns:a16="http://schemas.microsoft.com/office/drawing/2014/main" id="{141E805D-9972-4216-8AB4-94F00487A9FE}"/>
                </a:ext>
              </a:extLst>
            </p:cNvPr>
            <p:cNvSpPr>
              <a:spLocks noGrp="1"/>
            </p:cNvSpPr>
            <p:nvPr/>
          </p:nvSpPr>
          <p:spPr>
            <a:xfrm>
              <a:off x="335661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30" name="multi_scale_tokens__0119">
              <a:extLst>
                <a:ext uri="{FF2B5EF4-FFF2-40B4-BE49-F238E27FC236}">
                  <a16:creationId xmlns:a16="http://schemas.microsoft.com/office/drawing/2014/main" id="{7CFECD5F-FF07-4072-A725-DF42C8049346}"/>
                </a:ext>
              </a:extLst>
            </p:cNvPr>
            <p:cNvSpPr>
              <a:spLocks noGrp="1"/>
            </p:cNvSpPr>
            <p:nvPr/>
          </p:nvSpPr>
          <p:spPr>
            <a:xfrm>
              <a:off x="342138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31" name="multi_scale_tokens__0120">
              <a:extLst>
                <a:ext uri="{FF2B5EF4-FFF2-40B4-BE49-F238E27FC236}">
                  <a16:creationId xmlns:a16="http://schemas.microsoft.com/office/drawing/2014/main" id="{51E5F9B5-4BD6-4254-9BD7-A5055B4DF928}"/>
                </a:ext>
              </a:extLst>
            </p:cNvPr>
            <p:cNvSpPr>
              <a:spLocks noGrp="1"/>
            </p:cNvSpPr>
            <p:nvPr/>
          </p:nvSpPr>
          <p:spPr>
            <a:xfrm>
              <a:off x="348615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32" name="multi_scale_tokens__0121">
              <a:extLst>
                <a:ext uri="{FF2B5EF4-FFF2-40B4-BE49-F238E27FC236}">
                  <a16:creationId xmlns:a16="http://schemas.microsoft.com/office/drawing/2014/main" id="{21FD03CF-7D33-47E1-8311-5D27CA74A8AB}"/>
                </a:ext>
              </a:extLst>
            </p:cNvPr>
            <p:cNvSpPr>
              <a:spLocks noGrp="1"/>
            </p:cNvSpPr>
            <p:nvPr/>
          </p:nvSpPr>
          <p:spPr>
            <a:xfrm>
              <a:off x="355092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33" name="multi_scale_tokens__0122">
              <a:extLst>
                <a:ext uri="{FF2B5EF4-FFF2-40B4-BE49-F238E27FC236}">
                  <a16:creationId xmlns:a16="http://schemas.microsoft.com/office/drawing/2014/main" id="{5B7DB051-59AD-4DB8-A87A-3FFA46DA0EEE}"/>
                </a:ext>
              </a:extLst>
            </p:cNvPr>
            <p:cNvSpPr>
              <a:spLocks noGrp="1"/>
            </p:cNvSpPr>
            <p:nvPr/>
          </p:nvSpPr>
          <p:spPr>
            <a:xfrm>
              <a:off x="361569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34" name="multi_scale_tokens__0123">
              <a:extLst>
                <a:ext uri="{FF2B5EF4-FFF2-40B4-BE49-F238E27FC236}">
                  <a16:creationId xmlns:a16="http://schemas.microsoft.com/office/drawing/2014/main" id="{A72D7B58-4E2C-4DE4-A336-9E548C2F9B19}"/>
                </a:ext>
              </a:extLst>
            </p:cNvPr>
            <p:cNvSpPr>
              <a:spLocks noGrp="1"/>
            </p:cNvSpPr>
            <p:nvPr/>
          </p:nvSpPr>
          <p:spPr>
            <a:xfrm>
              <a:off x="3680460" y="2941320"/>
              <a:ext cx="64770" cy="64770"/>
            </a:xfrm>
            <a:prstGeom prst="rect">
              <a:avLst/>
            </a:prstGeom>
            <a:solidFill>
              <a:srgbClr val="BDE2FF"/>
            </a:solidFill>
            <a:ln w="7144">
              <a:solidFill>
                <a:srgbClr val="21689D"/>
              </a:solidFill>
              <a:prstDash val="solid"/>
            </a:ln>
          </p:spPr>
        </p:sp>
        <p:sp>
          <p:nvSpPr>
            <p:cNvPr id="135" name="multi_scale_tokens__0124">
              <a:extLst>
                <a:ext uri="{FF2B5EF4-FFF2-40B4-BE49-F238E27FC236}">
                  <a16:creationId xmlns:a16="http://schemas.microsoft.com/office/drawing/2014/main" id="{0A418565-0ED8-4C2A-AF19-BC4DA936F3CF}"/>
                </a:ext>
              </a:extLst>
            </p:cNvPr>
            <p:cNvSpPr>
              <a:spLocks noGrp="1"/>
            </p:cNvSpPr>
            <p:nvPr/>
          </p:nvSpPr>
          <p:spPr>
            <a:xfrm>
              <a:off x="3114675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36" name="multi_scale_tokens__0125">
              <a:extLst>
                <a:ext uri="{FF2B5EF4-FFF2-40B4-BE49-F238E27FC236}">
                  <a16:creationId xmlns:a16="http://schemas.microsoft.com/office/drawing/2014/main" id="{06A51FF2-2BD8-451B-B91C-2E5E2D3C710A}"/>
                </a:ext>
              </a:extLst>
            </p:cNvPr>
            <p:cNvSpPr>
              <a:spLocks noGrp="1"/>
            </p:cNvSpPr>
            <p:nvPr/>
          </p:nvSpPr>
          <p:spPr>
            <a:xfrm>
              <a:off x="3181350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37" name="multi_scale_tokens__0126">
              <a:extLst>
                <a:ext uri="{FF2B5EF4-FFF2-40B4-BE49-F238E27FC236}">
                  <a16:creationId xmlns:a16="http://schemas.microsoft.com/office/drawing/2014/main" id="{D45484DE-5799-41D1-B2F8-EB196F3AF01F}"/>
                </a:ext>
              </a:extLst>
            </p:cNvPr>
            <p:cNvSpPr>
              <a:spLocks noGrp="1"/>
            </p:cNvSpPr>
            <p:nvPr/>
          </p:nvSpPr>
          <p:spPr>
            <a:xfrm>
              <a:off x="3248025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38" name="multi_scale_tokens__0127">
              <a:extLst>
                <a:ext uri="{FF2B5EF4-FFF2-40B4-BE49-F238E27FC236}">
                  <a16:creationId xmlns:a16="http://schemas.microsoft.com/office/drawing/2014/main" id="{BCBF81E5-31D6-4B96-8319-82223865C18A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39" name="multi_scale_tokens__0128">
              <a:extLst>
                <a:ext uri="{FF2B5EF4-FFF2-40B4-BE49-F238E27FC236}">
                  <a16:creationId xmlns:a16="http://schemas.microsoft.com/office/drawing/2014/main" id="{2E4FD630-5E12-4DAE-AB48-22AEA64D2225}"/>
                </a:ext>
              </a:extLst>
            </p:cNvPr>
            <p:cNvSpPr>
              <a:spLocks noGrp="1"/>
            </p:cNvSpPr>
            <p:nvPr/>
          </p:nvSpPr>
          <p:spPr>
            <a:xfrm>
              <a:off x="3381375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0" name="multi_scale_tokens__0129">
              <a:extLst>
                <a:ext uri="{FF2B5EF4-FFF2-40B4-BE49-F238E27FC236}">
                  <a16:creationId xmlns:a16="http://schemas.microsoft.com/office/drawing/2014/main" id="{6107204F-2AE6-4513-BF0A-E0968A40691B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1" name="multi_scale_tokens__0130">
              <a:extLst>
                <a:ext uri="{FF2B5EF4-FFF2-40B4-BE49-F238E27FC236}">
                  <a16:creationId xmlns:a16="http://schemas.microsoft.com/office/drawing/2014/main" id="{4BBFE3C1-8B79-48CB-BCBA-8C5E955FE8E6}"/>
                </a:ext>
              </a:extLst>
            </p:cNvPr>
            <p:cNvSpPr>
              <a:spLocks noGrp="1"/>
            </p:cNvSpPr>
            <p:nvPr/>
          </p:nvSpPr>
          <p:spPr>
            <a:xfrm>
              <a:off x="3514725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2" name="multi_scale_tokens__0131">
              <a:extLst>
                <a:ext uri="{FF2B5EF4-FFF2-40B4-BE49-F238E27FC236}">
                  <a16:creationId xmlns:a16="http://schemas.microsoft.com/office/drawing/2014/main" id="{DDA8FB3B-14AD-4434-95CB-63C566A09981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3" name="multi_scale_tokens__0132">
              <a:extLst>
                <a:ext uri="{FF2B5EF4-FFF2-40B4-BE49-F238E27FC236}">
                  <a16:creationId xmlns:a16="http://schemas.microsoft.com/office/drawing/2014/main" id="{D2255CFE-E198-4C29-A469-61B4EF7C6163}"/>
                </a:ext>
              </a:extLst>
            </p:cNvPr>
            <p:cNvSpPr>
              <a:spLocks noGrp="1"/>
            </p:cNvSpPr>
            <p:nvPr/>
          </p:nvSpPr>
          <p:spPr>
            <a:xfrm>
              <a:off x="3648075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4" name="multi_scale_tokens__0133">
              <a:extLst>
                <a:ext uri="{FF2B5EF4-FFF2-40B4-BE49-F238E27FC236}">
                  <a16:creationId xmlns:a16="http://schemas.microsoft.com/office/drawing/2014/main" id="{9A4020DE-2965-414D-8DEC-3E108B54708A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3038475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5" name="multi_scale_tokens__0134">
              <a:extLst>
                <a:ext uri="{FF2B5EF4-FFF2-40B4-BE49-F238E27FC236}">
                  <a16:creationId xmlns:a16="http://schemas.microsoft.com/office/drawing/2014/main" id="{47E2CA1D-D9D9-4C24-B445-92EDBEE1CCF0}"/>
                </a:ext>
              </a:extLst>
            </p:cNvPr>
            <p:cNvSpPr>
              <a:spLocks noGrp="1"/>
            </p:cNvSpPr>
            <p:nvPr/>
          </p:nvSpPr>
          <p:spPr>
            <a:xfrm>
              <a:off x="3114675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6" name="multi_scale_tokens__0135">
              <a:extLst>
                <a:ext uri="{FF2B5EF4-FFF2-40B4-BE49-F238E27FC236}">
                  <a16:creationId xmlns:a16="http://schemas.microsoft.com/office/drawing/2014/main" id="{66D94F0A-2470-4610-BD8E-B77614017503}"/>
                </a:ext>
              </a:extLst>
            </p:cNvPr>
            <p:cNvSpPr>
              <a:spLocks noGrp="1"/>
            </p:cNvSpPr>
            <p:nvPr/>
          </p:nvSpPr>
          <p:spPr>
            <a:xfrm>
              <a:off x="3181350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7" name="multi_scale_tokens__0136">
              <a:extLst>
                <a:ext uri="{FF2B5EF4-FFF2-40B4-BE49-F238E27FC236}">
                  <a16:creationId xmlns:a16="http://schemas.microsoft.com/office/drawing/2014/main" id="{F5641797-C6C6-430B-AA54-193B636BD625}"/>
                </a:ext>
              </a:extLst>
            </p:cNvPr>
            <p:cNvSpPr>
              <a:spLocks noGrp="1"/>
            </p:cNvSpPr>
            <p:nvPr/>
          </p:nvSpPr>
          <p:spPr>
            <a:xfrm>
              <a:off x="3248025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8" name="multi_scale_tokens__0137">
              <a:extLst>
                <a:ext uri="{FF2B5EF4-FFF2-40B4-BE49-F238E27FC236}">
                  <a16:creationId xmlns:a16="http://schemas.microsoft.com/office/drawing/2014/main" id="{A1E74D91-F5B7-4943-AC4B-6917DE0AF596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49" name="multi_scale_tokens__0138">
              <a:extLst>
                <a:ext uri="{FF2B5EF4-FFF2-40B4-BE49-F238E27FC236}">
                  <a16:creationId xmlns:a16="http://schemas.microsoft.com/office/drawing/2014/main" id="{A8FF9E8F-9799-4593-A8B6-19178C432A13}"/>
                </a:ext>
              </a:extLst>
            </p:cNvPr>
            <p:cNvSpPr>
              <a:spLocks noGrp="1"/>
            </p:cNvSpPr>
            <p:nvPr/>
          </p:nvSpPr>
          <p:spPr>
            <a:xfrm>
              <a:off x="3381375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0" name="multi_scale_tokens__0139">
              <a:extLst>
                <a:ext uri="{FF2B5EF4-FFF2-40B4-BE49-F238E27FC236}">
                  <a16:creationId xmlns:a16="http://schemas.microsoft.com/office/drawing/2014/main" id="{7CC99AE4-DDF8-43DC-BCCE-80832116DA48}"/>
                </a:ext>
              </a:extLst>
            </p:cNvPr>
            <p:cNvSpPr>
              <a:spLocks noGrp="1"/>
            </p:cNvSpPr>
            <p:nvPr/>
          </p:nvSpPr>
          <p:spPr>
            <a:xfrm>
              <a:off x="3448050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1" name="multi_scale_tokens__0140">
              <a:extLst>
                <a:ext uri="{FF2B5EF4-FFF2-40B4-BE49-F238E27FC236}">
                  <a16:creationId xmlns:a16="http://schemas.microsoft.com/office/drawing/2014/main" id="{5DBE7667-9E6F-4EBC-BADB-C3B3E468FF82}"/>
                </a:ext>
              </a:extLst>
            </p:cNvPr>
            <p:cNvSpPr>
              <a:spLocks noGrp="1"/>
            </p:cNvSpPr>
            <p:nvPr/>
          </p:nvSpPr>
          <p:spPr>
            <a:xfrm>
              <a:off x="3514725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2" name="multi_scale_tokens__0141">
              <a:extLst>
                <a:ext uri="{FF2B5EF4-FFF2-40B4-BE49-F238E27FC236}">
                  <a16:creationId xmlns:a16="http://schemas.microsoft.com/office/drawing/2014/main" id="{68BA2576-2F43-45C6-94A6-F02568F313CD}"/>
                </a:ext>
              </a:extLst>
            </p:cNvPr>
            <p:cNvSpPr>
              <a:spLocks noGrp="1"/>
            </p:cNvSpPr>
            <p:nvPr/>
          </p:nvSpPr>
          <p:spPr>
            <a:xfrm>
              <a:off x="3581400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3" name="multi_scale_tokens__0142">
              <a:extLst>
                <a:ext uri="{FF2B5EF4-FFF2-40B4-BE49-F238E27FC236}">
                  <a16:creationId xmlns:a16="http://schemas.microsoft.com/office/drawing/2014/main" id="{8EEBF538-23C7-4DF9-8DE7-0D417127A464}"/>
                </a:ext>
              </a:extLst>
            </p:cNvPr>
            <p:cNvSpPr>
              <a:spLocks noGrp="1"/>
            </p:cNvSpPr>
            <p:nvPr/>
          </p:nvSpPr>
          <p:spPr>
            <a:xfrm>
              <a:off x="3648075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4" name="multi_scale_tokens__0143">
              <a:extLst>
                <a:ext uri="{FF2B5EF4-FFF2-40B4-BE49-F238E27FC236}">
                  <a16:creationId xmlns:a16="http://schemas.microsoft.com/office/drawing/2014/main" id="{9A46BBE6-73D6-480D-981C-EF0F64A28E04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3105150"/>
              <a:ext cx="66675" cy="66675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5" name="multi_scale_tokens__0144">
              <a:extLst>
                <a:ext uri="{FF2B5EF4-FFF2-40B4-BE49-F238E27FC236}">
                  <a16:creationId xmlns:a16="http://schemas.microsoft.com/office/drawing/2014/main" id="{9A4F0C45-323D-45D0-AFC5-BEB5D8A7EECB}"/>
                </a:ext>
              </a:extLst>
            </p:cNvPr>
            <p:cNvSpPr>
              <a:spLocks noGrp="1"/>
            </p:cNvSpPr>
            <p:nvPr/>
          </p:nvSpPr>
          <p:spPr>
            <a:xfrm>
              <a:off x="306705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6" name="multi_scale_tokens__0145">
              <a:extLst>
                <a:ext uri="{FF2B5EF4-FFF2-40B4-BE49-F238E27FC236}">
                  <a16:creationId xmlns:a16="http://schemas.microsoft.com/office/drawing/2014/main" id="{9E13D4FF-041F-4804-AC91-1EFA20632762}"/>
                </a:ext>
              </a:extLst>
            </p:cNvPr>
            <p:cNvSpPr>
              <a:spLocks noGrp="1"/>
            </p:cNvSpPr>
            <p:nvPr/>
          </p:nvSpPr>
          <p:spPr>
            <a:xfrm>
              <a:off x="313182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7" name="multi_scale_tokens__0146">
              <a:extLst>
                <a:ext uri="{FF2B5EF4-FFF2-40B4-BE49-F238E27FC236}">
                  <a16:creationId xmlns:a16="http://schemas.microsoft.com/office/drawing/2014/main" id="{B9EE19DA-6828-4B23-9B9B-490CAE077206}"/>
                </a:ext>
              </a:extLst>
            </p:cNvPr>
            <p:cNvSpPr>
              <a:spLocks noGrp="1"/>
            </p:cNvSpPr>
            <p:nvPr/>
          </p:nvSpPr>
          <p:spPr>
            <a:xfrm>
              <a:off x="319659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8" name="multi_scale_tokens__0147">
              <a:extLst>
                <a:ext uri="{FF2B5EF4-FFF2-40B4-BE49-F238E27FC236}">
                  <a16:creationId xmlns:a16="http://schemas.microsoft.com/office/drawing/2014/main" id="{D3A4A2B0-399A-4BC0-82BE-E9D4EBE5D455}"/>
                </a:ext>
              </a:extLst>
            </p:cNvPr>
            <p:cNvSpPr>
              <a:spLocks noGrp="1"/>
            </p:cNvSpPr>
            <p:nvPr/>
          </p:nvSpPr>
          <p:spPr>
            <a:xfrm>
              <a:off x="326136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59" name="multi_scale_tokens__0148">
              <a:extLst>
                <a:ext uri="{FF2B5EF4-FFF2-40B4-BE49-F238E27FC236}">
                  <a16:creationId xmlns:a16="http://schemas.microsoft.com/office/drawing/2014/main" id="{9D48FEF9-9D49-41D6-ACFC-E6402B46C902}"/>
                </a:ext>
              </a:extLst>
            </p:cNvPr>
            <p:cNvSpPr>
              <a:spLocks noGrp="1"/>
            </p:cNvSpPr>
            <p:nvPr/>
          </p:nvSpPr>
          <p:spPr>
            <a:xfrm>
              <a:off x="332613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0" name="multi_scale_tokens__0149">
              <a:extLst>
                <a:ext uri="{FF2B5EF4-FFF2-40B4-BE49-F238E27FC236}">
                  <a16:creationId xmlns:a16="http://schemas.microsoft.com/office/drawing/2014/main" id="{865914AD-40EE-4394-984F-248A2BDE28A9}"/>
                </a:ext>
              </a:extLst>
            </p:cNvPr>
            <p:cNvSpPr>
              <a:spLocks noGrp="1"/>
            </p:cNvSpPr>
            <p:nvPr/>
          </p:nvSpPr>
          <p:spPr>
            <a:xfrm>
              <a:off x="339090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1" name="multi_scale_tokens__0150">
              <a:extLst>
                <a:ext uri="{FF2B5EF4-FFF2-40B4-BE49-F238E27FC236}">
                  <a16:creationId xmlns:a16="http://schemas.microsoft.com/office/drawing/2014/main" id="{4ACDC14D-6CEA-4AC6-A907-D283BB95E1A6}"/>
                </a:ext>
              </a:extLst>
            </p:cNvPr>
            <p:cNvSpPr>
              <a:spLocks noGrp="1"/>
            </p:cNvSpPr>
            <p:nvPr/>
          </p:nvSpPr>
          <p:spPr>
            <a:xfrm>
              <a:off x="345567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2" name="multi_scale_tokens__0151">
              <a:extLst>
                <a:ext uri="{FF2B5EF4-FFF2-40B4-BE49-F238E27FC236}">
                  <a16:creationId xmlns:a16="http://schemas.microsoft.com/office/drawing/2014/main" id="{2B11801A-F1B8-4C4F-A3BC-023C1FE9E4B8}"/>
                </a:ext>
              </a:extLst>
            </p:cNvPr>
            <p:cNvSpPr>
              <a:spLocks noGrp="1"/>
            </p:cNvSpPr>
            <p:nvPr/>
          </p:nvSpPr>
          <p:spPr>
            <a:xfrm>
              <a:off x="352044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3" name="multi_scale_tokens__0152">
              <a:extLst>
                <a:ext uri="{FF2B5EF4-FFF2-40B4-BE49-F238E27FC236}">
                  <a16:creationId xmlns:a16="http://schemas.microsoft.com/office/drawing/2014/main" id="{1365BC66-1507-470F-9C30-351B48C9D365}"/>
                </a:ext>
              </a:extLst>
            </p:cNvPr>
            <p:cNvSpPr>
              <a:spLocks noGrp="1"/>
            </p:cNvSpPr>
            <p:nvPr/>
          </p:nvSpPr>
          <p:spPr>
            <a:xfrm>
              <a:off x="358521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4" name="multi_scale_tokens__0153">
              <a:extLst>
                <a:ext uri="{FF2B5EF4-FFF2-40B4-BE49-F238E27FC236}">
                  <a16:creationId xmlns:a16="http://schemas.microsoft.com/office/drawing/2014/main" id="{5F768F4E-B164-4F10-9E6C-D58588B30F2E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5" name="multi_scale_tokens__0154">
              <a:extLst>
                <a:ext uri="{FF2B5EF4-FFF2-40B4-BE49-F238E27FC236}">
                  <a16:creationId xmlns:a16="http://schemas.microsoft.com/office/drawing/2014/main" id="{37AC128F-782B-4408-8394-3DB1A118A154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6" name="multi_scale_tokens__0155">
              <a:extLst>
                <a:ext uri="{FF2B5EF4-FFF2-40B4-BE49-F238E27FC236}">
                  <a16:creationId xmlns:a16="http://schemas.microsoft.com/office/drawing/2014/main" id="{D0E8B919-145D-4F9C-8580-774386D85E92}"/>
                </a:ext>
              </a:extLst>
            </p:cNvPr>
            <p:cNvSpPr>
              <a:spLocks noGrp="1"/>
            </p:cNvSpPr>
            <p:nvPr/>
          </p:nvSpPr>
          <p:spPr>
            <a:xfrm>
              <a:off x="3779520" y="320040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7" name="multi_scale_tokens__0156">
              <a:extLst>
                <a:ext uri="{FF2B5EF4-FFF2-40B4-BE49-F238E27FC236}">
                  <a16:creationId xmlns:a16="http://schemas.microsoft.com/office/drawing/2014/main" id="{1E1326B3-96A4-4DE5-88C9-908C5A8CD3F8}"/>
                </a:ext>
              </a:extLst>
            </p:cNvPr>
            <p:cNvSpPr>
              <a:spLocks noGrp="1"/>
            </p:cNvSpPr>
            <p:nvPr/>
          </p:nvSpPr>
          <p:spPr>
            <a:xfrm>
              <a:off x="306705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8" name="multi_scale_tokens__0157">
              <a:extLst>
                <a:ext uri="{FF2B5EF4-FFF2-40B4-BE49-F238E27FC236}">
                  <a16:creationId xmlns:a16="http://schemas.microsoft.com/office/drawing/2014/main" id="{155D35CF-2FC6-4FBF-B85B-2CA3355E7695}"/>
                </a:ext>
              </a:extLst>
            </p:cNvPr>
            <p:cNvSpPr>
              <a:spLocks noGrp="1"/>
            </p:cNvSpPr>
            <p:nvPr/>
          </p:nvSpPr>
          <p:spPr>
            <a:xfrm>
              <a:off x="313182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69" name="multi_scale_tokens__0158">
              <a:extLst>
                <a:ext uri="{FF2B5EF4-FFF2-40B4-BE49-F238E27FC236}">
                  <a16:creationId xmlns:a16="http://schemas.microsoft.com/office/drawing/2014/main" id="{FE526748-2BF9-4776-B0DF-F623976CDDD5}"/>
                </a:ext>
              </a:extLst>
            </p:cNvPr>
            <p:cNvSpPr>
              <a:spLocks noGrp="1"/>
            </p:cNvSpPr>
            <p:nvPr/>
          </p:nvSpPr>
          <p:spPr>
            <a:xfrm>
              <a:off x="319659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0" name="multi_scale_tokens__0159">
              <a:extLst>
                <a:ext uri="{FF2B5EF4-FFF2-40B4-BE49-F238E27FC236}">
                  <a16:creationId xmlns:a16="http://schemas.microsoft.com/office/drawing/2014/main" id="{5F938043-12B1-42CA-A6B5-0330EE066F1E}"/>
                </a:ext>
              </a:extLst>
            </p:cNvPr>
            <p:cNvSpPr>
              <a:spLocks noGrp="1"/>
            </p:cNvSpPr>
            <p:nvPr/>
          </p:nvSpPr>
          <p:spPr>
            <a:xfrm>
              <a:off x="326136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1" name="multi_scale_tokens__0160">
              <a:extLst>
                <a:ext uri="{FF2B5EF4-FFF2-40B4-BE49-F238E27FC236}">
                  <a16:creationId xmlns:a16="http://schemas.microsoft.com/office/drawing/2014/main" id="{3FDD3EBA-387E-4733-B226-C9EF7E765B17}"/>
                </a:ext>
              </a:extLst>
            </p:cNvPr>
            <p:cNvSpPr>
              <a:spLocks noGrp="1"/>
            </p:cNvSpPr>
            <p:nvPr/>
          </p:nvSpPr>
          <p:spPr>
            <a:xfrm>
              <a:off x="332613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2" name="multi_scale_tokens__0161">
              <a:extLst>
                <a:ext uri="{FF2B5EF4-FFF2-40B4-BE49-F238E27FC236}">
                  <a16:creationId xmlns:a16="http://schemas.microsoft.com/office/drawing/2014/main" id="{E59D19C6-999D-4849-A64B-851CC93277C5}"/>
                </a:ext>
              </a:extLst>
            </p:cNvPr>
            <p:cNvSpPr>
              <a:spLocks noGrp="1"/>
            </p:cNvSpPr>
            <p:nvPr/>
          </p:nvSpPr>
          <p:spPr>
            <a:xfrm>
              <a:off x="339090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3" name="multi_scale_tokens__0162">
              <a:extLst>
                <a:ext uri="{FF2B5EF4-FFF2-40B4-BE49-F238E27FC236}">
                  <a16:creationId xmlns:a16="http://schemas.microsoft.com/office/drawing/2014/main" id="{E443C627-9BDA-4E2B-AD03-ABA4581C9950}"/>
                </a:ext>
              </a:extLst>
            </p:cNvPr>
            <p:cNvSpPr>
              <a:spLocks noGrp="1"/>
            </p:cNvSpPr>
            <p:nvPr/>
          </p:nvSpPr>
          <p:spPr>
            <a:xfrm>
              <a:off x="345567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4" name="multi_scale_tokens__0163">
              <a:extLst>
                <a:ext uri="{FF2B5EF4-FFF2-40B4-BE49-F238E27FC236}">
                  <a16:creationId xmlns:a16="http://schemas.microsoft.com/office/drawing/2014/main" id="{A96BDEBE-93E3-41B3-82FB-76DD7A1F9EE0}"/>
                </a:ext>
              </a:extLst>
            </p:cNvPr>
            <p:cNvSpPr>
              <a:spLocks noGrp="1"/>
            </p:cNvSpPr>
            <p:nvPr/>
          </p:nvSpPr>
          <p:spPr>
            <a:xfrm>
              <a:off x="352044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5" name="multi_scale_tokens__0164">
              <a:extLst>
                <a:ext uri="{FF2B5EF4-FFF2-40B4-BE49-F238E27FC236}">
                  <a16:creationId xmlns:a16="http://schemas.microsoft.com/office/drawing/2014/main" id="{25A01AD6-4F56-42DE-A179-BD676D8F33D3}"/>
                </a:ext>
              </a:extLst>
            </p:cNvPr>
            <p:cNvSpPr>
              <a:spLocks noGrp="1"/>
            </p:cNvSpPr>
            <p:nvPr/>
          </p:nvSpPr>
          <p:spPr>
            <a:xfrm>
              <a:off x="358521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6" name="multi_scale_tokens__0165">
              <a:extLst>
                <a:ext uri="{FF2B5EF4-FFF2-40B4-BE49-F238E27FC236}">
                  <a16:creationId xmlns:a16="http://schemas.microsoft.com/office/drawing/2014/main" id="{5BF9DE63-A9A8-4C05-BF08-9A5CC56FB1A1}"/>
                </a:ext>
              </a:extLst>
            </p:cNvPr>
            <p:cNvSpPr>
              <a:spLocks noGrp="1"/>
            </p:cNvSpPr>
            <p:nvPr/>
          </p:nvSpPr>
          <p:spPr>
            <a:xfrm>
              <a:off x="364998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7" name="multi_scale_tokens__0166">
              <a:extLst>
                <a:ext uri="{FF2B5EF4-FFF2-40B4-BE49-F238E27FC236}">
                  <a16:creationId xmlns:a16="http://schemas.microsoft.com/office/drawing/2014/main" id="{767347C1-1246-4639-8B81-78D064974AF1}"/>
                </a:ext>
              </a:extLst>
            </p:cNvPr>
            <p:cNvSpPr>
              <a:spLocks noGrp="1"/>
            </p:cNvSpPr>
            <p:nvPr/>
          </p:nvSpPr>
          <p:spPr>
            <a:xfrm>
              <a:off x="371475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8" name="multi_scale_tokens__0167">
              <a:extLst>
                <a:ext uri="{FF2B5EF4-FFF2-40B4-BE49-F238E27FC236}">
                  <a16:creationId xmlns:a16="http://schemas.microsoft.com/office/drawing/2014/main" id="{E2B89654-DC00-43B7-81C1-941EEB46C338}"/>
                </a:ext>
              </a:extLst>
            </p:cNvPr>
            <p:cNvSpPr>
              <a:spLocks noGrp="1"/>
            </p:cNvSpPr>
            <p:nvPr/>
          </p:nvSpPr>
          <p:spPr>
            <a:xfrm>
              <a:off x="3779520" y="3265170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79" name="multi_scale_tokens__0168">
              <a:extLst>
                <a:ext uri="{FF2B5EF4-FFF2-40B4-BE49-F238E27FC236}">
                  <a16:creationId xmlns:a16="http://schemas.microsoft.com/office/drawing/2014/main" id="{AEDC556A-AE16-4864-96D6-C8D00EE677BF}"/>
                </a:ext>
              </a:extLst>
            </p:cNvPr>
            <p:cNvSpPr>
              <a:spLocks noGrp="1"/>
            </p:cNvSpPr>
            <p:nvPr/>
          </p:nvSpPr>
          <p:spPr>
            <a:xfrm>
              <a:off x="300037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0" name="multi_scale_tokens__0169">
              <a:extLst>
                <a:ext uri="{FF2B5EF4-FFF2-40B4-BE49-F238E27FC236}">
                  <a16:creationId xmlns:a16="http://schemas.microsoft.com/office/drawing/2014/main" id="{2DBA78B1-683D-4081-B5C5-05EB6B81CE42}"/>
                </a:ext>
              </a:extLst>
            </p:cNvPr>
            <p:cNvSpPr>
              <a:spLocks noGrp="1"/>
            </p:cNvSpPr>
            <p:nvPr/>
          </p:nvSpPr>
          <p:spPr>
            <a:xfrm>
              <a:off x="306514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1" name="multi_scale_tokens__0170">
              <a:extLst>
                <a:ext uri="{FF2B5EF4-FFF2-40B4-BE49-F238E27FC236}">
                  <a16:creationId xmlns:a16="http://schemas.microsoft.com/office/drawing/2014/main" id="{2280EB97-ED75-4959-8D40-53444BFF212F}"/>
                </a:ext>
              </a:extLst>
            </p:cNvPr>
            <p:cNvSpPr>
              <a:spLocks noGrp="1"/>
            </p:cNvSpPr>
            <p:nvPr/>
          </p:nvSpPr>
          <p:spPr>
            <a:xfrm>
              <a:off x="312991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2" name="multi_scale_tokens__0171">
              <a:extLst>
                <a:ext uri="{FF2B5EF4-FFF2-40B4-BE49-F238E27FC236}">
                  <a16:creationId xmlns:a16="http://schemas.microsoft.com/office/drawing/2014/main" id="{3BE64EE6-95A7-4B9D-87A8-EC693D1FF2B4}"/>
                </a:ext>
              </a:extLst>
            </p:cNvPr>
            <p:cNvSpPr>
              <a:spLocks noGrp="1"/>
            </p:cNvSpPr>
            <p:nvPr/>
          </p:nvSpPr>
          <p:spPr>
            <a:xfrm>
              <a:off x="319468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3" name="multi_scale_tokens__0172">
              <a:extLst>
                <a:ext uri="{FF2B5EF4-FFF2-40B4-BE49-F238E27FC236}">
                  <a16:creationId xmlns:a16="http://schemas.microsoft.com/office/drawing/2014/main" id="{D6FDC027-1412-44D3-AAD4-9A1A874CE4B5}"/>
                </a:ext>
              </a:extLst>
            </p:cNvPr>
            <p:cNvSpPr>
              <a:spLocks noGrp="1"/>
            </p:cNvSpPr>
            <p:nvPr/>
          </p:nvSpPr>
          <p:spPr>
            <a:xfrm>
              <a:off x="325945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4" name="multi_scale_tokens__0173">
              <a:extLst>
                <a:ext uri="{FF2B5EF4-FFF2-40B4-BE49-F238E27FC236}">
                  <a16:creationId xmlns:a16="http://schemas.microsoft.com/office/drawing/2014/main" id="{64514F49-1A55-4464-A3E5-DE7016C86CF3}"/>
                </a:ext>
              </a:extLst>
            </p:cNvPr>
            <p:cNvSpPr>
              <a:spLocks noGrp="1"/>
            </p:cNvSpPr>
            <p:nvPr/>
          </p:nvSpPr>
          <p:spPr>
            <a:xfrm>
              <a:off x="332422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5" name="multi_scale_tokens__0174">
              <a:extLst>
                <a:ext uri="{FF2B5EF4-FFF2-40B4-BE49-F238E27FC236}">
                  <a16:creationId xmlns:a16="http://schemas.microsoft.com/office/drawing/2014/main" id="{59CC45CD-1D1B-4C6E-BD0E-4D22636D1D51}"/>
                </a:ext>
              </a:extLst>
            </p:cNvPr>
            <p:cNvSpPr>
              <a:spLocks noGrp="1"/>
            </p:cNvSpPr>
            <p:nvPr/>
          </p:nvSpPr>
          <p:spPr>
            <a:xfrm>
              <a:off x="338899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6" name="multi_scale_tokens__0175">
              <a:extLst>
                <a:ext uri="{FF2B5EF4-FFF2-40B4-BE49-F238E27FC236}">
                  <a16:creationId xmlns:a16="http://schemas.microsoft.com/office/drawing/2014/main" id="{60493883-ACC9-4AA7-AC6E-0179365C00E7}"/>
                </a:ext>
              </a:extLst>
            </p:cNvPr>
            <p:cNvSpPr>
              <a:spLocks noGrp="1"/>
            </p:cNvSpPr>
            <p:nvPr/>
          </p:nvSpPr>
          <p:spPr>
            <a:xfrm>
              <a:off x="345376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7" name="multi_scale_tokens__0176">
              <a:extLst>
                <a:ext uri="{FF2B5EF4-FFF2-40B4-BE49-F238E27FC236}">
                  <a16:creationId xmlns:a16="http://schemas.microsoft.com/office/drawing/2014/main" id="{12DACB19-2039-43B9-BD95-D750E48D0403}"/>
                </a:ext>
              </a:extLst>
            </p:cNvPr>
            <p:cNvSpPr>
              <a:spLocks noGrp="1"/>
            </p:cNvSpPr>
            <p:nvPr/>
          </p:nvSpPr>
          <p:spPr>
            <a:xfrm>
              <a:off x="351853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8" name="multi_scale_tokens__0177">
              <a:extLst>
                <a:ext uri="{FF2B5EF4-FFF2-40B4-BE49-F238E27FC236}">
                  <a16:creationId xmlns:a16="http://schemas.microsoft.com/office/drawing/2014/main" id="{353B9917-EE3D-45F0-8A30-3460EA0E2769}"/>
                </a:ext>
              </a:extLst>
            </p:cNvPr>
            <p:cNvSpPr>
              <a:spLocks noGrp="1"/>
            </p:cNvSpPr>
            <p:nvPr/>
          </p:nvSpPr>
          <p:spPr>
            <a:xfrm>
              <a:off x="358330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89" name="multi_scale_tokens__0178">
              <a:extLst>
                <a:ext uri="{FF2B5EF4-FFF2-40B4-BE49-F238E27FC236}">
                  <a16:creationId xmlns:a16="http://schemas.microsoft.com/office/drawing/2014/main" id="{0BC52A84-C19F-464D-979E-499A94D08226}"/>
                </a:ext>
              </a:extLst>
            </p:cNvPr>
            <p:cNvSpPr>
              <a:spLocks noGrp="1"/>
            </p:cNvSpPr>
            <p:nvPr/>
          </p:nvSpPr>
          <p:spPr>
            <a:xfrm>
              <a:off x="364807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0" name="multi_scale_tokens__0179">
              <a:extLst>
                <a:ext uri="{FF2B5EF4-FFF2-40B4-BE49-F238E27FC236}">
                  <a16:creationId xmlns:a16="http://schemas.microsoft.com/office/drawing/2014/main" id="{7573117F-1213-4F1C-A4D1-6C6F123ADDE5}"/>
                </a:ext>
              </a:extLst>
            </p:cNvPr>
            <p:cNvSpPr>
              <a:spLocks noGrp="1"/>
            </p:cNvSpPr>
            <p:nvPr/>
          </p:nvSpPr>
          <p:spPr>
            <a:xfrm>
              <a:off x="371284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1" name="multi_scale_tokens__0180">
              <a:extLst>
                <a:ext uri="{FF2B5EF4-FFF2-40B4-BE49-F238E27FC236}">
                  <a16:creationId xmlns:a16="http://schemas.microsoft.com/office/drawing/2014/main" id="{3D8BCB61-5BBF-4A54-8EC9-35F761A4D378}"/>
                </a:ext>
              </a:extLst>
            </p:cNvPr>
            <p:cNvSpPr>
              <a:spLocks noGrp="1"/>
            </p:cNvSpPr>
            <p:nvPr/>
          </p:nvSpPr>
          <p:spPr>
            <a:xfrm>
              <a:off x="377761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2" name="multi_scale_tokens__0181">
              <a:extLst>
                <a:ext uri="{FF2B5EF4-FFF2-40B4-BE49-F238E27FC236}">
                  <a16:creationId xmlns:a16="http://schemas.microsoft.com/office/drawing/2014/main" id="{CFB41742-C81F-4FCB-A202-E11487BBFA6D}"/>
                </a:ext>
              </a:extLst>
            </p:cNvPr>
            <p:cNvSpPr>
              <a:spLocks noGrp="1"/>
            </p:cNvSpPr>
            <p:nvPr/>
          </p:nvSpPr>
          <p:spPr>
            <a:xfrm>
              <a:off x="3842385" y="330517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3" name="multi_scale_tokens__0182">
              <a:extLst>
                <a:ext uri="{FF2B5EF4-FFF2-40B4-BE49-F238E27FC236}">
                  <a16:creationId xmlns:a16="http://schemas.microsoft.com/office/drawing/2014/main" id="{C2A6B08C-3BF5-457E-B4C2-D9C56E4B829B}"/>
                </a:ext>
              </a:extLst>
            </p:cNvPr>
            <p:cNvSpPr>
              <a:spLocks noGrp="1"/>
            </p:cNvSpPr>
            <p:nvPr/>
          </p:nvSpPr>
          <p:spPr>
            <a:xfrm>
              <a:off x="300037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4" name="multi_scale_tokens__0183">
              <a:extLst>
                <a:ext uri="{FF2B5EF4-FFF2-40B4-BE49-F238E27FC236}">
                  <a16:creationId xmlns:a16="http://schemas.microsoft.com/office/drawing/2014/main" id="{48A9D739-8F5E-48F2-9DB4-57A8E110F730}"/>
                </a:ext>
              </a:extLst>
            </p:cNvPr>
            <p:cNvSpPr>
              <a:spLocks noGrp="1"/>
            </p:cNvSpPr>
            <p:nvPr/>
          </p:nvSpPr>
          <p:spPr>
            <a:xfrm>
              <a:off x="306514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5" name="multi_scale_tokens__0184">
              <a:extLst>
                <a:ext uri="{FF2B5EF4-FFF2-40B4-BE49-F238E27FC236}">
                  <a16:creationId xmlns:a16="http://schemas.microsoft.com/office/drawing/2014/main" id="{266F7019-0A84-4790-9344-51ECEF04D960}"/>
                </a:ext>
              </a:extLst>
            </p:cNvPr>
            <p:cNvSpPr>
              <a:spLocks noGrp="1"/>
            </p:cNvSpPr>
            <p:nvPr/>
          </p:nvSpPr>
          <p:spPr>
            <a:xfrm>
              <a:off x="312991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6" name="multi_scale_tokens__0185">
              <a:extLst>
                <a:ext uri="{FF2B5EF4-FFF2-40B4-BE49-F238E27FC236}">
                  <a16:creationId xmlns:a16="http://schemas.microsoft.com/office/drawing/2014/main" id="{B8F03A6C-A025-414C-934F-F867BDAA633D}"/>
                </a:ext>
              </a:extLst>
            </p:cNvPr>
            <p:cNvSpPr>
              <a:spLocks noGrp="1"/>
            </p:cNvSpPr>
            <p:nvPr/>
          </p:nvSpPr>
          <p:spPr>
            <a:xfrm>
              <a:off x="319468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7" name="multi_scale_tokens__0186">
              <a:extLst>
                <a:ext uri="{FF2B5EF4-FFF2-40B4-BE49-F238E27FC236}">
                  <a16:creationId xmlns:a16="http://schemas.microsoft.com/office/drawing/2014/main" id="{F2AA9AFA-B0E5-4E1F-AB82-27E4F53BAD81}"/>
                </a:ext>
              </a:extLst>
            </p:cNvPr>
            <p:cNvSpPr>
              <a:spLocks noGrp="1"/>
            </p:cNvSpPr>
            <p:nvPr/>
          </p:nvSpPr>
          <p:spPr>
            <a:xfrm>
              <a:off x="325945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8" name="multi_scale_tokens__0187">
              <a:extLst>
                <a:ext uri="{FF2B5EF4-FFF2-40B4-BE49-F238E27FC236}">
                  <a16:creationId xmlns:a16="http://schemas.microsoft.com/office/drawing/2014/main" id="{0076FEBC-1712-4E96-A20C-5AB9BA237DC5}"/>
                </a:ext>
              </a:extLst>
            </p:cNvPr>
            <p:cNvSpPr>
              <a:spLocks noGrp="1"/>
            </p:cNvSpPr>
            <p:nvPr/>
          </p:nvSpPr>
          <p:spPr>
            <a:xfrm>
              <a:off x="332422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199" name="multi_scale_tokens__0188">
              <a:extLst>
                <a:ext uri="{FF2B5EF4-FFF2-40B4-BE49-F238E27FC236}">
                  <a16:creationId xmlns:a16="http://schemas.microsoft.com/office/drawing/2014/main" id="{E2263BAB-CE65-4F25-8DF1-7F5172258642}"/>
                </a:ext>
              </a:extLst>
            </p:cNvPr>
            <p:cNvSpPr>
              <a:spLocks noGrp="1"/>
            </p:cNvSpPr>
            <p:nvPr/>
          </p:nvSpPr>
          <p:spPr>
            <a:xfrm>
              <a:off x="338899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200" name="multi_scale_tokens__0189">
              <a:extLst>
                <a:ext uri="{FF2B5EF4-FFF2-40B4-BE49-F238E27FC236}">
                  <a16:creationId xmlns:a16="http://schemas.microsoft.com/office/drawing/2014/main" id="{7B47DC27-A3F1-40B3-A9AD-98EC5C70B4EB}"/>
                </a:ext>
              </a:extLst>
            </p:cNvPr>
            <p:cNvSpPr>
              <a:spLocks noGrp="1"/>
            </p:cNvSpPr>
            <p:nvPr/>
          </p:nvSpPr>
          <p:spPr>
            <a:xfrm>
              <a:off x="345376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201" name="multi_scale_tokens__0190">
              <a:extLst>
                <a:ext uri="{FF2B5EF4-FFF2-40B4-BE49-F238E27FC236}">
                  <a16:creationId xmlns:a16="http://schemas.microsoft.com/office/drawing/2014/main" id="{DD839B12-99D4-47A0-8C05-1A7A2C0377AB}"/>
                </a:ext>
              </a:extLst>
            </p:cNvPr>
            <p:cNvSpPr>
              <a:spLocks noGrp="1"/>
            </p:cNvSpPr>
            <p:nvPr/>
          </p:nvSpPr>
          <p:spPr>
            <a:xfrm>
              <a:off x="351853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202" name="multi_scale_tokens__0191">
              <a:extLst>
                <a:ext uri="{FF2B5EF4-FFF2-40B4-BE49-F238E27FC236}">
                  <a16:creationId xmlns:a16="http://schemas.microsoft.com/office/drawing/2014/main" id="{54F4D219-1B5C-4AA1-B091-8CF3DDCBD4CA}"/>
                </a:ext>
              </a:extLst>
            </p:cNvPr>
            <p:cNvSpPr>
              <a:spLocks noGrp="1"/>
            </p:cNvSpPr>
            <p:nvPr/>
          </p:nvSpPr>
          <p:spPr>
            <a:xfrm>
              <a:off x="358330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203" name="multi_scale_tokens__0192">
              <a:extLst>
                <a:ext uri="{FF2B5EF4-FFF2-40B4-BE49-F238E27FC236}">
                  <a16:creationId xmlns:a16="http://schemas.microsoft.com/office/drawing/2014/main" id="{0A4457BA-C14F-424B-BCC3-8319C8A0E5EC}"/>
                </a:ext>
              </a:extLst>
            </p:cNvPr>
            <p:cNvSpPr>
              <a:spLocks noGrp="1"/>
            </p:cNvSpPr>
            <p:nvPr/>
          </p:nvSpPr>
          <p:spPr>
            <a:xfrm>
              <a:off x="364807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204" name="multi_scale_tokens__0193">
              <a:extLst>
                <a:ext uri="{FF2B5EF4-FFF2-40B4-BE49-F238E27FC236}">
                  <a16:creationId xmlns:a16="http://schemas.microsoft.com/office/drawing/2014/main" id="{59B9547C-EA2D-414B-AF17-D8750325806F}"/>
                </a:ext>
              </a:extLst>
            </p:cNvPr>
            <p:cNvSpPr>
              <a:spLocks noGrp="1"/>
            </p:cNvSpPr>
            <p:nvPr/>
          </p:nvSpPr>
          <p:spPr>
            <a:xfrm>
              <a:off x="371284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205" name="multi_scale_tokens__0194">
              <a:extLst>
                <a:ext uri="{FF2B5EF4-FFF2-40B4-BE49-F238E27FC236}">
                  <a16:creationId xmlns:a16="http://schemas.microsoft.com/office/drawing/2014/main" id="{21E1F7C3-5B15-4224-97F1-536F6E267746}"/>
                </a:ext>
              </a:extLst>
            </p:cNvPr>
            <p:cNvSpPr>
              <a:spLocks noGrp="1"/>
            </p:cNvSpPr>
            <p:nvPr/>
          </p:nvSpPr>
          <p:spPr>
            <a:xfrm>
              <a:off x="377761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206" name="multi_scale_tokens__0195">
              <a:extLst>
                <a:ext uri="{FF2B5EF4-FFF2-40B4-BE49-F238E27FC236}">
                  <a16:creationId xmlns:a16="http://schemas.microsoft.com/office/drawing/2014/main" id="{D919B335-469A-4C71-98D8-5B569652645C}"/>
                </a:ext>
              </a:extLst>
            </p:cNvPr>
            <p:cNvSpPr>
              <a:spLocks noGrp="1"/>
            </p:cNvSpPr>
            <p:nvPr/>
          </p:nvSpPr>
          <p:spPr>
            <a:xfrm>
              <a:off x="3842385" y="3369945"/>
              <a:ext cx="64770" cy="64770"/>
            </a:xfrm>
            <a:prstGeom prst="rect">
              <a:avLst/>
            </a:prstGeom>
            <a:solidFill>
              <a:srgbClr val="D5EDB9"/>
            </a:solidFill>
            <a:ln w="7144">
              <a:solidFill>
                <a:srgbClr val="56853E"/>
              </a:solidFill>
              <a:prstDash val="solid"/>
            </a:ln>
          </p:spPr>
        </p:sp>
        <p:sp>
          <p:nvSpPr>
            <p:cNvPr id="207" name="multi_scale_tokens__0196">
              <a:extLst>
                <a:ext uri="{FF2B5EF4-FFF2-40B4-BE49-F238E27FC236}">
                  <a16:creationId xmlns:a16="http://schemas.microsoft.com/office/drawing/2014/main" id="{2E087F63-B4FD-4C1E-A674-1F1DC532AC63}"/>
                </a:ext>
              </a:extLst>
            </p:cNvPr>
            <p:cNvSpPr>
              <a:spLocks noGrp="1"/>
            </p:cNvSpPr>
            <p:nvPr/>
          </p:nvSpPr>
          <p:spPr>
            <a:xfrm>
              <a:off x="3314700" y="3429000"/>
              <a:ext cx="276225" cy="20240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75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75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⋮</a:t>
              </a:r>
            </a:p>
          </p:txBody>
        </p:sp>
        <p:sp>
          <p:nvSpPr>
            <p:cNvPr id="208" name="multi_scale_tokens__0197">
              <a:extLst>
                <a:ext uri="{FF2B5EF4-FFF2-40B4-BE49-F238E27FC236}">
                  <a16:creationId xmlns:a16="http://schemas.microsoft.com/office/drawing/2014/main" id="{041DBCE0-6782-4169-8AEB-571C4EA08AFF}"/>
                </a:ext>
              </a:extLst>
            </p:cNvPr>
            <p:cNvSpPr>
              <a:spLocks noGrp="1"/>
            </p:cNvSpPr>
            <p:nvPr/>
          </p:nvSpPr>
          <p:spPr>
            <a:xfrm>
              <a:off x="2990850" y="3552825"/>
              <a:ext cx="9048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s₁₀ = 16</a:t>
              </a:r>
            </a:p>
          </p:txBody>
        </p:sp>
        <p:sp>
          <p:nvSpPr>
            <p:cNvPr id="209" name="multi_scale_tokens__0198">
              <a:extLst>
                <a:ext uri="{FF2B5EF4-FFF2-40B4-BE49-F238E27FC236}">
                  <a16:creationId xmlns:a16="http://schemas.microsoft.com/office/drawing/2014/main" id="{962ADB3C-FA0F-4671-A167-BC3E13493933}"/>
                </a:ext>
              </a:extLst>
            </p:cNvPr>
            <p:cNvSpPr>
              <a:spLocks noGrp="1"/>
            </p:cNvSpPr>
            <p:nvPr/>
          </p:nvSpPr>
          <p:spPr>
            <a:xfrm>
              <a:off x="3981450" y="2628900"/>
              <a:ext cx="200025" cy="95"/>
            </a:xfrm>
            <a:custGeom>
              <a:avLst/>
              <a:gdLst/>
              <a:ahLst/>
              <a:cxnLst/>
              <a:rect l="0" t="0" r="0" b="0"/>
              <a:pathLst>
                <a:path w="200025" h="95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4288">
              <a:solidFill>
                <a:srgbClr val="050B0C"/>
              </a:solidFill>
              <a:prstDash val="solid"/>
            </a:ln>
          </p:spPr>
        </p:sp>
        <p:sp>
          <p:nvSpPr>
            <p:cNvPr id="210" name="multi_scale_tokens__0198_arrowEnd">
              <a:extLst>
                <a:ext uri="{FF2B5EF4-FFF2-40B4-BE49-F238E27FC236}">
                  <a16:creationId xmlns:a16="http://schemas.microsoft.com/office/drawing/2014/main" id="{D338E9AE-766D-4ED8-861E-8832BD0C899B}"/>
                </a:ext>
              </a:extLst>
            </p:cNvPr>
            <p:cNvSpPr>
              <a:spLocks noGrp="1"/>
            </p:cNvSpPr>
            <p:nvPr/>
          </p:nvSpPr>
          <p:spPr>
            <a:xfrm>
              <a:off x="4098608" y="2590781"/>
              <a:ext cx="82867" cy="76238"/>
            </a:xfrm>
            <a:custGeom>
              <a:avLst/>
              <a:gdLst/>
              <a:ahLst/>
              <a:cxnLst/>
              <a:rect l="0" t="0" r="0" b="0"/>
              <a:pathLst>
                <a:path w="82867" h="76238">
                  <a:moveTo>
                    <a:pt x="82867" y="38119"/>
                  </a:moveTo>
                  <a:lnTo>
                    <a:pt x="0" y="76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grpSp>
        <p:nvGrpSpPr>
          <p:cNvPr id="1679" name="frame_assembly__group_segment_12"/>
          <p:cNvGrpSpPr/>
          <p:nvPr/>
        </p:nvGrpSpPr>
        <p:grpSpPr>
          <a:xfrm>
            <a:off x="9667875" y="1633538"/>
            <a:ext cx="942976" cy="2124075"/>
            <a:chOff x="9667875" y="1633538"/>
            <a:chExt cx="942976" cy="2124075"/>
          </a:xfrm>
        </p:grpSpPr>
        <p:sp>
          <p:nvSpPr>
            <p:cNvPr id="261" name="frame_assembly__0237">
              <a:extLst>
                <a:ext uri="{FF2B5EF4-FFF2-40B4-BE49-F238E27FC236}">
                  <a16:creationId xmlns:a16="http://schemas.microsoft.com/office/drawing/2014/main" id="{9E31A1F4-FCFC-4CED-8858-62DB83DBDB9C}"/>
                </a:ext>
              </a:extLst>
            </p:cNvPr>
            <p:cNvSpPr>
              <a:spLocks noGrp="1"/>
            </p:cNvSpPr>
            <p:nvPr/>
          </p:nvSpPr>
          <p:spPr>
            <a:xfrm>
              <a:off x="9801225" y="1633538"/>
              <a:ext cx="676275" cy="2124075"/>
            </a:xfrm>
            <a:prstGeom prst="roundRect">
              <a:avLst>
                <a:gd name="adj" fmla="val 4225"/>
              </a:avLst>
            </a:prstGeom>
            <a:solidFill>
              <a:srgbClr val="E1E8F0"/>
            </a:solidFill>
            <a:ln w="11430">
              <a:solidFill>
                <a:srgbClr val="174777"/>
              </a:solidFill>
              <a:prstDash val="solid"/>
            </a:ln>
          </p:spPr>
        </p:sp>
        <p:sp>
          <p:nvSpPr>
            <p:cNvPr id="262" name="frame_assembly__0238_line1">
              <a:extLst>
                <a:ext uri="{FF2B5EF4-FFF2-40B4-BE49-F238E27FC236}">
                  <a16:creationId xmlns:a16="http://schemas.microsoft.com/office/drawing/2014/main" id="{856806FD-2165-4BF6-ADD0-6A63550CFB50}"/>
                </a:ext>
              </a:extLst>
            </p:cNvPr>
            <p:cNvSpPr>
              <a:spLocks noGrp="1"/>
            </p:cNvSpPr>
            <p:nvPr/>
          </p:nvSpPr>
          <p:spPr>
            <a:xfrm>
              <a:off x="9839325" y="2524125"/>
              <a:ext cx="6000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 dirty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Frame</a:t>
              </a:r>
            </a:p>
          </p:txBody>
        </p:sp>
        <p:sp>
          <p:nvSpPr>
            <p:cNvPr id="263" name="frame_assembly__0238_line2">
              <a:extLst>
                <a:ext uri="{FF2B5EF4-FFF2-40B4-BE49-F238E27FC236}">
                  <a16:creationId xmlns:a16="http://schemas.microsoft.com/office/drawing/2014/main" id="{B96120CE-4147-4584-8544-66DA0B8B0195}"/>
                </a:ext>
              </a:extLst>
            </p:cNvPr>
            <p:cNvSpPr>
              <a:spLocks noGrp="1"/>
            </p:cNvSpPr>
            <p:nvPr/>
          </p:nvSpPr>
          <p:spPr>
            <a:xfrm>
              <a:off x="9839325" y="2699385"/>
              <a:ext cx="6000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assembly</a:t>
              </a:r>
            </a:p>
          </p:txBody>
        </p:sp>
        <p:sp>
          <p:nvSpPr>
            <p:cNvPr id="264" name="frame_assembly__0239">
              <a:extLst>
                <a:ext uri="{FF2B5EF4-FFF2-40B4-BE49-F238E27FC236}">
                  <a16:creationId xmlns:a16="http://schemas.microsoft.com/office/drawing/2014/main" id="{D72AC8AF-B24D-43D3-B8AC-0CFE78C9695F}"/>
                </a:ext>
              </a:extLst>
            </p:cNvPr>
            <p:cNvSpPr>
              <a:spLocks noGrp="1"/>
            </p:cNvSpPr>
            <p:nvPr/>
          </p:nvSpPr>
          <p:spPr>
            <a:xfrm>
              <a:off x="10477500" y="2628900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050B0C"/>
              </a:solidFill>
              <a:prstDash val="solid"/>
            </a:ln>
          </p:spPr>
        </p:sp>
        <p:sp>
          <p:nvSpPr>
            <p:cNvPr id="265" name="frame_assembly__0239_arrowEnd">
              <a:extLst>
                <a:ext uri="{FF2B5EF4-FFF2-40B4-BE49-F238E27FC236}">
                  <a16:creationId xmlns:a16="http://schemas.microsoft.com/office/drawing/2014/main" id="{CB66D076-2D30-4F0C-A2BE-9513887B3E63}"/>
                </a:ext>
              </a:extLst>
            </p:cNvPr>
            <p:cNvSpPr>
              <a:spLocks noGrp="1"/>
            </p:cNvSpPr>
            <p:nvPr/>
          </p:nvSpPr>
          <p:spPr>
            <a:xfrm>
              <a:off x="10527983" y="2590781"/>
              <a:ext cx="82868" cy="76238"/>
            </a:xfrm>
            <a:custGeom>
              <a:avLst/>
              <a:gdLst/>
              <a:ahLst/>
              <a:cxnLst/>
              <a:rect l="0" t="0" r="0" b="0"/>
              <a:pathLst>
                <a:path w="82868" h="76238">
                  <a:moveTo>
                    <a:pt x="82868" y="38119"/>
                  </a:moveTo>
                  <a:lnTo>
                    <a:pt x="0" y="76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grpSp>
        <p:nvGrpSpPr>
          <p:cNvPr id="1680" name="awgn_channel__group_segment_13"/>
          <p:cNvGrpSpPr/>
          <p:nvPr/>
        </p:nvGrpSpPr>
        <p:grpSpPr>
          <a:xfrm>
            <a:off x="10610850" y="2024063"/>
            <a:ext cx="1000126" cy="1733550"/>
            <a:chOff x="10610850" y="2024063"/>
            <a:chExt cx="1000126" cy="1733550"/>
          </a:xfrm>
        </p:grpSpPr>
        <p:sp>
          <p:nvSpPr>
            <p:cNvPr id="266" name="awgn_channel__0240">
              <a:extLst>
                <a:ext uri="{FF2B5EF4-FFF2-40B4-BE49-F238E27FC236}">
                  <a16:creationId xmlns:a16="http://schemas.microsoft.com/office/drawing/2014/main" id="{8E2D1A6E-6C8E-4469-9B50-2DB7877E0B9B}"/>
                </a:ext>
              </a:extLst>
            </p:cNvPr>
            <p:cNvSpPr>
              <a:spLocks noGrp="1"/>
            </p:cNvSpPr>
            <p:nvPr/>
          </p:nvSpPr>
          <p:spPr>
            <a:xfrm>
              <a:off x="10610850" y="2024063"/>
              <a:ext cx="866775" cy="1733550"/>
            </a:xfrm>
            <a:prstGeom prst="roundRect">
              <a:avLst>
                <a:gd name="adj" fmla="val 3297"/>
              </a:avLst>
            </a:prstGeom>
            <a:solidFill>
              <a:srgbClr val="F0E3FF"/>
            </a:solidFill>
            <a:ln w="11430">
              <a:solidFill>
                <a:srgbClr val="A960FF"/>
              </a:solidFill>
              <a:prstDash val="solid"/>
            </a:ln>
          </p:spPr>
        </p:sp>
        <p:sp>
          <p:nvSpPr>
            <p:cNvPr id="267" name="awgn_channel__0241_line1">
              <a:extLst>
                <a:ext uri="{FF2B5EF4-FFF2-40B4-BE49-F238E27FC236}">
                  <a16:creationId xmlns:a16="http://schemas.microsoft.com/office/drawing/2014/main" id="{3E1D2AFD-15EF-423B-A7F8-48DA54C661CD}"/>
                </a:ext>
              </a:extLst>
            </p:cNvPr>
            <p:cNvSpPr>
              <a:spLocks noGrp="1"/>
            </p:cNvSpPr>
            <p:nvPr/>
          </p:nvSpPr>
          <p:spPr>
            <a:xfrm>
              <a:off x="10648950" y="2095500"/>
              <a:ext cx="790575" cy="18454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AWGN</a:t>
              </a:r>
            </a:p>
          </p:txBody>
        </p:sp>
        <p:sp>
          <p:nvSpPr>
            <p:cNvPr id="268" name="awgn_channel__0241_line2">
              <a:extLst>
                <a:ext uri="{FF2B5EF4-FFF2-40B4-BE49-F238E27FC236}">
                  <a16:creationId xmlns:a16="http://schemas.microsoft.com/office/drawing/2014/main" id="{C0DBB2B1-1FAB-41C9-8C43-9570BF1A75AB}"/>
                </a:ext>
              </a:extLst>
            </p:cNvPr>
            <p:cNvSpPr>
              <a:spLocks noGrp="1"/>
            </p:cNvSpPr>
            <p:nvPr/>
          </p:nvSpPr>
          <p:spPr>
            <a:xfrm>
              <a:off x="10648950" y="2265283"/>
              <a:ext cx="790575" cy="18454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channel</a:t>
              </a:r>
            </a:p>
          </p:txBody>
        </p:sp>
        <p:sp>
          <p:nvSpPr>
            <p:cNvPr id="269" name="awgn_channel__0242">
              <a:extLst>
                <a:ext uri="{FF2B5EF4-FFF2-40B4-BE49-F238E27FC236}">
                  <a16:creationId xmlns:a16="http://schemas.microsoft.com/office/drawing/2014/main" id="{7A904C85-963B-4C3D-9CDC-0D497C0E34D9}"/>
                </a:ext>
              </a:extLst>
            </p:cNvPr>
            <p:cNvSpPr>
              <a:spLocks noGrp="1"/>
            </p:cNvSpPr>
            <p:nvPr/>
          </p:nvSpPr>
          <p:spPr>
            <a:xfrm>
              <a:off x="10648950" y="2476500"/>
              <a:ext cx="790575" cy="170259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73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073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73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(known SNR)</a:t>
              </a:r>
            </a:p>
          </p:txBody>
        </p:sp>
        <p:sp>
          <p:nvSpPr>
            <p:cNvPr id="270" name="awgn_channel__0243">
              <a:extLst>
                <a:ext uri="{FF2B5EF4-FFF2-40B4-BE49-F238E27FC236}">
                  <a16:creationId xmlns:a16="http://schemas.microsoft.com/office/drawing/2014/main" id="{B7805D5A-96D3-41C6-9158-87D97099A5E6}"/>
                </a:ext>
              </a:extLst>
            </p:cNvPr>
            <p:cNvSpPr>
              <a:spLocks noGrp="1"/>
            </p:cNvSpPr>
            <p:nvPr/>
          </p:nvSpPr>
          <p:spPr>
            <a:xfrm>
              <a:off x="10648950" y="2752725"/>
              <a:ext cx="7905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1">
                  <a:solidFill>
                    <a:srgbClr val="161022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1">
                  <a:solidFill>
                    <a:srgbClr val="16102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1">
                  <a:solidFill>
                    <a:srgbClr val="161022"/>
                  </a:solidFill>
                  <a:latin typeface="Times New Roman"/>
                  <a:ea typeface="Times New Roman"/>
                  <a:cs typeface="Times New Roman"/>
                </a:rPr>
                <a:t>y = s + n</a:t>
              </a:r>
            </a:p>
          </p:txBody>
        </p:sp>
        <p:sp>
          <p:nvSpPr>
            <p:cNvPr id="271" name="awgn_channel__0244">
              <a:extLst>
                <a:ext uri="{FF2B5EF4-FFF2-40B4-BE49-F238E27FC236}">
                  <a16:creationId xmlns:a16="http://schemas.microsoft.com/office/drawing/2014/main" id="{84BFBF03-E179-4A72-B1B0-4D448E41D730}"/>
                </a:ext>
              </a:extLst>
            </p:cNvPr>
            <p:cNvSpPr>
              <a:spLocks noGrp="1"/>
            </p:cNvSpPr>
            <p:nvPr/>
          </p:nvSpPr>
          <p:spPr>
            <a:xfrm>
              <a:off x="10925175" y="3200400"/>
              <a:ext cx="238125" cy="419100"/>
            </a:xfrm>
            <a:custGeom>
              <a:avLst/>
              <a:gdLst/>
              <a:ahLst/>
              <a:cxnLst/>
              <a:rect l="0" t="0" r="0" b="0"/>
              <a:pathLst>
                <a:path w="238125" h="419100">
                  <a:moveTo>
                    <a:pt x="0" y="419100"/>
                  </a:moveTo>
                  <a:lnTo>
                    <a:pt x="114300" y="0"/>
                  </a:lnTo>
                  <a:lnTo>
                    <a:pt x="238125" y="419100"/>
                  </a:lnTo>
                  <a:lnTo>
                    <a:pt x="0" y="419100"/>
                  </a:lnTo>
                  <a:lnTo>
                    <a:pt x="190500" y="266700"/>
                  </a:lnTo>
                  <a:lnTo>
                    <a:pt x="47625" y="161925"/>
                  </a:lnTo>
                  <a:lnTo>
                    <a:pt x="152400" y="85725"/>
                  </a:lnTo>
                </a:path>
              </a:pathLst>
            </a:custGeom>
            <a:noFill/>
            <a:ln w="11430">
              <a:solidFill>
                <a:srgbClr val="7143BB"/>
              </a:solidFill>
              <a:prstDash val="solid"/>
            </a:ln>
          </p:spPr>
        </p:sp>
        <p:sp>
          <p:nvSpPr>
            <p:cNvPr id="272" name="awgn_channel__0245">
              <a:extLst>
                <a:ext uri="{FF2B5EF4-FFF2-40B4-BE49-F238E27FC236}">
                  <a16:creationId xmlns:a16="http://schemas.microsoft.com/office/drawing/2014/main" id="{147C8209-F7EC-4EEC-9C83-CFD49F768425}"/>
                </a:ext>
              </a:extLst>
            </p:cNvPr>
            <p:cNvSpPr>
              <a:spLocks noGrp="1"/>
            </p:cNvSpPr>
            <p:nvPr/>
          </p:nvSpPr>
          <p:spPr>
            <a:xfrm>
              <a:off x="10963275" y="3295650"/>
              <a:ext cx="200025" cy="323850"/>
            </a:xfrm>
            <a:custGeom>
              <a:avLst/>
              <a:gdLst/>
              <a:ahLst/>
              <a:cxnLst/>
              <a:rect l="0" t="0" r="0" b="0"/>
              <a:pathLst>
                <a:path w="200025" h="323850">
                  <a:moveTo>
                    <a:pt x="200025" y="323850"/>
                  </a:moveTo>
                  <a:lnTo>
                    <a:pt x="0" y="190500"/>
                  </a:lnTo>
                  <a:lnTo>
                    <a:pt x="142875" y="95250"/>
                  </a:lnTo>
                  <a:lnTo>
                    <a:pt x="47625" y="0"/>
                  </a:lnTo>
                </a:path>
              </a:pathLst>
            </a:custGeom>
            <a:noFill/>
            <a:ln w="11430">
              <a:solidFill>
                <a:srgbClr val="7143BB"/>
              </a:solidFill>
              <a:prstDash val="solid"/>
            </a:ln>
          </p:spPr>
        </p:sp>
        <p:sp>
          <p:nvSpPr>
            <p:cNvPr id="273" name="awgn_channel__0246">
              <a:extLst>
                <a:ext uri="{FF2B5EF4-FFF2-40B4-BE49-F238E27FC236}">
                  <a16:creationId xmlns:a16="http://schemas.microsoft.com/office/drawing/2014/main" id="{545DFE24-4C23-45D7-ADF6-9EC15A2DA36C}"/>
                </a:ext>
              </a:extLst>
            </p:cNvPr>
            <p:cNvSpPr>
              <a:spLocks noGrp="1"/>
            </p:cNvSpPr>
            <p:nvPr/>
          </p:nvSpPr>
          <p:spPr>
            <a:xfrm>
              <a:off x="11039475" y="3067050"/>
              <a:ext cx="95" cy="142875"/>
            </a:xfrm>
            <a:custGeom>
              <a:avLst/>
              <a:gdLst/>
              <a:ahLst/>
              <a:cxnLst/>
              <a:rect l="0" t="0" r="0" b="0"/>
              <a:pathLst>
                <a:path w="95" h="142875">
                  <a:moveTo>
                    <a:pt x="0" y="142875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7143BB"/>
              </a:solidFill>
              <a:prstDash val="solid"/>
            </a:ln>
          </p:spPr>
        </p:sp>
        <p:sp>
          <p:nvSpPr>
            <p:cNvPr id="274" name="awgn_channel__0247">
              <a:extLst>
                <a:ext uri="{FF2B5EF4-FFF2-40B4-BE49-F238E27FC236}">
                  <a16:creationId xmlns:a16="http://schemas.microsoft.com/office/drawing/2014/main" id="{7DF70507-E1BF-4065-8EEF-14865BE66844}"/>
                </a:ext>
              </a:extLst>
            </p:cNvPr>
            <p:cNvSpPr>
              <a:spLocks noGrp="1"/>
            </p:cNvSpPr>
            <p:nvPr/>
          </p:nvSpPr>
          <p:spPr>
            <a:xfrm>
              <a:off x="10915650" y="3057525"/>
              <a:ext cx="257175" cy="180975"/>
            </a:xfrm>
            <a:custGeom>
              <a:avLst/>
              <a:gdLst/>
              <a:ahLst/>
              <a:cxnLst/>
              <a:rect l="0" t="0" r="0" b="0"/>
              <a:pathLst>
                <a:path w="257175" h="180975">
                  <a:moveTo>
                    <a:pt x="123825" y="142875"/>
                  </a:moveTo>
                  <a:lnTo>
                    <a:pt x="0" y="66675"/>
                  </a:lnTo>
                  <a:lnTo>
                    <a:pt x="0" y="0"/>
                  </a:lnTo>
                  <a:lnTo>
                    <a:pt x="123825" y="76200"/>
                  </a:lnTo>
                  <a:lnTo>
                    <a:pt x="257175" y="0"/>
                  </a:lnTo>
                  <a:lnTo>
                    <a:pt x="257175" y="85725"/>
                  </a:lnTo>
                  <a:lnTo>
                    <a:pt x="123825" y="180975"/>
                  </a:lnTo>
                </a:path>
              </a:pathLst>
            </a:custGeom>
            <a:noFill/>
            <a:ln w="11430">
              <a:solidFill>
                <a:srgbClr val="7143BB"/>
              </a:solidFill>
              <a:prstDash val="solid"/>
            </a:ln>
          </p:spPr>
        </p:sp>
        <p:sp>
          <p:nvSpPr>
            <p:cNvPr id="275" name="awgn_channel__0248">
              <a:extLst>
                <a:ext uri="{FF2B5EF4-FFF2-40B4-BE49-F238E27FC236}">
                  <a16:creationId xmlns:a16="http://schemas.microsoft.com/office/drawing/2014/main" id="{7BDCFDC1-91CB-484D-9092-83EBA3278BE8}"/>
                </a:ext>
              </a:extLst>
            </p:cNvPr>
            <p:cNvSpPr>
              <a:spLocks noGrp="1"/>
            </p:cNvSpPr>
            <p:nvPr/>
          </p:nvSpPr>
          <p:spPr>
            <a:xfrm>
              <a:off x="11477625" y="2628900"/>
              <a:ext cx="133350" cy="95"/>
            </a:xfrm>
            <a:custGeom>
              <a:avLst/>
              <a:gdLst/>
              <a:ahLst/>
              <a:cxnLst/>
              <a:rect l="0" t="0" r="0" b="0"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4288">
              <a:solidFill>
                <a:srgbClr val="050B0C"/>
              </a:solidFill>
              <a:prstDash val="solid"/>
            </a:ln>
          </p:spPr>
        </p:sp>
        <p:sp>
          <p:nvSpPr>
            <p:cNvPr id="276" name="awgn_channel__0248_arrowEnd">
              <a:extLst>
                <a:ext uri="{FF2B5EF4-FFF2-40B4-BE49-F238E27FC236}">
                  <a16:creationId xmlns:a16="http://schemas.microsoft.com/office/drawing/2014/main" id="{E242B025-202C-4099-B153-1A10BD373CF8}"/>
                </a:ext>
              </a:extLst>
            </p:cNvPr>
            <p:cNvSpPr>
              <a:spLocks noGrp="1"/>
            </p:cNvSpPr>
            <p:nvPr/>
          </p:nvSpPr>
          <p:spPr>
            <a:xfrm>
              <a:off x="11528108" y="2590781"/>
              <a:ext cx="82868" cy="76238"/>
            </a:xfrm>
            <a:custGeom>
              <a:avLst/>
              <a:gdLst/>
              <a:ahLst/>
              <a:cxnLst/>
              <a:rect l="0" t="0" r="0" b="0"/>
              <a:pathLst>
                <a:path w="82868" h="76238">
                  <a:moveTo>
                    <a:pt x="82868" y="38119"/>
                  </a:moveTo>
                  <a:lnTo>
                    <a:pt x="0" y="76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grpSp>
        <p:nvGrpSpPr>
          <p:cNvPr id="1682" name="received_tokens__group_segment_15"/>
          <p:cNvGrpSpPr/>
          <p:nvPr/>
        </p:nvGrpSpPr>
        <p:grpSpPr>
          <a:xfrm>
            <a:off x="12987338" y="1957388"/>
            <a:ext cx="623887" cy="1381125"/>
            <a:chOff x="12987338" y="1957388"/>
            <a:chExt cx="623887" cy="1381125"/>
          </a:xfrm>
        </p:grpSpPr>
        <p:sp>
          <p:nvSpPr>
            <p:cNvPr id="291" name="received_tokens__0261">
              <a:extLst>
                <a:ext uri="{FF2B5EF4-FFF2-40B4-BE49-F238E27FC236}">
                  <a16:creationId xmlns:a16="http://schemas.microsoft.com/office/drawing/2014/main" id="{AD234C96-CEE6-45A0-94CA-6FDD90A4084E}"/>
                </a:ext>
              </a:extLst>
            </p:cNvPr>
            <p:cNvSpPr>
              <a:spLocks noGrp="1"/>
            </p:cNvSpPr>
            <p:nvPr/>
          </p:nvSpPr>
          <p:spPr>
            <a:xfrm>
              <a:off x="12987338" y="1957388"/>
              <a:ext cx="590550" cy="1381125"/>
            </a:xfrm>
            <a:prstGeom prst="roundRect">
              <a:avLst>
                <a:gd name="adj" fmla="val 4839"/>
              </a:avLst>
            </a:prstGeom>
            <a:solidFill>
              <a:srgbClr val="E3F6FC"/>
            </a:solidFill>
            <a:ln w="10478">
              <a:solidFill>
                <a:srgbClr val="2E6483"/>
              </a:solidFill>
              <a:prstDash val="solid"/>
            </a:ln>
          </p:spPr>
        </p:sp>
        <p:sp>
          <p:nvSpPr>
            <p:cNvPr id="292" name="received_tokens__0262">
              <a:extLst>
                <a:ext uri="{FF2B5EF4-FFF2-40B4-BE49-F238E27FC236}">
                  <a16:creationId xmlns:a16="http://schemas.microsoft.com/office/drawing/2014/main" id="{7753E94E-14CB-4CFF-8542-8B5D21E5F728}"/>
                </a:ext>
              </a:extLst>
            </p:cNvPr>
            <p:cNvSpPr>
              <a:spLocks noGrp="1"/>
            </p:cNvSpPr>
            <p:nvPr/>
          </p:nvSpPr>
          <p:spPr>
            <a:xfrm>
              <a:off x="13020675" y="2305050"/>
              <a:ext cx="523875" cy="581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185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Decoded</a:t>
              </a:r>
            </a:p>
            <a:p>
              <a:pPr algn="ctr"/>
              <a:r>
                <a:rPr sz="1185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token</a:t>
              </a:r>
            </a:p>
            <a:p>
              <a:pPr algn="ctr"/>
              <a:r>
                <a:rPr sz="1185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prefix</a:t>
              </a:r>
            </a:p>
          </p:txBody>
        </p:sp>
        <p:sp>
          <p:nvSpPr>
            <p:cNvPr id="295" name="received_tokens__0265">
              <a:extLst>
                <a:ext uri="{FF2B5EF4-FFF2-40B4-BE49-F238E27FC236}">
                  <a16:creationId xmlns:a16="http://schemas.microsoft.com/office/drawing/2014/main" id="{18FBF634-E95F-4343-B664-BD83711E065D}"/>
                </a:ext>
              </a:extLst>
            </p:cNvPr>
            <p:cNvSpPr>
              <a:spLocks noGrp="1"/>
            </p:cNvSpPr>
            <p:nvPr/>
          </p:nvSpPr>
          <p:spPr>
            <a:xfrm>
              <a:off x="13582650" y="2647950"/>
              <a:ext cx="28575" cy="95"/>
            </a:xfrm>
            <a:custGeom>
              <a:avLst/>
              <a:gdLst/>
              <a:ahLst/>
              <a:cxnLst/>
              <a:rect l="0" t="0" r="0" b="0"/>
              <a:pathLst>
                <a:path w="28575" h="9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1430">
              <a:solidFill>
                <a:srgbClr val="050B0C"/>
              </a:solidFill>
              <a:prstDash val="solid"/>
            </a:ln>
          </p:spPr>
        </p:sp>
        <p:sp>
          <p:nvSpPr>
            <p:cNvPr id="296" name="received_tokens__0265_arrowEnd">
              <a:extLst>
                <a:ext uri="{FF2B5EF4-FFF2-40B4-BE49-F238E27FC236}">
                  <a16:creationId xmlns:a16="http://schemas.microsoft.com/office/drawing/2014/main" id="{7137A2C8-9834-4239-A3D9-74F289D18119}"/>
                </a:ext>
              </a:extLst>
            </p:cNvPr>
            <p:cNvSpPr>
              <a:spLocks noGrp="1"/>
            </p:cNvSpPr>
            <p:nvPr/>
          </p:nvSpPr>
          <p:spPr>
            <a:xfrm>
              <a:off x="13535025" y="2612898"/>
              <a:ext cx="76200" cy="70104"/>
            </a:xfrm>
            <a:custGeom>
              <a:avLst/>
              <a:gdLst/>
              <a:ahLst/>
              <a:cxnLst/>
              <a:rect l="0" t="0" r="0" b="0"/>
              <a:pathLst>
                <a:path w="76200" h="70104">
                  <a:moveTo>
                    <a:pt x="76200" y="35052"/>
                  </a:moveTo>
                  <a:lnTo>
                    <a:pt x="0" y="7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grpSp>
        <p:nvGrpSpPr>
          <p:cNvPr id="1683" name="var_completion__group_segment_16"/>
          <p:cNvGrpSpPr/>
          <p:nvPr/>
        </p:nvGrpSpPr>
        <p:grpSpPr>
          <a:xfrm>
            <a:off x="13611225" y="1957388"/>
            <a:ext cx="619125" cy="1381125"/>
            <a:chOff x="13611225" y="1957388"/>
            <a:chExt cx="619125" cy="1381125"/>
          </a:xfrm>
        </p:grpSpPr>
        <p:sp>
          <p:nvSpPr>
            <p:cNvPr id="297" name="var_completion__0266">
              <a:extLst>
                <a:ext uri="{FF2B5EF4-FFF2-40B4-BE49-F238E27FC236}">
                  <a16:creationId xmlns:a16="http://schemas.microsoft.com/office/drawing/2014/main" id="{D4B6F116-7007-4536-9321-57BEC328221B}"/>
                </a:ext>
              </a:extLst>
            </p:cNvPr>
            <p:cNvSpPr>
              <a:spLocks noGrp="1"/>
            </p:cNvSpPr>
            <p:nvPr/>
          </p:nvSpPr>
          <p:spPr>
            <a:xfrm>
              <a:off x="13611225" y="1957388"/>
              <a:ext cx="585788" cy="1381125"/>
            </a:xfrm>
            <a:prstGeom prst="roundRect">
              <a:avLst>
                <a:gd name="adj" fmla="val 4878"/>
              </a:avLst>
            </a:prstGeom>
            <a:solidFill>
              <a:srgbClr val="E3F6FC"/>
            </a:solidFill>
            <a:ln w="10478">
              <a:solidFill>
                <a:srgbClr val="2E6483"/>
              </a:solidFill>
              <a:prstDash val="solid"/>
            </a:ln>
          </p:spPr>
        </p:sp>
        <p:sp>
          <p:nvSpPr>
            <p:cNvPr id="298" name="var_completion__0267">
              <a:extLst>
                <a:ext uri="{FF2B5EF4-FFF2-40B4-BE49-F238E27FC236}">
                  <a16:creationId xmlns:a16="http://schemas.microsoft.com/office/drawing/2014/main" id="{BF424F98-1120-42DC-9C73-8D343CE62651}"/>
                </a:ext>
              </a:extLst>
            </p:cNvPr>
            <p:cNvSpPr>
              <a:spLocks noGrp="1"/>
            </p:cNvSpPr>
            <p:nvPr/>
          </p:nvSpPr>
          <p:spPr>
            <a:xfrm>
              <a:off x="13639800" y="2276475"/>
              <a:ext cx="523875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VAR</a:t>
              </a:r>
            </a:p>
          </p:txBody>
        </p:sp>
        <p:sp>
          <p:nvSpPr>
            <p:cNvPr id="299" name="var_completion__0268">
              <a:extLst>
                <a:ext uri="{FF2B5EF4-FFF2-40B4-BE49-F238E27FC236}">
                  <a16:creationId xmlns:a16="http://schemas.microsoft.com/office/drawing/2014/main" id="{C2A9A682-8CDE-44BA-8546-2AB618427943}"/>
                </a:ext>
              </a:extLst>
            </p:cNvPr>
            <p:cNvSpPr>
              <a:spLocks noGrp="1"/>
            </p:cNvSpPr>
            <p:nvPr/>
          </p:nvSpPr>
          <p:spPr>
            <a:xfrm>
              <a:off x="13620750" y="2486025"/>
              <a:ext cx="571500" cy="1571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99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99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completion</a:t>
              </a:r>
            </a:p>
          </p:txBody>
        </p:sp>
        <p:sp>
          <p:nvSpPr>
            <p:cNvPr id="300" name="var_completion__0269">
              <a:extLst>
                <a:ext uri="{FF2B5EF4-FFF2-40B4-BE49-F238E27FC236}">
                  <a16:creationId xmlns:a16="http://schemas.microsoft.com/office/drawing/2014/main" id="{58AFD667-8087-49E3-9707-A4503FEE30BB}"/>
                </a:ext>
              </a:extLst>
            </p:cNvPr>
            <p:cNvSpPr>
              <a:spLocks noGrp="1"/>
            </p:cNvSpPr>
            <p:nvPr/>
          </p:nvSpPr>
          <p:spPr>
            <a:xfrm>
              <a:off x="13639800" y="2686050"/>
              <a:ext cx="523875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(frozen)</a:t>
              </a:r>
            </a:p>
          </p:txBody>
        </p:sp>
        <p:sp>
          <p:nvSpPr>
            <p:cNvPr id="301" name="var_completion__0270">
              <a:extLst>
                <a:ext uri="{FF2B5EF4-FFF2-40B4-BE49-F238E27FC236}">
                  <a16:creationId xmlns:a16="http://schemas.microsoft.com/office/drawing/2014/main" id="{290DA9FF-57E2-4509-A910-16236F7A043C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048000"/>
              <a:ext cx="95" cy="76200"/>
            </a:xfrm>
            <a:custGeom>
              <a:avLst/>
              <a:gdLst/>
              <a:ahLst/>
              <a:cxnLst/>
              <a:rect l="0" t="0" r="0" b="0"/>
              <a:pathLst>
                <a:path w="95" h="76200">
                  <a:moveTo>
                    <a:pt x="0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02" name="var_completion__0271">
              <a:extLst>
                <a:ext uri="{FF2B5EF4-FFF2-40B4-BE49-F238E27FC236}">
                  <a16:creationId xmlns:a16="http://schemas.microsoft.com/office/drawing/2014/main" id="{37AFF58F-D954-4E8F-B7BF-612DE409CAB6}"/>
                </a:ext>
              </a:extLst>
            </p:cNvPr>
            <p:cNvSpPr>
              <a:spLocks noGrp="1"/>
            </p:cNvSpPr>
            <p:nvPr/>
          </p:nvSpPr>
          <p:spPr>
            <a:xfrm>
              <a:off x="13889866" y="3086100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16634" y="0"/>
                  </a:moveTo>
                  <a:lnTo>
                    <a:pt x="0" y="12108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03" name="var_completion__0272">
              <a:extLst>
                <a:ext uri="{FF2B5EF4-FFF2-40B4-BE49-F238E27FC236}">
                  <a16:creationId xmlns:a16="http://schemas.microsoft.com/office/drawing/2014/main" id="{9E40EDC4-F326-45BF-90BE-81FC61D5B0F0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086100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0" y="0"/>
                  </a:moveTo>
                  <a:lnTo>
                    <a:pt x="16634" y="12108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04" name="var_completion__0273">
              <a:extLst>
                <a:ext uri="{FF2B5EF4-FFF2-40B4-BE49-F238E27FC236}">
                  <a16:creationId xmlns:a16="http://schemas.microsoft.com/office/drawing/2014/main" id="{FBC33487-6A51-451B-927A-C1CDE985E303}"/>
                </a:ext>
              </a:extLst>
            </p:cNvPr>
            <p:cNvSpPr>
              <a:spLocks noGrp="1"/>
            </p:cNvSpPr>
            <p:nvPr/>
          </p:nvSpPr>
          <p:spPr>
            <a:xfrm>
              <a:off x="13889866" y="3067050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16634" y="0"/>
                  </a:moveTo>
                  <a:lnTo>
                    <a:pt x="0" y="12108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05" name="var_completion__0274">
              <a:extLst>
                <a:ext uri="{FF2B5EF4-FFF2-40B4-BE49-F238E27FC236}">
                  <a16:creationId xmlns:a16="http://schemas.microsoft.com/office/drawing/2014/main" id="{E288A752-8F59-4DA3-9C54-370842BDF1CB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067050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0" y="0"/>
                  </a:moveTo>
                  <a:lnTo>
                    <a:pt x="16634" y="12108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06" name="var_completion__0275">
              <a:extLst>
                <a:ext uri="{FF2B5EF4-FFF2-40B4-BE49-F238E27FC236}">
                  <a16:creationId xmlns:a16="http://schemas.microsoft.com/office/drawing/2014/main" id="{D0F46229-E890-4C2B-9364-BFEBB811CC64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086100"/>
              <a:ext cx="65991" cy="38100"/>
            </a:xfrm>
            <a:custGeom>
              <a:avLst/>
              <a:gdLst/>
              <a:ahLst/>
              <a:cxnLst/>
              <a:rect l="0" t="0" r="0" b="0"/>
              <a:pathLst>
                <a:path w="65991" h="38100">
                  <a:moveTo>
                    <a:pt x="0" y="38100"/>
                  </a:moveTo>
                  <a:lnTo>
                    <a:pt x="65991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07" name="var_completion__0276">
              <a:extLst>
                <a:ext uri="{FF2B5EF4-FFF2-40B4-BE49-F238E27FC236}">
                  <a16:creationId xmlns:a16="http://schemas.microsoft.com/office/drawing/2014/main" id="{00948C91-7688-49AA-81D0-EDF545596230}"/>
                </a:ext>
              </a:extLst>
            </p:cNvPr>
            <p:cNvSpPr>
              <a:spLocks noGrp="1"/>
            </p:cNvSpPr>
            <p:nvPr/>
          </p:nvSpPr>
          <p:spPr>
            <a:xfrm>
              <a:off x="13920693" y="3096798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18803" y="8352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08" name="var_completion__0277">
              <a:extLst>
                <a:ext uri="{FF2B5EF4-FFF2-40B4-BE49-F238E27FC236}">
                  <a16:creationId xmlns:a16="http://schemas.microsoft.com/office/drawing/2014/main" id="{25910293-98BF-4181-8C5F-E34592F09B7A}"/>
                </a:ext>
              </a:extLst>
            </p:cNvPr>
            <p:cNvSpPr>
              <a:spLocks noGrp="1"/>
            </p:cNvSpPr>
            <p:nvPr/>
          </p:nvSpPr>
          <p:spPr>
            <a:xfrm>
              <a:off x="13937327" y="3105150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2169" y="0"/>
                  </a:moveTo>
                  <a:lnTo>
                    <a:pt x="0" y="20459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09" name="var_completion__0278">
              <a:extLst>
                <a:ext uri="{FF2B5EF4-FFF2-40B4-BE49-F238E27FC236}">
                  <a16:creationId xmlns:a16="http://schemas.microsoft.com/office/drawing/2014/main" id="{C616CC2F-2245-4724-9164-90A880FB5B72}"/>
                </a:ext>
              </a:extLst>
            </p:cNvPr>
            <p:cNvSpPr>
              <a:spLocks noGrp="1"/>
            </p:cNvSpPr>
            <p:nvPr/>
          </p:nvSpPr>
          <p:spPr>
            <a:xfrm>
              <a:off x="13937191" y="3087273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18803" y="8352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10" name="var_completion__0279">
              <a:extLst>
                <a:ext uri="{FF2B5EF4-FFF2-40B4-BE49-F238E27FC236}">
                  <a16:creationId xmlns:a16="http://schemas.microsoft.com/office/drawing/2014/main" id="{297E9A2E-80E5-4251-B9EF-EBB9DBF8C8E2}"/>
                </a:ext>
              </a:extLst>
            </p:cNvPr>
            <p:cNvSpPr>
              <a:spLocks noGrp="1"/>
            </p:cNvSpPr>
            <p:nvPr/>
          </p:nvSpPr>
          <p:spPr>
            <a:xfrm>
              <a:off x="13953825" y="3095625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2169" y="0"/>
                  </a:moveTo>
                  <a:lnTo>
                    <a:pt x="0" y="20459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11" name="var_completion__0280">
              <a:extLst>
                <a:ext uri="{FF2B5EF4-FFF2-40B4-BE49-F238E27FC236}">
                  <a16:creationId xmlns:a16="http://schemas.microsoft.com/office/drawing/2014/main" id="{279C3E41-5E6F-4A12-A629-45A1DA8F26D5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124200"/>
              <a:ext cx="65991" cy="38100"/>
            </a:xfrm>
            <a:custGeom>
              <a:avLst/>
              <a:gdLst/>
              <a:ahLst/>
              <a:cxnLst/>
              <a:rect l="0" t="0" r="0" b="0"/>
              <a:pathLst>
                <a:path w="65991" h="38100">
                  <a:moveTo>
                    <a:pt x="0" y="0"/>
                  </a:moveTo>
                  <a:lnTo>
                    <a:pt x="65991" y="3810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12" name="var_completion__0281">
              <a:extLst>
                <a:ext uri="{FF2B5EF4-FFF2-40B4-BE49-F238E27FC236}">
                  <a16:creationId xmlns:a16="http://schemas.microsoft.com/office/drawing/2014/main" id="{83EB6A2B-1147-4998-97C6-B69DC606C4BC}"/>
                </a:ext>
              </a:extLst>
            </p:cNvPr>
            <p:cNvSpPr>
              <a:spLocks noGrp="1"/>
            </p:cNvSpPr>
            <p:nvPr/>
          </p:nvSpPr>
          <p:spPr>
            <a:xfrm>
              <a:off x="13937327" y="3122791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2169" y="20459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13" name="var_completion__0282">
              <a:extLst>
                <a:ext uri="{FF2B5EF4-FFF2-40B4-BE49-F238E27FC236}">
                  <a16:creationId xmlns:a16="http://schemas.microsoft.com/office/drawing/2014/main" id="{B9D262D3-D7A8-438B-917E-D2186148CD56}"/>
                </a:ext>
              </a:extLst>
            </p:cNvPr>
            <p:cNvSpPr>
              <a:spLocks noGrp="1"/>
            </p:cNvSpPr>
            <p:nvPr/>
          </p:nvSpPr>
          <p:spPr>
            <a:xfrm>
              <a:off x="13920693" y="3143250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18803" y="0"/>
                  </a:moveTo>
                  <a:lnTo>
                    <a:pt x="0" y="8352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14" name="var_completion__0283">
              <a:extLst>
                <a:ext uri="{FF2B5EF4-FFF2-40B4-BE49-F238E27FC236}">
                  <a16:creationId xmlns:a16="http://schemas.microsoft.com/office/drawing/2014/main" id="{9A556F69-EAF0-42ED-8DEB-B2DBE8C21890}"/>
                </a:ext>
              </a:extLst>
            </p:cNvPr>
            <p:cNvSpPr>
              <a:spLocks noGrp="1"/>
            </p:cNvSpPr>
            <p:nvPr/>
          </p:nvSpPr>
          <p:spPr>
            <a:xfrm>
              <a:off x="13953825" y="3132316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2169" y="20459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15" name="var_completion__0284">
              <a:extLst>
                <a:ext uri="{FF2B5EF4-FFF2-40B4-BE49-F238E27FC236}">
                  <a16:creationId xmlns:a16="http://schemas.microsoft.com/office/drawing/2014/main" id="{C39EE04A-5E26-4E5D-82BA-B8B91F5C5B06}"/>
                </a:ext>
              </a:extLst>
            </p:cNvPr>
            <p:cNvSpPr>
              <a:spLocks noGrp="1"/>
            </p:cNvSpPr>
            <p:nvPr/>
          </p:nvSpPr>
          <p:spPr>
            <a:xfrm>
              <a:off x="13937191" y="3152775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18803" y="0"/>
                  </a:moveTo>
                  <a:lnTo>
                    <a:pt x="0" y="8352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16" name="var_completion__0285">
              <a:extLst>
                <a:ext uri="{FF2B5EF4-FFF2-40B4-BE49-F238E27FC236}">
                  <a16:creationId xmlns:a16="http://schemas.microsoft.com/office/drawing/2014/main" id="{D7A04CE4-3D76-4A0B-8908-9A208FAE5021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124200"/>
              <a:ext cx="95" cy="76200"/>
            </a:xfrm>
            <a:custGeom>
              <a:avLst/>
              <a:gdLst/>
              <a:ahLst/>
              <a:cxnLst/>
              <a:rect l="0" t="0" r="0" b="0"/>
              <a:pathLst>
                <a:path w="9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17" name="var_completion__0286">
              <a:extLst>
                <a:ext uri="{FF2B5EF4-FFF2-40B4-BE49-F238E27FC236}">
                  <a16:creationId xmlns:a16="http://schemas.microsoft.com/office/drawing/2014/main" id="{5AA595CA-0C77-4C9E-A087-F0AE9EF6F67A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150192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0" y="12108"/>
                  </a:moveTo>
                  <a:lnTo>
                    <a:pt x="16634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18" name="var_completion__0287">
              <a:extLst>
                <a:ext uri="{FF2B5EF4-FFF2-40B4-BE49-F238E27FC236}">
                  <a16:creationId xmlns:a16="http://schemas.microsoft.com/office/drawing/2014/main" id="{B4EDC591-A688-4867-925E-BB9C03DE9B07}"/>
                </a:ext>
              </a:extLst>
            </p:cNvPr>
            <p:cNvSpPr>
              <a:spLocks noGrp="1"/>
            </p:cNvSpPr>
            <p:nvPr/>
          </p:nvSpPr>
          <p:spPr>
            <a:xfrm>
              <a:off x="13889866" y="3150192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16634" y="12108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19" name="var_completion__0288">
              <a:extLst>
                <a:ext uri="{FF2B5EF4-FFF2-40B4-BE49-F238E27FC236}">
                  <a16:creationId xmlns:a16="http://schemas.microsoft.com/office/drawing/2014/main" id="{2B0AB597-C4C2-4C0C-9BE1-5F8E972B99F6}"/>
                </a:ext>
              </a:extLst>
            </p:cNvPr>
            <p:cNvSpPr>
              <a:spLocks noGrp="1"/>
            </p:cNvSpPr>
            <p:nvPr/>
          </p:nvSpPr>
          <p:spPr>
            <a:xfrm>
              <a:off x="13906500" y="3169242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0" y="12108"/>
                  </a:moveTo>
                  <a:lnTo>
                    <a:pt x="16634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20" name="var_completion__0289">
              <a:extLst>
                <a:ext uri="{FF2B5EF4-FFF2-40B4-BE49-F238E27FC236}">
                  <a16:creationId xmlns:a16="http://schemas.microsoft.com/office/drawing/2014/main" id="{95C8DE43-4815-4B7D-B80D-8DA9AB510887}"/>
                </a:ext>
              </a:extLst>
            </p:cNvPr>
            <p:cNvSpPr>
              <a:spLocks noGrp="1"/>
            </p:cNvSpPr>
            <p:nvPr/>
          </p:nvSpPr>
          <p:spPr>
            <a:xfrm>
              <a:off x="13889866" y="3169242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16634" y="12108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21" name="var_completion__0290">
              <a:extLst>
                <a:ext uri="{FF2B5EF4-FFF2-40B4-BE49-F238E27FC236}">
                  <a16:creationId xmlns:a16="http://schemas.microsoft.com/office/drawing/2014/main" id="{F11D7608-4DBA-4753-B4DB-7192B5A08C13}"/>
                </a:ext>
              </a:extLst>
            </p:cNvPr>
            <p:cNvSpPr>
              <a:spLocks noGrp="1"/>
            </p:cNvSpPr>
            <p:nvPr/>
          </p:nvSpPr>
          <p:spPr>
            <a:xfrm>
              <a:off x="13840509" y="3124200"/>
              <a:ext cx="65991" cy="38100"/>
            </a:xfrm>
            <a:custGeom>
              <a:avLst/>
              <a:gdLst/>
              <a:ahLst/>
              <a:cxnLst/>
              <a:rect l="0" t="0" r="0" b="0"/>
              <a:pathLst>
                <a:path w="65991" h="38100">
                  <a:moveTo>
                    <a:pt x="65991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22" name="var_completion__0291">
              <a:extLst>
                <a:ext uri="{FF2B5EF4-FFF2-40B4-BE49-F238E27FC236}">
                  <a16:creationId xmlns:a16="http://schemas.microsoft.com/office/drawing/2014/main" id="{A6BA53D3-D8B5-4867-948F-643571D8D3A3}"/>
                </a:ext>
              </a:extLst>
            </p:cNvPr>
            <p:cNvSpPr>
              <a:spLocks noGrp="1"/>
            </p:cNvSpPr>
            <p:nvPr/>
          </p:nvSpPr>
          <p:spPr>
            <a:xfrm>
              <a:off x="13873504" y="3143250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0" y="0"/>
                  </a:moveTo>
                  <a:lnTo>
                    <a:pt x="18803" y="8352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23" name="var_completion__0292">
              <a:extLst>
                <a:ext uri="{FF2B5EF4-FFF2-40B4-BE49-F238E27FC236}">
                  <a16:creationId xmlns:a16="http://schemas.microsoft.com/office/drawing/2014/main" id="{69392455-600E-4BFB-9344-5947EC681EFA}"/>
                </a:ext>
              </a:extLst>
            </p:cNvPr>
            <p:cNvSpPr>
              <a:spLocks noGrp="1"/>
            </p:cNvSpPr>
            <p:nvPr/>
          </p:nvSpPr>
          <p:spPr>
            <a:xfrm>
              <a:off x="13873504" y="3122791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0" y="20459"/>
                  </a:moveTo>
                  <a:lnTo>
                    <a:pt x="2169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24" name="var_completion__0293">
              <a:extLst>
                <a:ext uri="{FF2B5EF4-FFF2-40B4-BE49-F238E27FC236}">
                  <a16:creationId xmlns:a16="http://schemas.microsoft.com/office/drawing/2014/main" id="{CC89F50C-07DB-4665-8D64-8F9E1BEF38C9}"/>
                </a:ext>
              </a:extLst>
            </p:cNvPr>
            <p:cNvSpPr>
              <a:spLocks noGrp="1"/>
            </p:cNvSpPr>
            <p:nvPr/>
          </p:nvSpPr>
          <p:spPr>
            <a:xfrm>
              <a:off x="13857007" y="3152775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0" y="0"/>
                  </a:moveTo>
                  <a:lnTo>
                    <a:pt x="18803" y="8352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25" name="var_completion__0294">
              <a:extLst>
                <a:ext uri="{FF2B5EF4-FFF2-40B4-BE49-F238E27FC236}">
                  <a16:creationId xmlns:a16="http://schemas.microsoft.com/office/drawing/2014/main" id="{7BBD7C7F-E1F8-4693-8C4D-DC7E31F258CF}"/>
                </a:ext>
              </a:extLst>
            </p:cNvPr>
            <p:cNvSpPr>
              <a:spLocks noGrp="1"/>
            </p:cNvSpPr>
            <p:nvPr/>
          </p:nvSpPr>
          <p:spPr>
            <a:xfrm>
              <a:off x="13857007" y="3132316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0" y="20459"/>
                  </a:moveTo>
                  <a:lnTo>
                    <a:pt x="2169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26" name="var_completion__0295">
              <a:extLst>
                <a:ext uri="{FF2B5EF4-FFF2-40B4-BE49-F238E27FC236}">
                  <a16:creationId xmlns:a16="http://schemas.microsoft.com/office/drawing/2014/main" id="{E5463327-6C6D-499C-890D-0CC5668D06D1}"/>
                </a:ext>
              </a:extLst>
            </p:cNvPr>
            <p:cNvSpPr>
              <a:spLocks noGrp="1"/>
            </p:cNvSpPr>
            <p:nvPr/>
          </p:nvSpPr>
          <p:spPr>
            <a:xfrm>
              <a:off x="13840509" y="3086100"/>
              <a:ext cx="65991" cy="38100"/>
            </a:xfrm>
            <a:custGeom>
              <a:avLst/>
              <a:gdLst/>
              <a:ahLst/>
              <a:cxnLst/>
              <a:rect l="0" t="0" r="0" b="0"/>
              <a:pathLst>
                <a:path w="65991" h="38100">
                  <a:moveTo>
                    <a:pt x="65991" y="381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27" name="var_completion__0296">
              <a:extLst>
                <a:ext uri="{FF2B5EF4-FFF2-40B4-BE49-F238E27FC236}">
                  <a16:creationId xmlns:a16="http://schemas.microsoft.com/office/drawing/2014/main" id="{8A2FD875-62EC-47F1-A799-87B937B6B9CB}"/>
                </a:ext>
              </a:extLst>
            </p:cNvPr>
            <p:cNvSpPr>
              <a:spLocks noGrp="1"/>
            </p:cNvSpPr>
            <p:nvPr/>
          </p:nvSpPr>
          <p:spPr>
            <a:xfrm>
              <a:off x="13873504" y="3105150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0" y="0"/>
                  </a:moveTo>
                  <a:lnTo>
                    <a:pt x="2169" y="20459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28" name="var_completion__0297">
              <a:extLst>
                <a:ext uri="{FF2B5EF4-FFF2-40B4-BE49-F238E27FC236}">
                  <a16:creationId xmlns:a16="http://schemas.microsoft.com/office/drawing/2014/main" id="{EFAAB0B7-5B49-4E09-A33D-9CE85473F5A7}"/>
                </a:ext>
              </a:extLst>
            </p:cNvPr>
            <p:cNvSpPr>
              <a:spLocks noGrp="1"/>
            </p:cNvSpPr>
            <p:nvPr/>
          </p:nvSpPr>
          <p:spPr>
            <a:xfrm>
              <a:off x="13873504" y="3096798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0" y="8352"/>
                  </a:moveTo>
                  <a:lnTo>
                    <a:pt x="18803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29" name="var_completion__0298">
              <a:extLst>
                <a:ext uri="{FF2B5EF4-FFF2-40B4-BE49-F238E27FC236}">
                  <a16:creationId xmlns:a16="http://schemas.microsoft.com/office/drawing/2014/main" id="{23612306-4B34-4398-B799-13C887EAB38D}"/>
                </a:ext>
              </a:extLst>
            </p:cNvPr>
            <p:cNvSpPr>
              <a:spLocks noGrp="1"/>
            </p:cNvSpPr>
            <p:nvPr/>
          </p:nvSpPr>
          <p:spPr>
            <a:xfrm>
              <a:off x="13857007" y="3095625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0" y="0"/>
                  </a:moveTo>
                  <a:lnTo>
                    <a:pt x="2169" y="20459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30" name="var_completion__0299">
              <a:extLst>
                <a:ext uri="{FF2B5EF4-FFF2-40B4-BE49-F238E27FC236}">
                  <a16:creationId xmlns:a16="http://schemas.microsoft.com/office/drawing/2014/main" id="{B6540147-A413-4E80-8459-0B273BCC4A9C}"/>
                </a:ext>
              </a:extLst>
            </p:cNvPr>
            <p:cNvSpPr>
              <a:spLocks noGrp="1"/>
            </p:cNvSpPr>
            <p:nvPr/>
          </p:nvSpPr>
          <p:spPr>
            <a:xfrm>
              <a:off x="13857007" y="3087273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0" y="8352"/>
                  </a:moveTo>
                  <a:lnTo>
                    <a:pt x="18803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31" name="var_completion__0300">
              <a:extLst>
                <a:ext uri="{FF2B5EF4-FFF2-40B4-BE49-F238E27FC236}">
                  <a16:creationId xmlns:a16="http://schemas.microsoft.com/office/drawing/2014/main" id="{C71C50D2-3B9B-471E-81E0-38C766C93AFE}"/>
                </a:ext>
              </a:extLst>
            </p:cNvPr>
            <p:cNvSpPr>
              <a:spLocks noGrp="1"/>
            </p:cNvSpPr>
            <p:nvPr/>
          </p:nvSpPr>
          <p:spPr>
            <a:xfrm>
              <a:off x="14201775" y="2647950"/>
              <a:ext cx="28575" cy="95"/>
            </a:xfrm>
            <a:custGeom>
              <a:avLst/>
              <a:gdLst/>
              <a:ahLst/>
              <a:cxnLst/>
              <a:rect l="0" t="0" r="0" b="0"/>
              <a:pathLst>
                <a:path w="28575" h="9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1430">
              <a:solidFill>
                <a:srgbClr val="050B0C"/>
              </a:solidFill>
              <a:prstDash val="solid"/>
            </a:ln>
          </p:spPr>
        </p:sp>
        <p:sp>
          <p:nvSpPr>
            <p:cNvPr id="332" name="var_completion__0300_arrowEnd">
              <a:extLst>
                <a:ext uri="{FF2B5EF4-FFF2-40B4-BE49-F238E27FC236}">
                  <a16:creationId xmlns:a16="http://schemas.microsoft.com/office/drawing/2014/main" id="{A481BAB6-D088-4FF1-ADB6-7392CE9C1038}"/>
                </a:ext>
              </a:extLst>
            </p:cNvPr>
            <p:cNvSpPr>
              <a:spLocks noGrp="1"/>
            </p:cNvSpPr>
            <p:nvPr/>
          </p:nvSpPr>
          <p:spPr>
            <a:xfrm>
              <a:off x="14154150" y="2612898"/>
              <a:ext cx="76200" cy="70104"/>
            </a:xfrm>
            <a:custGeom>
              <a:avLst/>
              <a:gdLst/>
              <a:ahLst/>
              <a:cxnLst/>
              <a:rect l="0" t="0" r="0" b="0"/>
              <a:pathLst>
                <a:path w="76200" h="70104">
                  <a:moveTo>
                    <a:pt x="76200" y="35052"/>
                  </a:moveTo>
                  <a:lnTo>
                    <a:pt x="0" y="7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grpSp>
        <p:nvGrpSpPr>
          <p:cNvPr id="1684" name="codebook_embedding__group_segment_17"/>
          <p:cNvGrpSpPr/>
          <p:nvPr/>
        </p:nvGrpSpPr>
        <p:grpSpPr>
          <a:xfrm>
            <a:off x="14230350" y="1957388"/>
            <a:ext cx="742950" cy="1381125"/>
            <a:chOff x="14230350" y="1957388"/>
            <a:chExt cx="742950" cy="1381125"/>
          </a:xfrm>
        </p:grpSpPr>
        <p:sp>
          <p:nvSpPr>
            <p:cNvPr id="333" name="codebook_embedding__0301">
              <a:extLst>
                <a:ext uri="{FF2B5EF4-FFF2-40B4-BE49-F238E27FC236}">
                  <a16:creationId xmlns:a16="http://schemas.microsoft.com/office/drawing/2014/main" id="{99FA59D6-E742-4568-B73C-F1513C84888E}"/>
                </a:ext>
              </a:extLst>
            </p:cNvPr>
            <p:cNvSpPr>
              <a:spLocks noGrp="1"/>
            </p:cNvSpPr>
            <p:nvPr/>
          </p:nvSpPr>
          <p:spPr>
            <a:xfrm>
              <a:off x="14230350" y="1957388"/>
              <a:ext cx="709613" cy="1381125"/>
            </a:xfrm>
            <a:prstGeom prst="roundRect">
              <a:avLst>
                <a:gd name="adj" fmla="val 4027"/>
              </a:avLst>
            </a:prstGeom>
            <a:solidFill>
              <a:srgbClr val="E3F6FC"/>
            </a:solidFill>
            <a:ln w="10478">
              <a:solidFill>
                <a:srgbClr val="2E6483"/>
              </a:solidFill>
              <a:prstDash val="solid"/>
            </a:ln>
          </p:spPr>
        </p:sp>
        <p:sp>
          <p:nvSpPr>
            <p:cNvPr id="334" name="codebook_embedding__0302">
              <a:extLst>
                <a:ext uri="{FF2B5EF4-FFF2-40B4-BE49-F238E27FC236}">
                  <a16:creationId xmlns:a16="http://schemas.microsoft.com/office/drawing/2014/main" id="{D4791CC4-D8A7-46CC-B331-D9E584A4DC55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2219325"/>
              <a:ext cx="657225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14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Codebook</a:t>
              </a:r>
            </a:p>
          </p:txBody>
        </p:sp>
        <p:sp>
          <p:nvSpPr>
            <p:cNvPr id="335" name="codebook_embedding__0303">
              <a:extLst>
                <a:ext uri="{FF2B5EF4-FFF2-40B4-BE49-F238E27FC236}">
                  <a16:creationId xmlns:a16="http://schemas.microsoft.com/office/drawing/2014/main" id="{FB442BD3-7D77-4030-B634-C54EF003627A}"/>
                </a:ext>
              </a:extLst>
            </p:cNvPr>
            <p:cNvSpPr>
              <a:spLocks noGrp="1"/>
            </p:cNvSpPr>
            <p:nvPr/>
          </p:nvSpPr>
          <p:spPr>
            <a:xfrm>
              <a:off x="14249400" y="2419350"/>
              <a:ext cx="676275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185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lookup</a:t>
              </a:r>
            </a:p>
          </p:txBody>
        </p:sp>
        <p:sp>
          <p:nvSpPr>
            <p:cNvPr id="336" name="codebook_embedding__0304">
              <a:extLst>
                <a:ext uri="{FF2B5EF4-FFF2-40B4-BE49-F238E27FC236}">
                  <a16:creationId xmlns:a16="http://schemas.microsoft.com/office/drawing/2014/main" id="{38256BF8-7526-4802-AC7B-D0E0221DDAE5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2619375"/>
              <a:ext cx="657225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rescale +</a:t>
              </a:r>
            </a:p>
          </p:txBody>
        </p:sp>
        <p:sp>
          <p:nvSpPr>
            <p:cNvPr id="337" name="codebook_embedding__0305">
              <a:extLst>
                <a:ext uri="{FF2B5EF4-FFF2-40B4-BE49-F238E27FC236}">
                  <a16:creationId xmlns:a16="http://schemas.microsoft.com/office/drawing/2014/main" id="{51BFF22E-D07E-4547-B5F5-A0A1979D2E1E}"/>
                </a:ext>
              </a:extLst>
            </p:cNvPr>
            <p:cNvSpPr>
              <a:spLocks noGrp="1"/>
            </p:cNvSpPr>
            <p:nvPr/>
          </p:nvSpPr>
          <p:spPr>
            <a:xfrm>
              <a:off x="14258925" y="2838450"/>
              <a:ext cx="657225" cy="163116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2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035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residual sum</a:t>
              </a:r>
            </a:p>
          </p:txBody>
        </p:sp>
        <p:sp>
          <p:nvSpPr>
            <p:cNvPr id="338" name="codebook_embedding__0306">
              <a:extLst>
                <a:ext uri="{FF2B5EF4-FFF2-40B4-BE49-F238E27FC236}">
                  <a16:creationId xmlns:a16="http://schemas.microsoft.com/office/drawing/2014/main" id="{6DE4CA17-6C59-4FA5-850F-89A82BBE24E1}"/>
                </a:ext>
              </a:extLst>
            </p:cNvPr>
            <p:cNvSpPr>
              <a:spLocks noGrp="1"/>
            </p:cNvSpPr>
            <p:nvPr/>
          </p:nvSpPr>
          <p:spPr>
            <a:xfrm>
              <a:off x="14944725" y="2647950"/>
              <a:ext cx="28575" cy="95"/>
            </a:xfrm>
            <a:custGeom>
              <a:avLst/>
              <a:gdLst/>
              <a:ahLst/>
              <a:cxnLst/>
              <a:rect l="0" t="0" r="0" b="0"/>
              <a:pathLst>
                <a:path w="28575" h="95">
                  <a:moveTo>
                    <a:pt x="0" y="0"/>
                  </a:moveTo>
                  <a:lnTo>
                    <a:pt x="28575" y="0"/>
                  </a:lnTo>
                </a:path>
              </a:pathLst>
            </a:custGeom>
            <a:noFill/>
            <a:ln w="11430">
              <a:solidFill>
                <a:srgbClr val="050B0C"/>
              </a:solidFill>
              <a:prstDash val="solid"/>
            </a:ln>
          </p:spPr>
        </p:sp>
        <p:sp>
          <p:nvSpPr>
            <p:cNvPr id="339" name="codebook_embedding__0306_arrowEnd">
              <a:extLst>
                <a:ext uri="{FF2B5EF4-FFF2-40B4-BE49-F238E27FC236}">
                  <a16:creationId xmlns:a16="http://schemas.microsoft.com/office/drawing/2014/main" id="{2FB496BC-A822-4EB6-A864-A6926DC4EE9A}"/>
                </a:ext>
              </a:extLst>
            </p:cNvPr>
            <p:cNvSpPr>
              <a:spLocks noGrp="1"/>
            </p:cNvSpPr>
            <p:nvPr/>
          </p:nvSpPr>
          <p:spPr>
            <a:xfrm>
              <a:off x="14897100" y="2612898"/>
              <a:ext cx="76200" cy="70104"/>
            </a:xfrm>
            <a:custGeom>
              <a:avLst/>
              <a:gdLst/>
              <a:ahLst/>
              <a:cxnLst/>
              <a:rect l="0" t="0" r="0" b="0"/>
              <a:pathLst>
                <a:path w="76200" h="70104">
                  <a:moveTo>
                    <a:pt x="76200" y="35052"/>
                  </a:moveTo>
                  <a:lnTo>
                    <a:pt x="0" y="70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grpSp>
        <p:nvGrpSpPr>
          <p:cNvPr id="1685" name="image_decoder__group_segment_18"/>
          <p:cNvGrpSpPr/>
          <p:nvPr/>
        </p:nvGrpSpPr>
        <p:grpSpPr>
          <a:xfrm>
            <a:off x="14973300" y="1957388"/>
            <a:ext cx="809626" cy="1381125"/>
            <a:chOff x="14973300" y="1957388"/>
            <a:chExt cx="809626" cy="1381125"/>
          </a:xfrm>
        </p:grpSpPr>
        <p:sp>
          <p:nvSpPr>
            <p:cNvPr id="340" name="image_decoder__0307">
              <a:extLst>
                <a:ext uri="{FF2B5EF4-FFF2-40B4-BE49-F238E27FC236}">
                  <a16:creationId xmlns:a16="http://schemas.microsoft.com/office/drawing/2014/main" id="{B13B6EBA-6C92-4B1B-8F1A-11E728F02FC6}"/>
                </a:ext>
              </a:extLst>
            </p:cNvPr>
            <p:cNvSpPr>
              <a:spLocks noGrp="1"/>
            </p:cNvSpPr>
            <p:nvPr/>
          </p:nvSpPr>
          <p:spPr>
            <a:xfrm>
              <a:off x="14973300" y="1957388"/>
              <a:ext cx="566738" cy="1381125"/>
            </a:xfrm>
            <a:prstGeom prst="roundRect">
              <a:avLst>
                <a:gd name="adj" fmla="val 5042"/>
              </a:avLst>
            </a:prstGeom>
            <a:solidFill>
              <a:srgbClr val="E3F6FC"/>
            </a:solidFill>
            <a:ln w="10478">
              <a:solidFill>
                <a:srgbClr val="2E6483"/>
              </a:solidFill>
              <a:prstDash val="solid"/>
            </a:ln>
          </p:spPr>
        </p:sp>
        <p:sp>
          <p:nvSpPr>
            <p:cNvPr id="341" name="image_decoder__0308">
              <a:extLst>
                <a:ext uri="{FF2B5EF4-FFF2-40B4-BE49-F238E27FC236}">
                  <a16:creationId xmlns:a16="http://schemas.microsoft.com/office/drawing/2014/main" id="{8AA82C7F-3623-41B0-940A-D608F3F276F5}"/>
                </a:ext>
              </a:extLst>
            </p:cNvPr>
            <p:cNvSpPr>
              <a:spLocks noGrp="1"/>
            </p:cNvSpPr>
            <p:nvPr/>
          </p:nvSpPr>
          <p:spPr>
            <a:xfrm>
              <a:off x="15001875" y="2200275"/>
              <a:ext cx="514350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Image</a:t>
              </a:r>
            </a:p>
          </p:txBody>
        </p:sp>
        <p:sp>
          <p:nvSpPr>
            <p:cNvPr id="342" name="image_decoder__0309">
              <a:extLst>
                <a:ext uri="{FF2B5EF4-FFF2-40B4-BE49-F238E27FC236}">
                  <a16:creationId xmlns:a16="http://schemas.microsoft.com/office/drawing/2014/main" id="{7B5EA2E3-DEA7-4526-B573-05043C457143}"/>
                </a:ext>
              </a:extLst>
            </p:cNvPr>
            <p:cNvSpPr>
              <a:spLocks noGrp="1"/>
            </p:cNvSpPr>
            <p:nvPr/>
          </p:nvSpPr>
          <p:spPr>
            <a:xfrm>
              <a:off x="15001875" y="2400300"/>
              <a:ext cx="514350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decoder</a:t>
              </a:r>
            </a:p>
          </p:txBody>
        </p:sp>
        <p:sp>
          <p:nvSpPr>
            <p:cNvPr id="343" name="image_decoder__0310">
              <a:extLst>
                <a:ext uri="{FF2B5EF4-FFF2-40B4-BE49-F238E27FC236}">
                  <a16:creationId xmlns:a16="http://schemas.microsoft.com/office/drawing/2014/main" id="{53796F23-25D2-4A74-A512-17E448F4A864}"/>
                </a:ext>
              </a:extLst>
            </p:cNvPr>
            <p:cNvSpPr>
              <a:spLocks noGrp="1"/>
            </p:cNvSpPr>
            <p:nvPr/>
          </p:nvSpPr>
          <p:spPr>
            <a:xfrm>
              <a:off x="15049500" y="2590800"/>
              <a:ext cx="152400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088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344" name="image_decoder__0311">
              <a:extLst>
                <a:ext uri="{FF2B5EF4-FFF2-40B4-BE49-F238E27FC236}">
                  <a16:creationId xmlns:a16="http://schemas.microsoft.com/office/drawing/2014/main" id="{0BC79D42-81D3-447C-97A0-A8AFE4F45B11}"/>
                </a:ext>
              </a:extLst>
            </p:cNvPr>
            <p:cNvSpPr>
              <a:spLocks noGrp="1"/>
            </p:cNvSpPr>
            <p:nvPr/>
          </p:nvSpPr>
          <p:spPr>
            <a:xfrm>
              <a:off x="15182850" y="2667000"/>
              <a:ext cx="76200" cy="1190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75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75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75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45" name="image_decoder__0312">
              <a:extLst>
                <a:ext uri="{FF2B5EF4-FFF2-40B4-BE49-F238E27FC236}">
                  <a16:creationId xmlns:a16="http://schemas.microsoft.com/office/drawing/2014/main" id="{00521B64-53E4-442C-8267-77327AB15CBE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2590800"/>
              <a:ext cx="209550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(·)</a:t>
              </a:r>
            </a:p>
          </p:txBody>
        </p:sp>
        <p:sp>
          <p:nvSpPr>
            <p:cNvPr id="346" name="image_decoder__0313">
              <a:extLst>
                <a:ext uri="{FF2B5EF4-FFF2-40B4-BE49-F238E27FC236}">
                  <a16:creationId xmlns:a16="http://schemas.microsoft.com/office/drawing/2014/main" id="{6BBF9F17-9562-4D6A-B79C-9AB889C83EB4}"/>
                </a:ext>
              </a:extLst>
            </p:cNvPr>
            <p:cNvSpPr>
              <a:spLocks noGrp="1"/>
            </p:cNvSpPr>
            <p:nvPr/>
          </p:nvSpPr>
          <p:spPr>
            <a:xfrm>
              <a:off x="15001875" y="2790825"/>
              <a:ext cx="514350" cy="172641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(frozen)</a:t>
              </a:r>
            </a:p>
          </p:txBody>
        </p:sp>
        <p:sp>
          <p:nvSpPr>
            <p:cNvPr id="347" name="image_decoder__0314">
              <a:extLst>
                <a:ext uri="{FF2B5EF4-FFF2-40B4-BE49-F238E27FC236}">
                  <a16:creationId xmlns:a16="http://schemas.microsoft.com/office/drawing/2014/main" id="{2FD381E1-D6C8-4B0C-8C06-02E79C70C3B6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3057525"/>
              <a:ext cx="95" cy="76200"/>
            </a:xfrm>
            <a:custGeom>
              <a:avLst/>
              <a:gdLst/>
              <a:ahLst/>
              <a:cxnLst/>
              <a:rect l="0" t="0" r="0" b="0"/>
              <a:pathLst>
                <a:path w="95" h="76200">
                  <a:moveTo>
                    <a:pt x="0" y="76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48" name="image_decoder__0315">
              <a:extLst>
                <a:ext uri="{FF2B5EF4-FFF2-40B4-BE49-F238E27FC236}">
                  <a16:creationId xmlns:a16="http://schemas.microsoft.com/office/drawing/2014/main" id="{D29114F2-02AC-4AC2-970B-8ADE5930E0DF}"/>
                </a:ext>
              </a:extLst>
            </p:cNvPr>
            <p:cNvSpPr>
              <a:spLocks noGrp="1"/>
            </p:cNvSpPr>
            <p:nvPr/>
          </p:nvSpPr>
          <p:spPr>
            <a:xfrm>
              <a:off x="15242416" y="3095625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16634" y="0"/>
                  </a:moveTo>
                  <a:lnTo>
                    <a:pt x="0" y="12108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49" name="image_decoder__0316">
              <a:extLst>
                <a:ext uri="{FF2B5EF4-FFF2-40B4-BE49-F238E27FC236}">
                  <a16:creationId xmlns:a16="http://schemas.microsoft.com/office/drawing/2014/main" id="{4DD4F725-2875-45B2-91BE-B0FDADA58318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3095625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0" y="0"/>
                  </a:moveTo>
                  <a:lnTo>
                    <a:pt x="16634" y="12108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50" name="image_decoder__0317">
              <a:extLst>
                <a:ext uri="{FF2B5EF4-FFF2-40B4-BE49-F238E27FC236}">
                  <a16:creationId xmlns:a16="http://schemas.microsoft.com/office/drawing/2014/main" id="{EFB3F9C0-7A65-46FA-B223-0EFF585D889E}"/>
                </a:ext>
              </a:extLst>
            </p:cNvPr>
            <p:cNvSpPr>
              <a:spLocks noGrp="1"/>
            </p:cNvSpPr>
            <p:nvPr/>
          </p:nvSpPr>
          <p:spPr>
            <a:xfrm>
              <a:off x="15242416" y="3076575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16634" y="0"/>
                  </a:moveTo>
                  <a:lnTo>
                    <a:pt x="0" y="12108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51" name="image_decoder__0318">
              <a:extLst>
                <a:ext uri="{FF2B5EF4-FFF2-40B4-BE49-F238E27FC236}">
                  <a16:creationId xmlns:a16="http://schemas.microsoft.com/office/drawing/2014/main" id="{F9C83D1C-87DB-46E1-8997-CE857B3925BE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3076575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0" y="0"/>
                  </a:moveTo>
                  <a:lnTo>
                    <a:pt x="16634" y="12108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52" name="image_decoder__0319">
              <a:extLst>
                <a:ext uri="{FF2B5EF4-FFF2-40B4-BE49-F238E27FC236}">
                  <a16:creationId xmlns:a16="http://schemas.microsoft.com/office/drawing/2014/main" id="{587A6734-C561-4024-8BA6-09CD8DD156F0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3095625"/>
              <a:ext cx="65991" cy="38100"/>
            </a:xfrm>
            <a:custGeom>
              <a:avLst/>
              <a:gdLst/>
              <a:ahLst/>
              <a:cxnLst/>
              <a:rect l="0" t="0" r="0" b="0"/>
              <a:pathLst>
                <a:path w="65991" h="38100">
                  <a:moveTo>
                    <a:pt x="0" y="38100"/>
                  </a:moveTo>
                  <a:lnTo>
                    <a:pt x="65991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53" name="image_decoder__0320">
              <a:extLst>
                <a:ext uri="{FF2B5EF4-FFF2-40B4-BE49-F238E27FC236}">
                  <a16:creationId xmlns:a16="http://schemas.microsoft.com/office/drawing/2014/main" id="{1C3791E9-0FB5-4F10-A789-32713914ED85}"/>
                </a:ext>
              </a:extLst>
            </p:cNvPr>
            <p:cNvSpPr>
              <a:spLocks noGrp="1"/>
            </p:cNvSpPr>
            <p:nvPr/>
          </p:nvSpPr>
          <p:spPr>
            <a:xfrm>
              <a:off x="15273243" y="3106323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18803" y="8352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54" name="image_decoder__0321">
              <a:extLst>
                <a:ext uri="{FF2B5EF4-FFF2-40B4-BE49-F238E27FC236}">
                  <a16:creationId xmlns:a16="http://schemas.microsoft.com/office/drawing/2014/main" id="{79841005-2489-49AC-A0D9-24FD85F272E3}"/>
                </a:ext>
              </a:extLst>
            </p:cNvPr>
            <p:cNvSpPr>
              <a:spLocks noGrp="1"/>
            </p:cNvSpPr>
            <p:nvPr/>
          </p:nvSpPr>
          <p:spPr>
            <a:xfrm>
              <a:off x="15289877" y="3114675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2169" y="0"/>
                  </a:moveTo>
                  <a:lnTo>
                    <a:pt x="0" y="20459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55" name="image_decoder__0322">
              <a:extLst>
                <a:ext uri="{FF2B5EF4-FFF2-40B4-BE49-F238E27FC236}">
                  <a16:creationId xmlns:a16="http://schemas.microsoft.com/office/drawing/2014/main" id="{B4EC3002-6834-4548-BA85-A2BE0ECB6045}"/>
                </a:ext>
              </a:extLst>
            </p:cNvPr>
            <p:cNvSpPr>
              <a:spLocks noGrp="1"/>
            </p:cNvSpPr>
            <p:nvPr/>
          </p:nvSpPr>
          <p:spPr>
            <a:xfrm>
              <a:off x="15289741" y="3096798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18803" y="8352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56" name="image_decoder__0323">
              <a:extLst>
                <a:ext uri="{FF2B5EF4-FFF2-40B4-BE49-F238E27FC236}">
                  <a16:creationId xmlns:a16="http://schemas.microsoft.com/office/drawing/2014/main" id="{BA1F38F8-47C1-4482-9C5D-1731B74E8576}"/>
                </a:ext>
              </a:extLst>
            </p:cNvPr>
            <p:cNvSpPr>
              <a:spLocks noGrp="1"/>
            </p:cNvSpPr>
            <p:nvPr/>
          </p:nvSpPr>
          <p:spPr>
            <a:xfrm>
              <a:off x="15306375" y="3105150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2169" y="0"/>
                  </a:moveTo>
                  <a:lnTo>
                    <a:pt x="0" y="20459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57" name="image_decoder__0324">
              <a:extLst>
                <a:ext uri="{FF2B5EF4-FFF2-40B4-BE49-F238E27FC236}">
                  <a16:creationId xmlns:a16="http://schemas.microsoft.com/office/drawing/2014/main" id="{CC8DC0C4-2F99-41B6-AAFA-A1C9781F96A4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3133725"/>
              <a:ext cx="65991" cy="38100"/>
            </a:xfrm>
            <a:custGeom>
              <a:avLst/>
              <a:gdLst/>
              <a:ahLst/>
              <a:cxnLst/>
              <a:rect l="0" t="0" r="0" b="0"/>
              <a:pathLst>
                <a:path w="65991" h="38100">
                  <a:moveTo>
                    <a:pt x="0" y="0"/>
                  </a:moveTo>
                  <a:lnTo>
                    <a:pt x="65991" y="3810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58" name="image_decoder__0325">
              <a:extLst>
                <a:ext uri="{FF2B5EF4-FFF2-40B4-BE49-F238E27FC236}">
                  <a16:creationId xmlns:a16="http://schemas.microsoft.com/office/drawing/2014/main" id="{68893127-981F-47C7-B631-C8B4F5EBB5F0}"/>
                </a:ext>
              </a:extLst>
            </p:cNvPr>
            <p:cNvSpPr>
              <a:spLocks noGrp="1"/>
            </p:cNvSpPr>
            <p:nvPr/>
          </p:nvSpPr>
          <p:spPr>
            <a:xfrm>
              <a:off x="15289877" y="3132316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2169" y="20459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59" name="image_decoder__0326">
              <a:extLst>
                <a:ext uri="{FF2B5EF4-FFF2-40B4-BE49-F238E27FC236}">
                  <a16:creationId xmlns:a16="http://schemas.microsoft.com/office/drawing/2014/main" id="{56C329A1-04DC-49C2-8F67-1AC986249832}"/>
                </a:ext>
              </a:extLst>
            </p:cNvPr>
            <p:cNvSpPr>
              <a:spLocks noGrp="1"/>
            </p:cNvSpPr>
            <p:nvPr/>
          </p:nvSpPr>
          <p:spPr>
            <a:xfrm>
              <a:off x="15273243" y="3152775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18803" y="0"/>
                  </a:moveTo>
                  <a:lnTo>
                    <a:pt x="0" y="8352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60" name="image_decoder__0327">
              <a:extLst>
                <a:ext uri="{FF2B5EF4-FFF2-40B4-BE49-F238E27FC236}">
                  <a16:creationId xmlns:a16="http://schemas.microsoft.com/office/drawing/2014/main" id="{51307DDF-B7C0-4F3B-943D-07815D6C5735}"/>
                </a:ext>
              </a:extLst>
            </p:cNvPr>
            <p:cNvSpPr>
              <a:spLocks noGrp="1"/>
            </p:cNvSpPr>
            <p:nvPr/>
          </p:nvSpPr>
          <p:spPr>
            <a:xfrm>
              <a:off x="15306375" y="3141841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2169" y="20459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61" name="image_decoder__0328">
              <a:extLst>
                <a:ext uri="{FF2B5EF4-FFF2-40B4-BE49-F238E27FC236}">
                  <a16:creationId xmlns:a16="http://schemas.microsoft.com/office/drawing/2014/main" id="{347C1656-085E-4505-B91F-573471E76534}"/>
                </a:ext>
              </a:extLst>
            </p:cNvPr>
            <p:cNvSpPr>
              <a:spLocks noGrp="1"/>
            </p:cNvSpPr>
            <p:nvPr/>
          </p:nvSpPr>
          <p:spPr>
            <a:xfrm>
              <a:off x="15289741" y="3162300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18803" y="0"/>
                  </a:moveTo>
                  <a:lnTo>
                    <a:pt x="0" y="8352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62" name="image_decoder__0329">
              <a:extLst>
                <a:ext uri="{FF2B5EF4-FFF2-40B4-BE49-F238E27FC236}">
                  <a16:creationId xmlns:a16="http://schemas.microsoft.com/office/drawing/2014/main" id="{FCECA54D-1D5C-4126-8FAF-E4857B484D5C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3133725"/>
              <a:ext cx="95" cy="76200"/>
            </a:xfrm>
            <a:custGeom>
              <a:avLst/>
              <a:gdLst/>
              <a:ahLst/>
              <a:cxnLst/>
              <a:rect l="0" t="0" r="0" b="0"/>
              <a:pathLst>
                <a:path w="95" h="76200">
                  <a:moveTo>
                    <a:pt x="0" y="0"/>
                  </a:moveTo>
                  <a:lnTo>
                    <a:pt x="0" y="7620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63" name="image_decoder__0330">
              <a:extLst>
                <a:ext uri="{FF2B5EF4-FFF2-40B4-BE49-F238E27FC236}">
                  <a16:creationId xmlns:a16="http://schemas.microsoft.com/office/drawing/2014/main" id="{62ADF08C-149B-48F0-98B9-8021248E78A3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3159717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0" y="12108"/>
                  </a:moveTo>
                  <a:lnTo>
                    <a:pt x="16634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64" name="image_decoder__0331">
              <a:extLst>
                <a:ext uri="{FF2B5EF4-FFF2-40B4-BE49-F238E27FC236}">
                  <a16:creationId xmlns:a16="http://schemas.microsoft.com/office/drawing/2014/main" id="{59EDCB63-BC22-4C96-9932-B4AA5C40DDF7}"/>
                </a:ext>
              </a:extLst>
            </p:cNvPr>
            <p:cNvSpPr>
              <a:spLocks noGrp="1"/>
            </p:cNvSpPr>
            <p:nvPr/>
          </p:nvSpPr>
          <p:spPr>
            <a:xfrm>
              <a:off x="15242416" y="3159717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16634" y="12108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65" name="image_decoder__0332">
              <a:extLst>
                <a:ext uri="{FF2B5EF4-FFF2-40B4-BE49-F238E27FC236}">
                  <a16:creationId xmlns:a16="http://schemas.microsoft.com/office/drawing/2014/main" id="{AA16C3AD-B7A5-40A1-A77E-C706B315B352}"/>
                </a:ext>
              </a:extLst>
            </p:cNvPr>
            <p:cNvSpPr>
              <a:spLocks noGrp="1"/>
            </p:cNvSpPr>
            <p:nvPr/>
          </p:nvSpPr>
          <p:spPr>
            <a:xfrm>
              <a:off x="15259050" y="3178767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0" y="12108"/>
                  </a:moveTo>
                  <a:lnTo>
                    <a:pt x="16634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66" name="image_decoder__0333">
              <a:extLst>
                <a:ext uri="{FF2B5EF4-FFF2-40B4-BE49-F238E27FC236}">
                  <a16:creationId xmlns:a16="http://schemas.microsoft.com/office/drawing/2014/main" id="{BBD94C41-9F4F-432A-89B0-A65600F8EB1A}"/>
                </a:ext>
              </a:extLst>
            </p:cNvPr>
            <p:cNvSpPr>
              <a:spLocks noGrp="1"/>
            </p:cNvSpPr>
            <p:nvPr/>
          </p:nvSpPr>
          <p:spPr>
            <a:xfrm>
              <a:off x="15242416" y="3178767"/>
              <a:ext cx="16634" cy="12108"/>
            </a:xfrm>
            <a:custGeom>
              <a:avLst/>
              <a:gdLst/>
              <a:ahLst/>
              <a:cxnLst/>
              <a:rect l="0" t="0" r="0" b="0"/>
              <a:pathLst>
                <a:path w="16634" h="12108">
                  <a:moveTo>
                    <a:pt x="16634" y="12108"/>
                  </a:moveTo>
                  <a:lnTo>
                    <a:pt x="0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67" name="image_decoder__0334">
              <a:extLst>
                <a:ext uri="{FF2B5EF4-FFF2-40B4-BE49-F238E27FC236}">
                  <a16:creationId xmlns:a16="http://schemas.microsoft.com/office/drawing/2014/main" id="{B52ED100-5000-44D8-AF6E-BB6A2CE0D061}"/>
                </a:ext>
              </a:extLst>
            </p:cNvPr>
            <p:cNvSpPr>
              <a:spLocks noGrp="1"/>
            </p:cNvSpPr>
            <p:nvPr/>
          </p:nvSpPr>
          <p:spPr>
            <a:xfrm>
              <a:off x="15193059" y="3133725"/>
              <a:ext cx="65991" cy="38100"/>
            </a:xfrm>
            <a:custGeom>
              <a:avLst/>
              <a:gdLst/>
              <a:ahLst/>
              <a:cxnLst/>
              <a:rect l="0" t="0" r="0" b="0"/>
              <a:pathLst>
                <a:path w="65991" h="38100">
                  <a:moveTo>
                    <a:pt x="65991" y="0"/>
                  </a:moveTo>
                  <a:lnTo>
                    <a:pt x="0" y="3810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68" name="image_decoder__0335">
              <a:extLst>
                <a:ext uri="{FF2B5EF4-FFF2-40B4-BE49-F238E27FC236}">
                  <a16:creationId xmlns:a16="http://schemas.microsoft.com/office/drawing/2014/main" id="{6AD79DD0-A24B-438D-B1CA-FBC7AD3EBA64}"/>
                </a:ext>
              </a:extLst>
            </p:cNvPr>
            <p:cNvSpPr>
              <a:spLocks noGrp="1"/>
            </p:cNvSpPr>
            <p:nvPr/>
          </p:nvSpPr>
          <p:spPr>
            <a:xfrm>
              <a:off x="15226054" y="3152775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0" y="0"/>
                  </a:moveTo>
                  <a:lnTo>
                    <a:pt x="18803" y="8352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69" name="image_decoder__0336">
              <a:extLst>
                <a:ext uri="{FF2B5EF4-FFF2-40B4-BE49-F238E27FC236}">
                  <a16:creationId xmlns:a16="http://schemas.microsoft.com/office/drawing/2014/main" id="{78AB9FA1-628A-4D23-A078-73CDAD2990E9}"/>
                </a:ext>
              </a:extLst>
            </p:cNvPr>
            <p:cNvSpPr>
              <a:spLocks noGrp="1"/>
            </p:cNvSpPr>
            <p:nvPr/>
          </p:nvSpPr>
          <p:spPr>
            <a:xfrm>
              <a:off x="15226054" y="3132316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0" y="20459"/>
                  </a:moveTo>
                  <a:lnTo>
                    <a:pt x="2169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70" name="image_decoder__0337">
              <a:extLst>
                <a:ext uri="{FF2B5EF4-FFF2-40B4-BE49-F238E27FC236}">
                  <a16:creationId xmlns:a16="http://schemas.microsoft.com/office/drawing/2014/main" id="{65580F87-7E9F-472B-857D-2E7BD5C93368}"/>
                </a:ext>
              </a:extLst>
            </p:cNvPr>
            <p:cNvSpPr>
              <a:spLocks noGrp="1"/>
            </p:cNvSpPr>
            <p:nvPr/>
          </p:nvSpPr>
          <p:spPr>
            <a:xfrm>
              <a:off x="15209557" y="3162300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0" y="0"/>
                  </a:moveTo>
                  <a:lnTo>
                    <a:pt x="18803" y="8352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71" name="image_decoder__0338">
              <a:extLst>
                <a:ext uri="{FF2B5EF4-FFF2-40B4-BE49-F238E27FC236}">
                  <a16:creationId xmlns:a16="http://schemas.microsoft.com/office/drawing/2014/main" id="{44E80C55-342F-4945-BC9B-50B02D60F485}"/>
                </a:ext>
              </a:extLst>
            </p:cNvPr>
            <p:cNvSpPr>
              <a:spLocks noGrp="1"/>
            </p:cNvSpPr>
            <p:nvPr/>
          </p:nvSpPr>
          <p:spPr>
            <a:xfrm>
              <a:off x="15209557" y="3141841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0" y="20459"/>
                  </a:moveTo>
                  <a:lnTo>
                    <a:pt x="2169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72" name="image_decoder__0339">
              <a:extLst>
                <a:ext uri="{FF2B5EF4-FFF2-40B4-BE49-F238E27FC236}">
                  <a16:creationId xmlns:a16="http://schemas.microsoft.com/office/drawing/2014/main" id="{A53018E1-4D37-4D59-8083-D6A9E8F76404}"/>
                </a:ext>
              </a:extLst>
            </p:cNvPr>
            <p:cNvSpPr>
              <a:spLocks noGrp="1"/>
            </p:cNvSpPr>
            <p:nvPr/>
          </p:nvSpPr>
          <p:spPr>
            <a:xfrm>
              <a:off x="15193059" y="3095625"/>
              <a:ext cx="65991" cy="38100"/>
            </a:xfrm>
            <a:custGeom>
              <a:avLst/>
              <a:gdLst/>
              <a:ahLst/>
              <a:cxnLst/>
              <a:rect l="0" t="0" r="0" b="0"/>
              <a:pathLst>
                <a:path w="65991" h="38100">
                  <a:moveTo>
                    <a:pt x="65991" y="381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63AD9"/>
              </a:solidFill>
              <a:prstDash val="solid"/>
            </a:ln>
          </p:spPr>
        </p:sp>
        <p:sp>
          <p:nvSpPr>
            <p:cNvPr id="373" name="image_decoder__0340">
              <a:extLst>
                <a:ext uri="{FF2B5EF4-FFF2-40B4-BE49-F238E27FC236}">
                  <a16:creationId xmlns:a16="http://schemas.microsoft.com/office/drawing/2014/main" id="{4F997EB2-42C2-4CCA-8150-257B103F72B6}"/>
                </a:ext>
              </a:extLst>
            </p:cNvPr>
            <p:cNvSpPr>
              <a:spLocks noGrp="1"/>
            </p:cNvSpPr>
            <p:nvPr/>
          </p:nvSpPr>
          <p:spPr>
            <a:xfrm>
              <a:off x="15226054" y="3114675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0" y="0"/>
                  </a:moveTo>
                  <a:lnTo>
                    <a:pt x="2169" y="20459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74" name="image_decoder__0341">
              <a:extLst>
                <a:ext uri="{FF2B5EF4-FFF2-40B4-BE49-F238E27FC236}">
                  <a16:creationId xmlns:a16="http://schemas.microsoft.com/office/drawing/2014/main" id="{31EF5947-039E-4AAB-ADCD-EC369C60F0D3}"/>
                </a:ext>
              </a:extLst>
            </p:cNvPr>
            <p:cNvSpPr>
              <a:spLocks noGrp="1"/>
            </p:cNvSpPr>
            <p:nvPr/>
          </p:nvSpPr>
          <p:spPr>
            <a:xfrm>
              <a:off x="15226054" y="3106323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0" y="8352"/>
                  </a:moveTo>
                  <a:lnTo>
                    <a:pt x="18803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75" name="image_decoder__0342">
              <a:extLst>
                <a:ext uri="{FF2B5EF4-FFF2-40B4-BE49-F238E27FC236}">
                  <a16:creationId xmlns:a16="http://schemas.microsoft.com/office/drawing/2014/main" id="{C0B10937-5566-4F2B-BB96-022E376D752B}"/>
                </a:ext>
              </a:extLst>
            </p:cNvPr>
            <p:cNvSpPr>
              <a:spLocks noGrp="1"/>
            </p:cNvSpPr>
            <p:nvPr/>
          </p:nvSpPr>
          <p:spPr>
            <a:xfrm>
              <a:off x="15209557" y="3105150"/>
              <a:ext cx="2169" cy="20459"/>
            </a:xfrm>
            <a:custGeom>
              <a:avLst/>
              <a:gdLst/>
              <a:ahLst/>
              <a:cxnLst/>
              <a:rect l="0" t="0" r="0" b="0"/>
              <a:pathLst>
                <a:path w="2169" h="20459">
                  <a:moveTo>
                    <a:pt x="0" y="0"/>
                  </a:moveTo>
                  <a:lnTo>
                    <a:pt x="2169" y="20459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76" name="image_decoder__0343">
              <a:extLst>
                <a:ext uri="{FF2B5EF4-FFF2-40B4-BE49-F238E27FC236}">
                  <a16:creationId xmlns:a16="http://schemas.microsoft.com/office/drawing/2014/main" id="{1C69AC9C-EEA4-4502-BCE2-6734F96BBCFC}"/>
                </a:ext>
              </a:extLst>
            </p:cNvPr>
            <p:cNvSpPr>
              <a:spLocks noGrp="1"/>
            </p:cNvSpPr>
            <p:nvPr/>
          </p:nvSpPr>
          <p:spPr>
            <a:xfrm>
              <a:off x="15209557" y="3096798"/>
              <a:ext cx="18803" cy="8352"/>
            </a:xfrm>
            <a:custGeom>
              <a:avLst/>
              <a:gdLst/>
              <a:ahLst/>
              <a:cxnLst/>
              <a:rect l="0" t="0" r="0" b="0"/>
              <a:pathLst>
                <a:path w="18803" h="8352">
                  <a:moveTo>
                    <a:pt x="0" y="8352"/>
                  </a:moveTo>
                  <a:lnTo>
                    <a:pt x="18803" y="0"/>
                  </a:lnTo>
                </a:path>
              </a:pathLst>
            </a:custGeom>
            <a:noFill/>
            <a:ln w="16193">
              <a:solidFill>
                <a:srgbClr val="063AD9"/>
              </a:solidFill>
              <a:prstDash val="solid"/>
            </a:ln>
          </p:spPr>
        </p:sp>
        <p:sp>
          <p:nvSpPr>
            <p:cNvPr id="377" name="image_decoder__0344">
              <a:extLst>
                <a:ext uri="{FF2B5EF4-FFF2-40B4-BE49-F238E27FC236}">
                  <a16:creationId xmlns:a16="http://schemas.microsoft.com/office/drawing/2014/main" id="{BABC6DBE-124F-4083-BCBE-8DAD8E255707}"/>
                </a:ext>
              </a:extLst>
            </p:cNvPr>
            <p:cNvSpPr>
              <a:spLocks noGrp="1"/>
            </p:cNvSpPr>
            <p:nvPr/>
          </p:nvSpPr>
          <p:spPr>
            <a:xfrm>
              <a:off x="15544800" y="2505075"/>
              <a:ext cx="238125" cy="95"/>
            </a:xfrm>
            <a:custGeom>
              <a:avLst/>
              <a:gdLst/>
              <a:ahLst/>
              <a:cxnLst/>
              <a:rect l="0" t="0" r="0" b="0"/>
              <a:pathLst>
                <a:path w="238125" h="9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4288">
              <a:solidFill>
                <a:srgbClr val="050B0C"/>
              </a:solidFill>
              <a:prstDash val="solid"/>
            </a:ln>
          </p:spPr>
        </p:sp>
        <p:sp>
          <p:nvSpPr>
            <p:cNvPr id="378" name="image_decoder__0344_arrowEnd">
              <a:extLst>
                <a:ext uri="{FF2B5EF4-FFF2-40B4-BE49-F238E27FC236}">
                  <a16:creationId xmlns:a16="http://schemas.microsoft.com/office/drawing/2014/main" id="{B48A5AB2-09EC-4645-8B5E-D38C401B5C67}"/>
                </a:ext>
              </a:extLst>
            </p:cNvPr>
            <p:cNvSpPr>
              <a:spLocks noGrp="1"/>
            </p:cNvSpPr>
            <p:nvPr/>
          </p:nvSpPr>
          <p:spPr>
            <a:xfrm>
              <a:off x="15700058" y="2466956"/>
              <a:ext cx="82868" cy="76238"/>
            </a:xfrm>
            <a:custGeom>
              <a:avLst/>
              <a:gdLst/>
              <a:ahLst/>
              <a:cxnLst/>
              <a:rect l="0" t="0" r="0" b="0"/>
              <a:pathLst>
                <a:path w="82868" h="76238">
                  <a:moveTo>
                    <a:pt x="82868" y="38119"/>
                  </a:moveTo>
                  <a:lnTo>
                    <a:pt x="0" y="76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0B0C"/>
            </a:solidFill>
            <a:ln w="0">
              <a:noFill/>
              <a:prstDash val="solid"/>
            </a:ln>
          </p:spPr>
        </p:sp>
      </p:grpSp>
      <p:pic>
        <p:nvPicPr>
          <p:cNvPr id="379" name="图片 378">
            <a:extLst>
              <a:ext uri="{FF2B5EF4-FFF2-40B4-BE49-F238E27FC236}">
                <a16:creationId xmlns:a16="http://schemas.microsoft.com/office/drawing/2014/main" id="{16619B1F-0E17-497C-92F7-9D13D041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01975" y="1828901"/>
            <a:ext cx="904875" cy="885622"/>
          </a:xfrm>
          <a:prstGeom prst="rect">
            <a:avLst/>
          </a:prstGeom>
        </p:spPr>
      </p:pic>
      <p:grpSp>
        <p:nvGrpSpPr>
          <p:cNvPr id="1686" name="output_image__group_segment_19"/>
          <p:cNvGrpSpPr/>
          <p:nvPr/>
        </p:nvGrpSpPr>
        <p:grpSpPr>
          <a:xfrm>
            <a:off x="15697200" y="1814513"/>
            <a:ext cx="1171575" cy="1566862"/>
            <a:chOff x="15697200" y="1814513"/>
            <a:chExt cx="1171575" cy="1566862"/>
          </a:xfrm>
        </p:grpSpPr>
        <p:sp>
          <p:nvSpPr>
            <p:cNvPr id="380" name="output_image__0346">
              <a:extLst>
                <a:ext uri="{FF2B5EF4-FFF2-40B4-BE49-F238E27FC236}">
                  <a16:creationId xmlns:a16="http://schemas.microsoft.com/office/drawing/2014/main" id="{D2E4AF1D-23C1-4DEC-AA72-66EB6D70F2C8}"/>
                </a:ext>
              </a:extLst>
            </p:cNvPr>
            <p:cNvSpPr>
              <a:spLocks noGrp="1"/>
            </p:cNvSpPr>
            <p:nvPr/>
          </p:nvSpPr>
          <p:spPr>
            <a:xfrm>
              <a:off x="15792450" y="1814513"/>
              <a:ext cx="933450" cy="904875"/>
            </a:xfrm>
            <a:prstGeom prst="rect">
              <a:avLst/>
            </a:prstGeom>
            <a:noFill/>
            <a:ln w="11430">
              <a:solidFill>
                <a:srgbClr val="275874"/>
              </a:solidFill>
              <a:prstDash val="solid"/>
            </a:ln>
          </p:spPr>
        </p:sp>
        <p:sp>
          <p:nvSpPr>
            <p:cNvPr id="381" name="output_image__0347">
              <a:extLst>
                <a:ext uri="{FF2B5EF4-FFF2-40B4-BE49-F238E27FC236}">
                  <a16:creationId xmlns:a16="http://schemas.microsoft.com/office/drawing/2014/main" id="{8695A354-0A43-4BA2-939A-493F9B9C4D5D}"/>
                </a:ext>
              </a:extLst>
            </p:cNvPr>
            <p:cNvSpPr>
              <a:spLocks noGrp="1"/>
            </p:cNvSpPr>
            <p:nvPr/>
          </p:nvSpPr>
          <p:spPr>
            <a:xfrm>
              <a:off x="15697200" y="2790825"/>
              <a:ext cx="11715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Reconstruction</a:t>
              </a:r>
            </a:p>
          </p:txBody>
        </p:sp>
        <p:sp>
          <p:nvSpPr>
            <p:cNvPr id="382" name="output_image__0348">
              <a:extLst>
                <a:ext uri="{FF2B5EF4-FFF2-40B4-BE49-F238E27FC236}">
                  <a16:creationId xmlns:a16="http://schemas.microsoft.com/office/drawing/2014/main" id="{CF9BE145-E2EA-404E-AD35-3E5741C94004}"/>
                </a:ext>
              </a:extLst>
            </p:cNvPr>
            <p:cNvSpPr>
              <a:spLocks noGrp="1"/>
            </p:cNvSpPr>
            <p:nvPr/>
          </p:nvSpPr>
          <p:spPr>
            <a:xfrm>
              <a:off x="15697200" y="3000375"/>
              <a:ext cx="11715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1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x̂</a:t>
              </a:r>
            </a:p>
          </p:txBody>
        </p:sp>
        <p:sp>
          <p:nvSpPr>
            <p:cNvPr id="383" name="output_image__0349">
              <a:extLst>
                <a:ext uri="{FF2B5EF4-FFF2-40B4-BE49-F238E27FC236}">
                  <a16:creationId xmlns:a16="http://schemas.microsoft.com/office/drawing/2014/main" id="{163D93AF-2690-40A7-A547-ABF26E1D7BFD}"/>
                </a:ext>
              </a:extLst>
            </p:cNvPr>
            <p:cNvSpPr>
              <a:spLocks noGrp="1"/>
            </p:cNvSpPr>
            <p:nvPr/>
          </p:nvSpPr>
          <p:spPr>
            <a:xfrm>
              <a:off x="15697200" y="3190875"/>
              <a:ext cx="11715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(256 × 256 × 3)</a:t>
              </a:r>
            </a:p>
          </p:txBody>
        </p:sp>
      </p:grpSp>
      <p:sp>
        <p:nvSpPr>
          <p:cNvPr id="409" name="boundary-panel__0371">
            <a:extLst>
              <a:ext uri="{FF2B5EF4-FFF2-40B4-BE49-F238E27FC236}">
                <a16:creationId xmlns:a16="http://schemas.microsoft.com/office/drawing/2014/main" id="{204FA116-091C-4D29-ABE4-8E40474C3E7A}"/>
              </a:ext>
            </a:extLst>
          </p:cNvPr>
          <p:cNvSpPr>
            <a:spLocks noGrp="1"/>
          </p:cNvSpPr>
          <p:nvPr/>
        </p:nvSpPr>
        <p:spPr>
          <a:xfrm>
            <a:off x="27432" y="5212080"/>
            <a:ext cx="16870680" cy="2560320"/>
          </a:xfrm>
          <a:prstGeom prst="roundRect">
            <a:avLst>
              <a:gd name="adj" fmla="val 2647"/>
            </a:avLst>
          </a:prstGeom>
          <a:solidFill>
            <a:srgbClr val="F9FDFF"/>
          </a:solidFill>
          <a:ln w="10001">
            <a:solidFill>
              <a:srgbClr val="458DF4"/>
            </a:solidFill>
            <a:prstDash val="solid"/>
          </a:ln>
        </p:spPr>
      </p:sp>
      <p:grpSp>
        <p:nvGrpSpPr>
          <p:cNvPr id="1690" name="received-scales__group_segment_23"/>
          <p:cNvGrpSpPr/>
          <p:nvPr/>
        </p:nvGrpSpPr>
        <p:grpSpPr>
          <a:xfrm>
            <a:off x="295275" y="5715000"/>
            <a:ext cx="3429000" cy="1847850"/>
            <a:chOff x="295275" y="5715000"/>
            <a:chExt cx="3429000" cy="1847850"/>
          </a:xfrm>
        </p:grpSpPr>
        <p:sp>
          <p:nvSpPr>
            <p:cNvPr id="414" name="received-scales__0376">
              <a:extLst>
                <a:ext uri="{FF2B5EF4-FFF2-40B4-BE49-F238E27FC236}">
                  <a16:creationId xmlns:a16="http://schemas.microsoft.com/office/drawing/2014/main" id="{05A2414A-7F38-4CA3-9637-E56F6E875A9E}"/>
                </a:ext>
              </a:extLst>
            </p:cNvPr>
            <p:cNvSpPr>
              <a:spLocks noGrp="1"/>
            </p:cNvSpPr>
            <p:nvPr/>
          </p:nvSpPr>
          <p:spPr>
            <a:xfrm>
              <a:off x="295275" y="5715000"/>
              <a:ext cx="3429000" cy="1847850"/>
            </a:xfrm>
            <a:prstGeom prst="roundRect">
              <a:avLst>
                <a:gd name="adj" fmla="val 2062"/>
              </a:avLst>
            </a:prstGeom>
            <a:solidFill>
              <a:srgbClr val="EAF6FF"/>
            </a:solidFill>
            <a:ln w="9525">
              <a:solidFill>
                <a:srgbClr val="82B7FF"/>
              </a:solidFill>
              <a:prstDash val="solid"/>
            </a:ln>
          </p:spPr>
        </p:sp>
        <p:sp>
          <p:nvSpPr>
            <p:cNvPr id="415" name="received-scales__0377">
              <a:extLst>
                <a:ext uri="{FF2B5EF4-FFF2-40B4-BE49-F238E27FC236}">
                  <a16:creationId xmlns:a16="http://schemas.microsoft.com/office/drawing/2014/main" id="{F3BA1156-CB5A-4CB2-9AC8-A26D29B502C4}"/>
                </a:ext>
              </a:extLst>
            </p:cNvPr>
            <p:cNvSpPr>
              <a:spLocks noGrp="1"/>
            </p:cNvSpPr>
            <p:nvPr/>
          </p:nvSpPr>
          <p:spPr>
            <a:xfrm>
              <a:off x="390525" y="5715000"/>
              <a:ext cx="32385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1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350" b="1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Decoded scales 1–7</a:t>
              </a:r>
            </a:p>
          </p:txBody>
        </p:sp>
        <p:sp>
          <p:nvSpPr>
            <p:cNvPr id="416" name="received-scales__0378">
              <a:extLst>
                <a:ext uri="{FF2B5EF4-FFF2-40B4-BE49-F238E27FC236}">
                  <a16:creationId xmlns:a16="http://schemas.microsoft.com/office/drawing/2014/main" id="{75A52E0C-B0B8-4E42-BB71-9266A885B91C}"/>
                </a:ext>
              </a:extLst>
            </p:cNvPr>
            <p:cNvSpPr>
              <a:spLocks noGrp="1"/>
            </p:cNvSpPr>
            <p:nvPr/>
          </p:nvSpPr>
          <p:spPr>
            <a:xfrm>
              <a:off x="390525" y="5905500"/>
              <a:ext cx="32385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238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155 token indices</a:t>
              </a:r>
            </a:p>
          </p:txBody>
        </p:sp>
      </p:grpSp>
      <p:grpSp>
        <p:nvGrpSpPr>
          <p:cNvPr id="1691" name="scale-1__group_segment_24"/>
          <p:cNvGrpSpPr/>
          <p:nvPr/>
        </p:nvGrpSpPr>
        <p:grpSpPr>
          <a:xfrm>
            <a:off x="342900" y="6619875"/>
            <a:ext cx="495300" cy="733425"/>
            <a:chOff x="342900" y="6619875"/>
            <a:chExt cx="495300" cy="733425"/>
          </a:xfrm>
        </p:grpSpPr>
        <p:sp>
          <p:nvSpPr>
            <p:cNvPr id="422" name="scale-1__0384">
              <a:extLst>
                <a:ext uri="{FF2B5EF4-FFF2-40B4-BE49-F238E27FC236}">
                  <a16:creationId xmlns:a16="http://schemas.microsoft.com/office/drawing/2014/main" id="{0BA5B001-F1FA-43ED-ADE6-09BF77E41846}"/>
                </a:ext>
              </a:extLst>
            </p:cNvPr>
            <p:cNvSpPr>
              <a:spLocks noGrp="1"/>
            </p:cNvSpPr>
            <p:nvPr/>
          </p:nvSpPr>
          <p:spPr>
            <a:xfrm>
              <a:off x="447675" y="6972300"/>
              <a:ext cx="2857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s₁</a:t>
              </a:r>
            </a:p>
          </p:txBody>
        </p:sp>
        <p:sp>
          <p:nvSpPr>
            <p:cNvPr id="423" name="scale-1__0385">
              <a:extLst>
                <a:ext uri="{FF2B5EF4-FFF2-40B4-BE49-F238E27FC236}">
                  <a16:creationId xmlns:a16="http://schemas.microsoft.com/office/drawing/2014/main" id="{94CC45DF-B8D9-411E-9C82-F1154582901B}"/>
                </a:ext>
              </a:extLst>
            </p:cNvPr>
            <p:cNvSpPr>
              <a:spLocks noGrp="1"/>
            </p:cNvSpPr>
            <p:nvPr/>
          </p:nvSpPr>
          <p:spPr>
            <a:xfrm>
              <a:off x="342900" y="7162800"/>
              <a:ext cx="4953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1 × 1</a:t>
              </a:r>
            </a:p>
          </p:txBody>
        </p:sp>
      </p:grpSp>
      <p:sp>
        <p:nvSpPr>
          <p:cNvPr id="424" name="scale-sequence__0386">
            <a:extLst>
              <a:ext uri="{FF2B5EF4-FFF2-40B4-BE49-F238E27FC236}">
                <a16:creationId xmlns:a16="http://schemas.microsoft.com/office/drawing/2014/main" id="{52AF4A0C-F03D-4154-A495-CDFE537E468A}"/>
              </a:ext>
            </a:extLst>
          </p:cNvPr>
          <p:cNvSpPr>
            <a:spLocks noGrp="1"/>
          </p:cNvSpPr>
          <p:nvPr/>
        </p:nvSpPr>
        <p:spPr>
          <a:xfrm>
            <a:off x="723900" y="6581775"/>
            <a:ext cx="200025" cy="20240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lnSpc>
                <a:spcPct val="115000"/>
              </a:lnSpc>
              <a:buNone/>
              <a:defRPr sz="12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grpSp>
        <p:nvGrpSpPr>
          <p:cNvPr id="1692" name="scale-2__group_segment_25"/>
          <p:cNvGrpSpPr/>
          <p:nvPr/>
        </p:nvGrpSpPr>
        <p:grpSpPr>
          <a:xfrm>
            <a:off x="866775" y="6553200"/>
            <a:ext cx="495300" cy="800100"/>
            <a:chOff x="866775" y="6553200"/>
            <a:chExt cx="495300" cy="800100"/>
          </a:xfrm>
        </p:grpSpPr>
        <p:sp>
          <p:nvSpPr>
            <p:cNvPr id="435" name="scale-2__0397">
              <a:extLst>
                <a:ext uri="{FF2B5EF4-FFF2-40B4-BE49-F238E27FC236}">
                  <a16:creationId xmlns:a16="http://schemas.microsoft.com/office/drawing/2014/main" id="{07997C36-9998-4889-8B78-4369F5345E35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6972300"/>
              <a:ext cx="2857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s₂</a:t>
              </a:r>
            </a:p>
          </p:txBody>
        </p:sp>
        <p:sp>
          <p:nvSpPr>
            <p:cNvPr id="436" name="scale-2__0398">
              <a:extLst>
                <a:ext uri="{FF2B5EF4-FFF2-40B4-BE49-F238E27FC236}">
                  <a16:creationId xmlns:a16="http://schemas.microsoft.com/office/drawing/2014/main" id="{F0B83D57-91F2-44B7-9642-28F278035F04}"/>
                </a:ext>
              </a:extLst>
            </p:cNvPr>
            <p:cNvSpPr>
              <a:spLocks noGrp="1"/>
            </p:cNvSpPr>
            <p:nvPr/>
          </p:nvSpPr>
          <p:spPr>
            <a:xfrm>
              <a:off x="866775" y="7162800"/>
              <a:ext cx="4953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>
                <a:lnSpc>
                  <a:spcPct val="115000"/>
                </a:lnSpc>
                <a:buNone/>
                <a:defRPr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2 × 2</a:t>
              </a:r>
            </a:p>
          </p:txBody>
        </p:sp>
      </p:grpSp>
      <p:grpSp>
        <p:nvGrpSpPr>
          <p:cNvPr id="1693" name="scale-intermediate-green__group_segment_26"/>
          <p:cNvGrpSpPr/>
          <p:nvPr/>
        </p:nvGrpSpPr>
        <p:grpSpPr>
          <a:xfrm>
            <a:off x="1543050" y="6505575"/>
            <a:ext cx="333375" cy="371475"/>
            <a:chOff x="1543050" y="6505575"/>
            <a:chExt cx="333375" cy="371475"/>
          </a:xfrm>
        </p:grpSpPr>
        <p:sp>
          <p:nvSpPr>
            <p:cNvPr id="437" name="scale-intermediate-green__0399">
              <a:extLst>
                <a:ext uri="{FF2B5EF4-FFF2-40B4-BE49-F238E27FC236}">
                  <a16:creationId xmlns:a16="http://schemas.microsoft.com/office/drawing/2014/main" id="{9188B5E1-9160-41E7-9B14-12785E1EB213}"/>
                </a:ext>
              </a:extLst>
            </p:cNvPr>
            <p:cNvSpPr>
              <a:spLocks noGrp="1"/>
            </p:cNvSpPr>
            <p:nvPr/>
          </p:nvSpPr>
          <p:spPr>
            <a:xfrm>
              <a:off x="1543050" y="6505575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38" name="scale-intermediate-green__0400">
              <a:extLst>
                <a:ext uri="{FF2B5EF4-FFF2-40B4-BE49-F238E27FC236}">
                  <a16:creationId xmlns:a16="http://schemas.microsoft.com/office/drawing/2014/main" id="{45B19C39-5C4D-4922-ADE5-1EC28019F76F}"/>
                </a:ext>
              </a:extLst>
            </p:cNvPr>
            <p:cNvSpPr>
              <a:spLocks noGrp="1"/>
            </p:cNvSpPr>
            <p:nvPr/>
          </p:nvSpPr>
          <p:spPr>
            <a:xfrm>
              <a:off x="1626394" y="6505575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39" name="scale-intermediate-green__0401">
              <a:extLst>
                <a:ext uri="{FF2B5EF4-FFF2-40B4-BE49-F238E27FC236}">
                  <a16:creationId xmlns:a16="http://schemas.microsoft.com/office/drawing/2014/main" id="{BB83B765-974E-48B0-AB86-290143EE4B3C}"/>
                </a:ext>
              </a:extLst>
            </p:cNvPr>
            <p:cNvSpPr>
              <a:spLocks noGrp="1"/>
            </p:cNvSpPr>
            <p:nvPr/>
          </p:nvSpPr>
          <p:spPr>
            <a:xfrm>
              <a:off x="1709738" y="6505575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0" name="scale-intermediate-green__0402">
              <a:extLst>
                <a:ext uri="{FF2B5EF4-FFF2-40B4-BE49-F238E27FC236}">
                  <a16:creationId xmlns:a16="http://schemas.microsoft.com/office/drawing/2014/main" id="{1F2A4D4A-54A2-4094-AC5A-5555A42D7CEA}"/>
                </a:ext>
              </a:extLst>
            </p:cNvPr>
            <p:cNvSpPr>
              <a:spLocks noGrp="1"/>
            </p:cNvSpPr>
            <p:nvPr/>
          </p:nvSpPr>
          <p:spPr>
            <a:xfrm>
              <a:off x="1793081" y="6505575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1" name="scale-intermediate-green__0403">
              <a:extLst>
                <a:ext uri="{FF2B5EF4-FFF2-40B4-BE49-F238E27FC236}">
                  <a16:creationId xmlns:a16="http://schemas.microsoft.com/office/drawing/2014/main" id="{1BE70DE7-7ED4-47E5-82A8-B91DA56171FF}"/>
                </a:ext>
              </a:extLst>
            </p:cNvPr>
            <p:cNvSpPr>
              <a:spLocks noGrp="1"/>
            </p:cNvSpPr>
            <p:nvPr/>
          </p:nvSpPr>
          <p:spPr>
            <a:xfrm>
              <a:off x="1543050" y="6598444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2" name="scale-intermediate-green__0404">
              <a:extLst>
                <a:ext uri="{FF2B5EF4-FFF2-40B4-BE49-F238E27FC236}">
                  <a16:creationId xmlns:a16="http://schemas.microsoft.com/office/drawing/2014/main" id="{5EF87EB9-9E6A-4043-A319-FE9F55D61C65}"/>
                </a:ext>
              </a:extLst>
            </p:cNvPr>
            <p:cNvSpPr>
              <a:spLocks noGrp="1"/>
            </p:cNvSpPr>
            <p:nvPr/>
          </p:nvSpPr>
          <p:spPr>
            <a:xfrm>
              <a:off x="1626394" y="6598444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3" name="scale-intermediate-green__0405">
              <a:extLst>
                <a:ext uri="{FF2B5EF4-FFF2-40B4-BE49-F238E27FC236}">
                  <a16:creationId xmlns:a16="http://schemas.microsoft.com/office/drawing/2014/main" id="{D85D316D-B2FC-4E8A-91DA-3148CA4DD48B}"/>
                </a:ext>
              </a:extLst>
            </p:cNvPr>
            <p:cNvSpPr>
              <a:spLocks noGrp="1"/>
            </p:cNvSpPr>
            <p:nvPr/>
          </p:nvSpPr>
          <p:spPr>
            <a:xfrm>
              <a:off x="1709738" y="6598444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4" name="scale-intermediate-green__0406">
              <a:extLst>
                <a:ext uri="{FF2B5EF4-FFF2-40B4-BE49-F238E27FC236}">
                  <a16:creationId xmlns:a16="http://schemas.microsoft.com/office/drawing/2014/main" id="{2BF73AB8-1138-48DA-841F-D1E4396DDF63}"/>
                </a:ext>
              </a:extLst>
            </p:cNvPr>
            <p:cNvSpPr>
              <a:spLocks noGrp="1"/>
            </p:cNvSpPr>
            <p:nvPr/>
          </p:nvSpPr>
          <p:spPr>
            <a:xfrm>
              <a:off x="1793081" y="6598444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5" name="scale-intermediate-green__0407">
              <a:extLst>
                <a:ext uri="{FF2B5EF4-FFF2-40B4-BE49-F238E27FC236}">
                  <a16:creationId xmlns:a16="http://schemas.microsoft.com/office/drawing/2014/main" id="{76083F72-CA1B-40FF-82C7-A045DAB1F437}"/>
                </a:ext>
              </a:extLst>
            </p:cNvPr>
            <p:cNvSpPr>
              <a:spLocks noGrp="1"/>
            </p:cNvSpPr>
            <p:nvPr/>
          </p:nvSpPr>
          <p:spPr>
            <a:xfrm>
              <a:off x="1543050" y="6691313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6" name="scale-intermediate-green__0408">
              <a:extLst>
                <a:ext uri="{FF2B5EF4-FFF2-40B4-BE49-F238E27FC236}">
                  <a16:creationId xmlns:a16="http://schemas.microsoft.com/office/drawing/2014/main" id="{B94B03AF-D543-4A8C-B230-8282D9978027}"/>
                </a:ext>
              </a:extLst>
            </p:cNvPr>
            <p:cNvSpPr>
              <a:spLocks noGrp="1"/>
            </p:cNvSpPr>
            <p:nvPr/>
          </p:nvSpPr>
          <p:spPr>
            <a:xfrm>
              <a:off x="1626394" y="6691313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7" name="scale-intermediate-green__0409">
              <a:extLst>
                <a:ext uri="{FF2B5EF4-FFF2-40B4-BE49-F238E27FC236}">
                  <a16:creationId xmlns:a16="http://schemas.microsoft.com/office/drawing/2014/main" id="{E562AB97-3486-41A2-83A7-3CE58E92DDF6}"/>
                </a:ext>
              </a:extLst>
            </p:cNvPr>
            <p:cNvSpPr>
              <a:spLocks noGrp="1"/>
            </p:cNvSpPr>
            <p:nvPr/>
          </p:nvSpPr>
          <p:spPr>
            <a:xfrm>
              <a:off x="1709738" y="6691313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8" name="scale-intermediate-green__0410">
              <a:extLst>
                <a:ext uri="{FF2B5EF4-FFF2-40B4-BE49-F238E27FC236}">
                  <a16:creationId xmlns:a16="http://schemas.microsoft.com/office/drawing/2014/main" id="{BE0740B6-8C92-4589-A82F-203F09D98331}"/>
                </a:ext>
              </a:extLst>
            </p:cNvPr>
            <p:cNvSpPr>
              <a:spLocks noGrp="1"/>
            </p:cNvSpPr>
            <p:nvPr/>
          </p:nvSpPr>
          <p:spPr>
            <a:xfrm>
              <a:off x="1793081" y="6691313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49" name="scale-intermediate-green__0411">
              <a:extLst>
                <a:ext uri="{FF2B5EF4-FFF2-40B4-BE49-F238E27FC236}">
                  <a16:creationId xmlns:a16="http://schemas.microsoft.com/office/drawing/2014/main" id="{FD739E05-AC0E-4D37-A626-36716A318AB5}"/>
                </a:ext>
              </a:extLst>
            </p:cNvPr>
            <p:cNvSpPr>
              <a:spLocks noGrp="1"/>
            </p:cNvSpPr>
            <p:nvPr/>
          </p:nvSpPr>
          <p:spPr>
            <a:xfrm>
              <a:off x="1543050" y="6784181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50" name="scale-intermediate-green__0412">
              <a:extLst>
                <a:ext uri="{FF2B5EF4-FFF2-40B4-BE49-F238E27FC236}">
                  <a16:creationId xmlns:a16="http://schemas.microsoft.com/office/drawing/2014/main" id="{426ADC90-D4B4-44C8-97A0-FBC62A835EE4}"/>
                </a:ext>
              </a:extLst>
            </p:cNvPr>
            <p:cNvSpPr>
              <a:spLocks noGrp="1"/>
            </p:cNvSpPr>
            <p:nvPr/>
          </p:nvSpPr>
          <p:spPr>
            <a:xfrm>
              <a:off x="1626394" y="6784181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51" name="scale-intermediate-green__0413">
              <a:extLst>
                <a:ext uri="{FF2B5EF4-FFF2-40B4-BE49-F238E27FC236}">
                  <a16:creationId xmlns:a16="http://schemas.microsoft.com/office/drawing/2014/main" id="{5D1238EA-DFBD-480F-99E6-C155869A1292}"/>
                </a:ext>
              </a:extLst>
            </p:cNvPr>
            <p:cNvSpPr>
              <a:spLocks noGrp="1"/>
            </p:cNvSpPr>
            <p:nvPr/>
          </p:nvSpPr>
          <p:spPr>
            <a:xfrm>
              <a:off x="1709738" y="6784181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52" name="scale-intermediate-green__0414">
              <a:extLst>
                <a:ext uri="{FF2B5EF4-FFF2-40B4-BE49-F238E27FC236}">
                  <a16:creationId xmlns:a16="http://schemas.microsoft.com/office/drawing/2014/main" id="{DD9920CB-73C1-4941-AF09-A1A0A34C9CA2}"/>
                </a:ext>
              </a:extLst>
            </p:cNvPr>
            <p:cNvSpPr>
              <a:spLocks noGrp="1"/>
            </p:cNvSpPr>
            <p:nvPr/>
          </p:nvSpPr>
          <p:spPr>
            <a:xfrm>
              <a:off x="1793081" y="6784181"/>
              <a:ext cx="83344" cy="92869"/>
            </a:xfrm>
            <a:prstGeom prst="rect">
              <a:avLst/>
            </a:prstGeom>
            <a:solidFill>
              <a:srgbClr val="DDF0B8"/>
            </a:solidFill>
            <a:ln w="6191">
              <a:solidFill>
                <a:srgbClr val="6F913C"/>
              </a:solidFill>
              <a:prstDash val="solid"/>
            </a:ln>
          </p:spPr>
        </p:sp>
        <p:sp>
          <p:nvSpPr>
            <p:cNvPr id="453" name="scale-intermediate-green__0415">
              <a:extLst>
                <a:ext uri="{FF2B5EF4-FFF2-40B4-BE49-F238E27FC236}">
                  <a16:creationId xmlns:a16="http://schemas.microsoft.com/office/drawing/2014/main" id="{7A142AF0-A316-4804-8054-854055197927}"/>
                </a:ext>
              </a:extLst>
            </p:cNvPr>
            <p:cNvSpPr>
              <a:spLocks noGrp="1"/>
            </p:cNvSpPr>
            <p:nvPr/>
          </p:nvSpPr>
          <p:spPr>
            <a:xfrm>
              <a:off x="1543050" y="6505575"/>
              <a:ext cx="333375" cy="371475"/>
            </a:xfrm>
            <a:prstGeom prst="rect">
              <a:avLst/>
            </a:prstGeom>
            <a:noFill/>
            <a:ln w="8573">
              <a:solidFill>
                <a:srgbClr val="6F913C"/>
              </a:solidFill>
              <a:prstDash val="solid"/>
            </a:ln>
          </p:spPr>
        </p:sp>
      </p:grpSp>
      <p:grpSp>
        <p:nvGrpSpPr>
          <p:cNvPr id="1694" name="scale-intermediate-orange__group_segment_27"/>
          <p:cNvGrpSpPr/>
          <p:nvPr/>
        </p:nvGrpSpPr>
        <p:grpSpPr>
          <a:xfrm>
            <a:off x="2152650" y="6419850"/>
            <a:ext cx="457200" cy="495300"/>
            <a:chOff x="2152650" y="6419850"/>
            <a:chExt cx="457200" cy="495300"/>
          </a:xfrm>
        </p:grpSpPr>
        <p:sp>
          <p:nvSpPr>
            <p:cNvPr id="454" name="scale-intermediate-orange__0416">
              <a:extLst>
                <a:ext uri="{FF2B5EF4-FFF2-40B4-BE49-F238E27FC236}">
                  <a16:creationId xmlns:a16="http://schemas.microsoft.com/office/drawing/2014/main" id="{56A6CC44-CE29-4451-8008-8269D1BAD542}"/>
                </a:ext>
              </a:extLst>
            </p:cNvPr>
            <p:cNvSpPr>
              <a:spLocks noGrp="1"/>
            </p:cNvSpPr>
            <p:nvPr/>
          </p:nvSpPr>
          <p:spPr>
            <a:xfrm>
              <a:off x="2152650" y="64198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55" name="scale-intermediate-orange__0417">
              <a:extLst>
                <a:ext uri="{FF2B5EF4-FFF2-40B4-BE49-F238E27FC236}">
                  <a16:creationId xmlns:a16="http://schemas.microsoft.com/office/drawing/2014/main" id="{C4B45069-AB3E-4755-913A-E20FC0ABFF13}"/>
                </a:ext>
              </a:extLst>
            </p:cNvPr>
            <p:cNvSpPr>
              <a:spLocks noGrp="1"/>
            </p:cNvSpPr>
            <p:nvPr/>
          </p:nvSpPr>
          <p:spPr>
            <a:xfrm>
              <a:off x="2228850" y="64198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56" name="scale-intermediate-orange__0418">
              <a:extLst>
                <a:ext uri="{FF2B5EF4-FFF2-40B4-BE49-F238E27FC236}">
                  <a16:creationId xmlns:a16="http://schemas.microsoft.com/office/drawing/2014/main" id="{77255B00-2F9E-4B79-8D2D-141C3A5265C6}"/>
                </a:ext>
              </a:extLst>
            </p:cNvPr>
            <p:cNvSpPr>
              <a:spLocks noGrp="1"/>
            </p:cNvSpPr>
            <p:nvPr/>
          </p:nvSpPr>
          <p:spPr>
            <a:xfrm>
              <a:off x="2305050" y="64198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57" name="scale-intermediate-orange__0419">
              <a:extLst>
                <a:ext uri="{FF2B5EF4-FFF2-40B4-BE49-F238E27FC236}">
                  <a16:creationId xmlns:a16="http://schemas.microsoft.com/office/drawing/2014/main" id="{47C83050-D03D-4B2F-B800-0C8201A0F754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4198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58" name="scale-intermediate-orange__0420">
              <a:extLst>
                <a:ext uri="{FF2B5EF4-FFF2-40B4-BE49-F238E27FC236}">
                  <a16:creationId xmlns:a16="http://schemas.microsoft.com/office/drawing/2014/main" id="{3D1DF7DC-B5F1-4476-A730-7EF820988021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64198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59" name="scale-intermediate-orange__0421">
              <a:extLst>
                <a:ext uri="{FF2B5EF4-FFF2-40B4-BE49-F238E27FC236}">
                  <a16:creationId xmlns:a16="http://schemas.microsoft.com/office/drawing/2014/main" id="{573B67B2-E9EA-4383-A28E-56E2A447B8FB}"/>
                </a:ext>
              </a:extLst>
            </p:cNvPr>
            <p:cNvSpPr>
              <a:spLocks noGrp="1"/>
            </p:cNvSpPr>
            <p:nvPr/>
          </p:nvSpPr>
          <p:spPr>
            <a:xfrm>
              <a:off x="2533650" y="64198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0" name="scale-intermediate-orange__0422">
              <a:extLst>
                <a:ext uri="{FF2B5EF4-FFF2-40B4-BE49-F238E27FC236}">
                  <a16:creationId xmlns:a16="http://schemas.microsoft.com/office/drawing/2014/main" id="{B8D315AD-7A87-4822-8A4D-E4495E8B27D1}"/>
                </a:ext>
              </a:extLst>
            </p:cNvPr>
            <p:cNvSpPr>
              <a:spLocks noGrp="1"/>
            </p:cNvSpPr>
            <p:nvPr/>
          </p:nvSpPr>
          <p:spPr>
            <a:xfrm>
              <a:off x="2152650" y="65024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1" name="scale-intermediate-orange__0423">
              <a:extLst>
                <a:ext uri="{FF2B5EF4-FFF2-40B4-BE49-F238E27FC236}">
                  <a16:creationId xmlns:a16="http://schemas.microsoft.com/office/drawing/2014/main" id="{81CF0F5A-08F1-444F-8F49-469049071857}"/>
                </a:ext>
              </a:extLst>
            </p:cNvPr>
            <p:cNvSpPr>
              <a:spLocks noGrp="1"/>
            </p:cNvSpPr>
            <p:nvPr/>
          </p:nvSpPr>
          <p:spPr>
            <a:xfrm>
              <a:off x="2228850" y="65024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2" name="scale-intermediate-orange__0424">
              <a:extLst>
                <a:ext uri="{FF2B5EF4-FFF2-40B4-BE49-F238E27FC236}">
                  <a16:creationId xmlns:a16="http://schemas.microsoft.com/office/drawing/2014/main" id="{475A1018-BA3A-4E3F-ABA4-9A95634DA4B1}"/>
                </a:ext>
              </a:extLst>
            </p:cNvPr>
            <p:cNvSpPr>
              <a:spLocks noGrp="1"/>
            </p:cNvSpPr>
            <p:nvPr/>
          </p:nvSpPr>
          <p:spPr>
            <a:xfrm>
              <a:off x="2305050" y="65024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3" name="scale-intermediate-orange__0425">
              <a:extLst>
                <a:ext uri="{FF2B5EF4-FFF2-40B4-BE49-F238E27FC236}">
                  <a16:creationId xmlns:a16="http://schemas.microsoft.com/office/drawing/2014/main" id="{75AA96C7-4309-4702-9720-C476EC9F7204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5024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4" name="scale-intermediate-orange__0426">
              <a:extLst>
                <a:ext uri="{FF2B5EF4-FFF2-40B4-BE49-F238E27FC236}">
                  <a16:creationId xmlns:a16="http://schemas.microsoft.com/office/drawing/2014/main" id="{5E031AFA-6F3C-4798-977D-F25EAAD375EF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65024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5" name="scale-intermediate-orange__0427">
              <a:extLst>
                <a:ext uri="{FF2B5EF4-FFF2-40B4-BE49-F238E27FC236}">
                  <a16:creationId xmlns:a16="http://schemas.microsoft.com/office/drawing/2014/main" id="{22924844-757F-4D46-8F4A-54D70A1AC54E}"/>
                </a:ext>
              </a:extLst>
            </p:cNvPr>
            <p:cNvSpPr>
              <a:spLocks noGrp="1"/>
            </p:cNvSpPr>
            <p:nvPr/>
          </p:nvSpPr>
          <p:spPr>
            <a:xfrm>
              <a:off x="2533650" y="65024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6" name="scale-intermediate-orange__0428">
              <a:extLst>
                <a:ext uri="{FF2B5EF4-FFF2-40B4-BE49-F238E27FC236}">
                  <a16:creationId xmlns:a16="http://schemas.microsoft.com/office/drawing/2014/main" id="{19B2E7EA-0C3D-4ABC-BB72-3D0F4EC43CD0}"/>
                </a:ext>
              </a:extLst>
            </p:cNvPr>
            <p:cNvSpPr>
              <a:spLocks noGrp="1"/>
            </p:cNvSpPr>
            <p:nvPr/>
          </p:nvSpPr>
          <p:spPr>
            <a:xfrm>
              <a:off x="2152650" y="65849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7" name="scale-intermediate-orange__0429">
              <a:extLst>
                <a:ext uri="{FF2B5EF4-FFF2-40B4-BE49-F238E27FC236}">
                  <a16:creationId xmlns:a16="http://schemas.microsoft.com/office/drawing/2014/main" id="{4169B8C1-DDD1-4DF9-A81A-8290C6C68F36}"/>
                </a:ext>
              </a:extLst>
            </p:cNvPr>
            <p:cNvSpPr>
              <a:spLocks noGrp="1"/>
            </p:cNvSpPr>
            <p:nvPr/>
          </p:nvSpPr>
          <p:spPr>
            <a:xfrm>
              <a:off x="2228850" y="65849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8" name="scale-intermediate-orange__0430">
              <a:extLst>
                <a:ext uri="{FF2B5EF4-FFF2-40B4-BE49-F238E27FC236}">
                  <a16:creationId xmlns:a16="http://schemas.microsoft.com/office/drawing/2014/main" id="{FCB9BBB1-7DA1-41A9-9B3B-66599662CF7A}"/>
                </a:ext>
              </a:extLst>
            </p:cNvPr>
            <p:cNvSpPr>
              <a:spLocks noGrp="1"/>
            </p:cNvSpPr>
            <p:nvPr/>
          </p:nvSpPr>
          <p:spPr>
            <a:xfrm>
              <a:off x="2305050" y="65849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69" name="scale-intermediate-orange__0431">
              <a:extLst>
                <a:ext uri="{FF2B5EF4-FFF2-40B4-BE49-F238E27FC236}">
                  <a16:creationId xmlns:a16="http://schemas.microsoft.com/office/drawing/2014/main" id="{7B26304E-AD5F-41B0-9752-33D7CD497373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5849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0" name="scale-intermediate-orange__0432">
              <a:extLst>
                <a:ext uri="{FF2B5EF4-FFF2-40B4-BE49-F238E27FC236}">
                  <a16:creationId xmlns:a16="http://schemas.microsoft.com/office/drawing/2014/main" id="{81BEBA93-5846-4140-BF99-249A76A490A1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65849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1" name="scale-intermediate-orange__0433">
              <a:extLst>
                <a:ext uri="{FF2B5EF4-FFF2-40B4-BE49-F238E27FC236}">
                  <a16:creationId xmlns:a16="http://schemas.microsoft.com/office/drawing/2014/main" id="{F62CCDB9-6342-4949-991E-A64248DCB577}"/>
                </a:ext>
              </a:extLst>
            </p:cNvPr>
            <p:cNvSpPr>
              <a:spLocks noGrp="1"/>
            </p:cNvSpPr>
            <p:nvPr/>
          </p:nvSpPr>
          <p:spPr>
            <a:xfrm>
              <a:off x="2533650" y="65849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2" name="scale-intermediate-orange__0434">
              <a:extLst>
                <a:ext uri="{FF2B5EF4-FFF2-40B4-BE49-F238E27FC236}">
                  <a16:creationId xmlns:a16="http://schemas.microsoft.com/office/drawing/2014/main" id="{49BEBF52-52AD-43F4-A352-27CD5269B743}"/>
                </a:ext>
              </a:extLst>
            </p:cNvPr>
            <p:cNvSpPr>
              <a:spLocks noGrp="1"/>
            </p:cNvSpPr>
            <p:nvPr/>
          </p:nvSpPr>
          <p:spPr>
            <a:xfrm>
              <a:off x="2152650" y="66675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3" name="scale-intermediate-orange__0435">
              <a:extLst>
                <a:ext uri="{FF2B5EF4-FFF2-40B4-BE49-F238E27FC236}">
                  <a16:creationId xmlns:a16="http://schemas.microsoft.com/office/drawing/2014/main" id="{0265E425-222B-4675-8CE8-273DF4D12AA5}"/>
                </a:ext>
              </a:extLst>
            </p:cNvPr>
            <p:cNvSpPr>
              <a:spLocks noGrp="1"/>
            </p:cNvSpPr>
            <p:nvPr/>
          </p:nvSpPr>
          <p:spPr>
            <a:xfrm>
              <a:off x="2228850" y="66675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4" name="scale-intermediate-orange__0436">
              <a:extLst>
                <a:ext uri="{FF2B5EF4-FFF2-40B4-BE49-F238E27FC236}">
                  <a16:creationId xmlns:a16="http://schemas.microsoft.com/office/drawing/2014/main" id="{218B69F0-43CB-488A-A838-2AB0DC23A08A}"/>
                </a:ext>
              </a:extLst>
            </p:cNvPr>
            <p:cNvSpPr>
              <a:spLocks noGrp="1"/>
            </p:cNvSpPr>
            <p:nvPr/>
          </p:nvSpPr>
          <p:spPr>
            <a:xfrm>
              <a:off x="2305050" y="66675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5" name="scale-intermediate-orange__0437">
              <a:extLst>
                <a:ext uri="{FF2B5EF4-FFF2-40B4-BE49-F238E27FC236}">
                  <a16:creationId xmlns:a16="http://schemas.microsoft.com/office/drawing/2014/main" id="{EECA8D0C-48DE-4325-B738-74CCD4EDAD81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6675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6" name="scale-intermediate-orange__0438">
              <a:extLst>
                <a:ext uri="{FF2B5EF4-FFF2-40B4-BE49-F238E27FC236}">
                  <a16:creationId xmlns:a16="http://schemas.microsoft.com/office/drawing/2014/main" id="{93F2AD0A-ABEB-4836-87BA-5B31F886A57B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66675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7" name="scale-intermediate-orange__0439">
              <a:extLst>
                <a:ext uri="{FF2B5EF4-FFF2-40B4-BE49-F238E27FC236}">
                  <a16:creationId xmlns:a16="http://schemas.microsoft.com/office/drawing/2014/main" id="{CAFDA318-3A98-4DE6-B224-54548F7F61F6}"/>
                </a:ext>
              </a:extLst>
            </p:cNvPr>
            <p:cNvSpPr>
              <a:spLocks noGrp="1"/>
            </p:cNvSpPr>
            <p:nvPr/>
          </p:nvSpPr>
          <p:spPr>
            <a:xfrm>
              <a:off x="2533650" y="66675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8" name="scale-intermediate-orange__0440">
              <a:extLst>
                <a:ext uri="{FF2B5EF4-FFF2-40B4-BE49-F238E27FC236}">
                  <a16:creationId xmlns:a16="http://schemas.microsoft.com/office/drawing/2014/main" id="{1E05B09D-E6A9-4D82-AA18-A384AE715B90}"/>
                </a:ext>
              </a:extLst>
            </p:cNvPr>
            <p:cNvSpPr>
              <a:spLocks noGrp="1"/>
            </p:cNvSpPr>
            <p:nvPr/>
          </p:nvSpPr>
          <p:spPr>
            <a:xfrm>
              <a:off x="2152650" y="67500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79" name="scale-intermediate-orange__0441">
              <a:extLst>
                <a:ext uri="{FF2B5EF4-FFF2-40B4-BE49-F238E27FC236}">
                  <a16:creationId xmlns:a16="http://schemas.microsoft.com/office/drawing/2014/main" id="{C0C08463-3A7B-4A08-B3CC-68C68CB94BED}"/>
                </a:ext>
              </a:extLst>
            </p:cNvPr>
            <p:cNvSpPr>
              <a:spLocks noGrp="1"/>
            </p:cNvSpPr>
            <p:nvPr/>
          </p:nvSpPr>
          <p:spPr>
            <a:xfrm>
              <a:off x="2228850" y="67500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0" name="scale-intermediate-orange__0442">
              <a:extLst>
                <a:ext uri="{FF2B5EF4-FFF2-40B4-BE49-F238E27FC236}">
                  <a16:creationId xmlns:a16="http://schemas.microsoft.com/office/drawing/2014/main" id="{C2875325-641E-4291-96B2-5075BE63D611}"/>
                </a:ext>
              </a:extLst>
            </p:cNvPr>
            <p:cNvSpPr>
              <a:spLocks noGrp="1"/>
            </p:cNvSpPr>
            <p:nvPr/>
          </p:nvSpPr>
          <p:spPr>
            <a:xfrm>
              <a:off x="2305050" y="67500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1" name="scale-intermediate-orange__0443">
              <a:extLst>
                <a:ext uri="{FF2B5EF4-FFF2-40B4-BE49-F238E27FC236}">
                  <a16:creationId xmlns:a16="http://schemas.microsoft.com/office/drawing/2014/main" id="{9B4DF498-05E3-45B3-A900-A0A4CD36D44C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7500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2" name="scale-intermediate-orange__0444">
              <a:extLst>
                <a:ext uri="{FF2B5EF4-FFF2-40B4-BE49-F238E27FC236}">
                  <a16:creationId xmlns:a16="http://schemas.microsoft.com/office/drawing/2014/main" id="{7A036CDE-84C7-4EC7-867D-9302D3E89E69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67500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3" name="scale-intermediate-orange__0445">
              <a:extLst>
                <a:ext uri="{FF2B5EF4-FFF2-40B4-BE49-F238E27FC236}">
                  <a16:creationId xmlns:a16="http://schemas.microsoft.com/office/drawing/2014/main" id="{9E79270B-26A9-4A3A-BBB3-340863B37556}"/>
                </a:ext>
              </a:extLst>
            </p:cNvPr>
            <p:cNvSpPr>
              <a:spLocks noGrp="1"/>
            </p:cNvSpPr>
            <p:nvPr/>
          </p:nvSpPr>
          <p:spPr>
            <a:xfrm>
              <a:off x="2533650" y="675005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4" name="scale-intermediate-orange__0446">
              <a:extLst>
                <a:ext uri="{FF2B5EF4-FFF2-40B4-BE49-F238E27FC236}">
                  <a16:creationId xmlns:a16="http://schemas.microsoft.com/office/drawing/2014/main" id="{9C59F464-3BC1-4A94-8152-2D545A76DF82}"/>
                </a:ext>
              </a:extLst>
            </p:cNvPr>
            <p:cNvSpPr>
              <a:spLocks noGrp="1"/>
            </p:cNvSpPr>
            <p:nvPr/>
          </p:nvSpPr>
          <p:spPr>
            <a:xfrm>
              <a:off x="2152650" y="68326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5" name="scale-intermediate-orange__0447">
              <a:extLst>
                <a:ext uri="{FF2B5EF4-FFF2-40B4-BE49-F238E27FC236}">
                  <a16:creationId xmlns:a16="http://schemas.microsoft.com/office/drawing/2014/main" id="{AD33B4CD-5B79-4CC8-9A98-B8201CCB5294}"/>
                </a:ext>
              </a:extLst>
            </p:cNvPr>
            <p:cNvSpPr>
              <a:spLocks noGrp="1"/>
            </p:cNvSpPr>
            <p:nvPr/>
          </p:nvSpPr>
          <p:spPr>
            <a:xfrm>
              <a:off x="2228850" y="68326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6" name="scale-intermediate-orange__0448">
              <a:extLst>
                <a:ext uri="{FF2B5EF4-FFF2-40B4-BE49-F238E27FC236}">
                  <a16:creationId xmlns:a16="http://schemas.microsoft.com/office/drawing/2014/main" id="{9B760D1C-972C-49A6-B12F-A2A64818BB3B}"/>
                </a:ext>
              </a:extLst>
            </p:cNvPr>
            <p:cNvSpPr>
              <a:spLocks noGrp="1"/>
            </p:cNvSpPr>
            <p:nvPr/>
          </p:nvSpPr>
          <p:spPr>
            <a:xfrm>
              <a:off x="2305050" y="68326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7" name="scale-intermediate-orange__0449">
              <a:extLst>
                <a:ext uri="{FF2B5EF4-FFF2-40B4-BE49-F238E27FC236}">
                  <a16:creationId xmlns:a16="http://schemas.microsoft.com/office/drawing/2014/main" id="{FCB9059F-06ED-42F0-B130-81F1264B0855}"/>
                </a:ext>
              </a:extLst>
            </p:cNvPr>
            <p:cNvSpPr>
              <a:spLocks noGrp="1"/>
            </p:cNvSpPr>
            <p:nvPr/>
          </p:nvSpPr>
          <p:spPr>
            <a:xfrm>
              <a:off x="2381250" y="68326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8" name="scale-intermediate-orange__0450">
              <a:extLst>
                <a:ext uri="{FF2B5EF4-FFF2-40B4-BE49-F238E27FC236}">
                  <a16:creationId xmlns:a16="http://schemas.microsoft.com/office/drawing/2014/main" id="{9A031FBE-7D97-4443-80C7-F81C50F21E4F}"/>
                </a:ext>
              </a:extLst>
            </p:cNvPr>
            <p:cNvSpPr>
              <a:spLocks noGrp="1"/>
            </p:cNvSpPr>
            <p:nvPr/>
          </p:nvSpPr>
          <p:spPr>
            <a:xfrm>
              <a:off x="2457450" y="68326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89" name="scale-intermediate-orange__0451">
              <a:extLst>
                <a:ext uri="{FF2B5EF4-FFF2-40B4-BE49-F238E27FC236}">
                  <a16:creationId xmlns:a16="http://schemas.microsoft.com/office/drawing/2014/main" id="{B57037FA-BF7B-4B9B-8E69-010135B83949}"/>
                </a:ext>
              </a:extLst>
            </p:cNvPr>
            <p:cNvSpPr>
              <a:spLocks noGrp="1"/>
            </p:cNvSpPr>
            <p:nvPr/>
          </p:nvSpPr>
          <p:spPr>
            <a:xfrm>
              <a:off x="2533650" y="6832600"/>
              <a:ext cx="76200" cy="82550"/>
            </a:xfrm>
            <a:prstGeom prst="rect">
              <a:avLst/>
            </a:prstGeom>
            <a:solidFill>
              <a:srgbClr val="FFEBCF"/>
            </a:solidFill>
            <a:ln w="6191">
              <a:solidFill>
                <a:srgbClr val="AE5D20"/>
              </a:solidFill>
              <a:prstDash val="solid"/>
            </a:ln>
          </p:spPr>
        </p:sp>
        <p:sp>
          <p:nvSpPr>
            <p:cNvPr id="490" name="scale-intermediate-orange__0452">
              <a:extLst>
                <a:ext uri="{FF2B5EF4-FFF2-40B4-BE49-F238E27FC236}">
                  <a16:creationId xmlns:a16="http://schemas.microsoft.com/office/drawing/2014/main" id="{BEC95082-F4AF-48FF-B4CA-AF6F6736DFCE}"/>
                </a:ext>
              </a:extLst>
            </p:cNvPr>
            <p:cNvSpPr>
              <a:spLocks noGrp="1"/>
            </p:cNvSpPr>
            <p:nvPr/>
          </p:nvSpPr>
          <p:spPr>
            <a:xfrm>
              <a:off x="2152650" y="6419850"/>
              <a:ext cx="457200" cy="495300"/>
            </a:xfrm>
            <a:prstGeom prst="rect">
              <a:avLst/>
            </a:prstGeom>
            <a:noFill/>
            <a:ln w="8573">
              <a:solidFill>
                <a:srgbClr val="AE5D20"/>
              </a:solidFill>
              <a:prstDash val="solid"/>
            </a:ln>
          </p:spPr>
        </p:sp>
      </p:grpSp>
      <p:sp>
        <p:nvSpPr>
          <p:cNvPr id="491" name="scale-sequence__0453">
            <a:extLst>
              <a:ext uri="{FF2B5EF4-FFF2-40B4-BE49-F238E27FC236}">
                <a16:creationId xmlns:a16="http://schemas.microsoft.com/office/drawing/2014/main" id="{F7B8BFBE-1D3F-4454-A41E-900F5CEA8C81}"/>
              </a:ext>
            </a:extLst>
          </p:cNvPr>
          <p:cNvSpPr>
            <a:spLocks noGrp="1"/>
          </p:cNvSpPr>
          <p:nvPr/>
        </p:nvSpPr>
        <p:spPr>
          <a:xfrm>
            <a:off x="1543050" y="7019925"/>
            <a:ext cx="28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lnSpc>
                <a:spcPct val="115000"/>
              </a:lnSpc>
              <a:buNone/>
              <a:def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grpSp>
        <p:nvGrpSpPr>
          <p:cNvPr id="1695" name="scale-8__group_segment_28"/>
          <p:cNvGrpSpPr/>
          <p:nvPr/>
        </p:nvGrpSpPr>
        <p:grpSpPr>
          <a:xfrm>
            <a:off x="2886075" y="6257925"/>
            <a:ext cx="638175" cy="1095375"/>
            <a:chOff x="2886075" y="6257925"/>
            <a:chExt cx="638175" cy="1095375"/>
          </a:xfrm>
        </p:grpSpPr>
        <p:sp>
          <p:nvSpPr>
            <p:cNvPr id="492" name="scale-8__0454">
              <a:extLst>
                <a:ext uri="{FF2B5EF4-FFF2-40B4-BE49-F238E27FC236}">
                  <a16:creationId xmlns:a16="http://schemas.microsoft.com/office/drawing/2014/main" id="{69D1D210-DC87-4EF0-8329-306B4D1E4C6E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257925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493" name="scale-8__0455">
              <a:extLst>
                <a:ext uri="{FF2B5EF4-FFF2-40B4-BE49-F238E27FC236}">
                  <a16:creationId xmlns:a16="http://schemas.microsoft.com/office/drawing/2014/main" id="{336CD5DF-4D4B-4A0D-B5F7-FBA1F771B492}"/>
                </a:ext>
              </a:extLst>
            </p:cNvPr>
            <p:cNvSpPr>
              <a:spLocks noGrp="1"/>
            </p:cNvSpPr>
            <p:nvPr/>
          </p:nvSpPr>
          <p:spPr>
            <a:xfrm>
              <a:off x="2965847" y="6257925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494" name="scale-8__0456">
              <a:extLst>
                <a:ext uri="{FF2B5EF4-FFF2-40B4-BE49-F238E27FC236}">
                  <a16:creationId xmlns:a16="http://schemas.microsoft.com/office/drawing/2014/main" id="{32024010-A4B5-48B6-852E-3F8BDD4A3E47}"/>
                </a:ext>
              </a:extLst>
            </p:cNvPr>
            <p:cNvSpPr>
              <a:spLocks noGrp="1"/>
            </p:cNvSpPr>
            <p:nvPr/>
          </p:nvSpPr>
          <p:spPr>
            <a:xfrm>
              <a:off x="3045619" y="6257925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495" name="scale-8__0457">
              <a:extLst>
                <a:ext uri="{FF2B5EF4-FFF2-40B4-BE49-F238E27FC236}">
                  <a16:creationId xmlns:a16="http://schemas.microsoft.com/office/drawing/2014/main" id="{5B357287-BD25-48A7-956A-C4BBD1A3C2AC}"/>
                </a:ext>
              </a:extLst>
            </p:cNvPr>
            <p:cNvSpPr>
              <a:spLocks noGrp="1"/>
            </p:cNvSpPr>
            <p:nvPr/>
          </p:nvSpPr>
          <p:spPr>
            <a:xfrm>
              <a:off x="3125391" y="6257925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496" name="scale-8__0458">
              <a:extLst>
                <a:ext uri="{FF2B5EF4-FFF2-40B4-BE49-F238E27FC236}">
                  <a16:creationId xmlns:a16="http://schemas.microsoft.com/office/drawing/2014/main" id="{C02A3280-7680-4A2F-8358-D7E93B99E52B}"/>
                </a:ext>
              </a:extLst>
            </p:cNvPr>
            <p:cNvSpPr>
              <a:spLocks noGrp="1"/>
            </p:cNvSpPr>
            <p:nvPr/>
          </p:nvSpPr>
          <p:spPr>
            <a:xfrm>
              <a:off x="3205163" y="6257925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497" name="scale-8__0459">
              <a:extLst>
                <a:ext uri="{FF2B5EF4-FFF2-40B4-BE49-F238E27FC236}">
                  <a16:creationId xmlns:a16="http://schemas.microsoft.com/office/drawing/2014/main" id="{5FD4A914-C8A1-4ED9-A8E5-08484821CA1D}"/>
                </a:ext>
              </a:extLst>
            </p:cNvPr>
            <p:cNvSpPr>
              <a:spLocks noGrp="1"/>
            </p:cNvSpPr>
            <p:nvPr/>
          </p:nvSpPr>
          <p:spPr>
            <a:xfrm>
              <a:off x="3284934" y="6257925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498" name="scale-8__0460">
              <a:extLst>
                <a:ext uri="{FF2B5EF4-FFF2-40B4-BE49-F238E27FC236}">
                  <a16:creationId xmlns:a16="http://schemas.microsoft.com/office/drawing/2014/main" id="{C635227A-EF52-4AFB-AB45-EEBE8D2D76BE}"/>
                </a:ext>
              </a:extLst>
            </p:cNvPr>
            <p:cNvSpPr>
              <a:spLocks noGrp="1"/>
            </p:cNvSpPr>
            <p:nvPr/>
          </p:nvSpPr>
          <p:spPr>
            <a:xfrm>
              <a:off x="3364706" y="6257925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499" name="scale-8__0461">
              <a:extLst>
                <a:ext uri="{FF2B5EF4-FFF2-40B4-BE49-F238E27FC236}">
                  <a16:creationId xmlns:a16="http://schemas.microsoft.com/office/drawing/2014/main" id="{BA712F51-4484-4531-B420-26EAA2929577}"/>
                </a:ext>
              </a:extLst>
            </p:cNvPr>
            <p:cNvSpPr>
              <a:spLocks noGrp="1"/>
            </p:cNvSpPr>
            <p:nvPr/>
          </p:nvSpPr>
          <p:spPr>
            <a:xfrm>
              <a:off x="3444478" y="6257925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0" name="scale-8__0462">
              <a:extLst>
                <a:ext uri="{FF2B5EF4-FFF2-40B4-BE49-F238E27FC236}">
                  <a16:creationId xmlns:a16="http://schemas.microsoft.com/office/drawing/2014/main" id="{15B5D938-384E-4ADF-9DE8-CB823E7D0296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346031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1" name="scale-8__0463">
              <a:extLst>
                <a:ext uri="{FF2B5EF4-FFF2-40B4-BE49-F238E27FC236}">
                  <a16:creationId xmlns:a16="http://schemas.microsoft.com/office/drawing/2014/main" id="{688C0F9B-2560-4F21-A5A6-C543AFA3A222}"/>
                </a:ext>
              </a:extLst>
            </p:cNvPr>
            <p:cNvSpPr>
              <a:spLocks noGrp="1"/>
            </p:cNvSpPr>
            <p:nvPr/>
          </p:nvSpPr>
          <p:spPr>
            <a:xfrm>
              <a:off x="2965847" y="6346031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2" name="scale-8__0464">
              <a:extLst>
                <a:ext uri="{FF2B5EF4-FFF2-40B4-BE49-F238E27FC236}">
                  <a16:creationId xmlns:a16="http://schemas.microsoft.com/office/drawing/2014/main" id="{CD630F5C-B477-491C-8E25-AC350B228286}"/>
                </a:ext>
              </a:extLst>
            </p:cNvPr>
            <p:cNvSpPr>
              <a:spLocks noGrp="1"/>
            </p:cNvSpPr>
            <p:nvPr/>
          </p:nvSpPr>
          <p:spPr>
            <a:xfrm>
              <a:off x="3045619" y="6346031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3" name="scale-8__0465">
              <a:extLst>
                <a:ext uri="{FF2B5EF4-FFF2-40B4-BE49-F238E27FC236}">
                  <a16:creationId xmlns:a16="http://schemas.microsoft.com/office/drawing/2014/main" id="{3D5AFB9A-6A45-46D7-928C-56F990762F55}"/>
                </a:ext>
              </a:extLst>
            </p:cNvPr>
            <p:cNvSpPr>
              <a:spLocks noGrp="1"/>
            </p:cNvSpPr>
            <p:nvPr/>
          </p:nvSpPr>
          <p:spPr>
            <a:xfrm>
              <a:off x="3125391" y="6346031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4" name="scale-8__0466">
              <a:extLst>
                <a:ext uri="{FF2B5EF4-FFF2-40B4-BE49-F238E27FC236}">
                  <a16:creationId xmlns:a16="http://schemas.microsoft.com/office/drawing/2014/main" id="{F8C72A13-0AAF-42AD-97D3-7455AC94C1BE}"/>
                </a:ext>
              </a:extLst>
            </p:cNvPr>
            <p:cNvSpPr>
              <a:spLocks noGrp="1"/>
            </p:cNvSpPr>
            <p:nvPr/>
          </p:nvSpPr>
          <p:spPr>
            <a:xfrm>
              <a:off x="3205163" y="6346031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5" name="scale-8__0467">
              <a:extLst>
                <a:ext uri="{FF2B5EF4-FFF2-40B4-BE49-F238E27FC236}">
                  <a16:creationId xmlns:a16="http://schemas.microsoft.com/office/drawing/2014/main" id="{1060F885-D6D0-43AD-98FC-DF25CABDD8A7}"/>
                </a:ext>
              </a:extLst>
            </p:cNvPr>
            <p:cNvSpPr>
              <a:spLocks noGrp="1"/>
            </p:cNvSpPr>
            <p:nvPr/>
          </p:nvSpPr>
          <p:spPr>
            <a:xfrm>
              <a:off x="3284934" y="6346031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6" name="scale-8__0468">
              <a:extLst>
                <a:ext uri="{FF2B5EF4-FFF2-40B4-BE49-F238E27FC236}">
                  <a16:creationId xmlns:a16="http://schemas.microsoft.com/office/drawing/2014/main" id="{A6C5D4D1-AE03-404F-BA6F-1629FEEF712A}"/>
                </a:ext>
              </a:extLst>
            </p:cNvPr>
            <p:cNvSpPr>
              <a:spLocks noGrp="1"/>
            </p:cNvSpPr>
            <p:nvPr/>
          </p:nvSpPr>
          <p:spPr>
            <a:xfrm>
              <a:off x="3364706" y="6346031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7" name="scale-8__0469">
              <a:extLst>
                <a:ext uri="{FF2B5EF4-FFF2-40B4-BE49-F238E27FC236}">
                  <a16:creationId xmlns:a16="http://schemas.microsoft.com/office/drawing/2014/main" id="{A7EBFAFC-EE7E-4D01-A0C0-DD8AE639943A}"/>
                </a:ext>
              </a:extLst>
            </p:cNvPr>
            <p:cNvSpPr>
              <a:spLocks noGrp="1"/>
            </p:cNvSpPr>
            <p:nvPr/>
          </p:nvSpPr>
          <p:spPr>
            <a:xfrm>
              <a:off x="3444478" y="6346031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8" name="scale-8__0470">
              <a:extLst>
                <a:ext uri="{FF2B5EF4-FFF2-40B4-BE49-F238E27FC236}">
                  <a16:creationId xmlns:a16="http://schemas.microsoft.com/office/drawing/2014/main" id="{F9997F80-5355-4DB2-A8D2-9460C5A4A1F8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434138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09" name="scale-8__0471">
              <a:extLst>
                <a:ext uri="{FF2B5EF4-FFF2-40B4-BE49-F238E27FC236}">
                  <a16:creationId xmlns:a16="http://schemas.microsoft.com/office/drawing/2014/main" id="{96DD7266-DA46-4CC2-AE79-62027DDF299F}"/>
                </a:ext>
              </a:extLst>
            </p:cNvPr>
            <p:cNvSpPr>
              <a:spLocks noGrp="1"/>
            </p:cNvSpPr>
            <p:nvPr/>
          </p:nvSpPr>
          <p:spPr>
            <a:xfrm>
              <a:off x="2965847" y="6434138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0" name="scale-8__0472">
              <a:extLst>
                <a:ext uri="{FF2B5EF4-FFF2-40B4-BE49-F238E27FC236}">
                  <a16:creationId xmlns:a16="http://schemas.microsoft.com/office/drawing/2014/main" id="{2046D963-0321-459C-8A36-7DC7753E40CD}"/>
                </a:ext>
              </a:extLst>
            </p:cNvPr>
            <p:cNvSpPr>
              <a:spLocks noGrp="1"/>
            </p:cNvSpPr>
            <p:nvPr/>
          </p:nvSpPr>
          <p:spPr>
            <a:xfrm>
              <a:off x="3045619" y="6434138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1" name="scale-8__0473">
              <a:extLst>
                <a:ext uri="{FF2B5EF4-FFF2-40B4-BE49-F238E27FC236}">
                  <a16:creationId xmlns:a16="http://schemas.microsoft.com/office/drawing/2014/main" id="{5F6F7AF1-8183-4CE4-A5C3-A3AB75AE6EE9}"/>
                </a:ext>
              </a:extLst>
            </p:cNvPr>
            <p:cNvSpPr>
              <a:spLocks noGrp="1"/>
            </p:cNvSpPr>
            <p:nvPr/>
          </p:nvSpPr>
          <p:spPr>
            <a:xfrm>
              <a:off x="3125391" y="6434138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2" name="scale-8__0474">
              <a:extLst>
                <a:ext uri="{FF2B5EF4-FFF2-40B4-BE49-F238E27FC236}">
                  <a16:creationId xmlns:a16="http://schemas.microsoft.com/office/drawing/2014/main" id="{247ACF51-AD35-4F27-AAE7-0C6B2D5F29E5}"/>
                </a:ext>
              </a:extLst>
            </p:cNvPr>
            <p:cNvSpPr>
              <a:spLocks noGrp="1"/>
            </p:cNvSpPr>
            <p:nvPr/>
          </p:nvSpPr>
          <p:spPr>
            <a:xfrm>
              <a:off x="3205163" y="6434138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3" name="scale-8__0475">
              <a:extLst>
                <a:ext uri="{FF2B5EF4-FFF2-40B4-BE49-F238E27FC236}">
                  <a16:creationId xmlns:a16="http://schemas.microsoft.com/office/drawing/2014/main" id="{9C75E61F-BE69-4F9B-AB33-9E3173C839F9}"/>
                </a:ext>
              </a:extLst>
            </p:cNvPr>
            <p:cNvSpPr>
              <a:spLocks noGrp="1"/>
            </p:cNvSpPr>
            <p:nvPr/>
          </p:nvSpPr>
          <p:spPr>
            <a:xfrm>
              <a:off x="3284934" y="6434138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4" name="scale-8__0476">
              <a:extLst>
                <a:ext uri="{FF2B5EF4-FFF2-40B4-BE49-F238E27FC236}">
                  <a16:creationId xmlns:a16="http://schemas.microsoft.com/office/drawing/2014/main" id="{5E477DDD-D3D4-4B8E-B316-83821676AEC5}"/>
                </a:ext>
              </a:extLst>
            </p:cNvPr>
            <p:cNvSpPr>
              <a:spLocks noGrp="1"/>
            </p:cNvSpPr>
            <p:nvPr/>
          </p:nvSpPr>
          <p:spPr>
            <a:xfrm>
              <a:off x="3364706" y="6434138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5" name="scale-8__0477">
              <a:extLst>
                <a:ext uri="{FF2B5EF4-FFF2-40B4-BE49-F238E27FC236}">
                  <a16:creationId xmlns:a16="http://schemas.microsoft.com/office/drawing/2014/main" id="{2395BD64-31CD-4E2D-B1C7-8C4671724B97}"/>
                </a:ext>
              </a:extLst>
            </p:cNvPr>
            <p:cNvSpPr>
              <a:spLocks noGrp="1"/>
            </p:cNvSpPr>
            <p:nvPr/>
          </p:nvSpPr>
          <p:spPr>
            <a:xfrm>
              <a:off x="3444478" y="6434138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6" name="scale-8__0478">
              <a:extLst>
                <a:ext uri="{FF2B5EF4-FFF2-40B4-BE49-F238E27FC236}">
                  <a16:creationId xmlns:a16="http://schemas.microsoft.com/office/drawing/2014/main" id="{7EE71314-BB2E-4CAC-8F60-B352666D75DD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522244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7" name="scale-8__0479">
              <a:extLst>
                <a:ext uri="{FF2B5EF4-FFF2-40B4-BE49-F238E27FC236}">
                  <a16:creationId xmlns:a16="http://schemas.microsoft.com/office/drawing/2014/main" id="{EA198029-D711-4D93-B8DD-77AC3E323D4E}"/>
                </a:ext>
              </a:extLst>
            </p:cNvPr>
            <p:cNvSpPr>
              <a:spLocks noGrp="1"/>
            </p:cNvSpPr>
            <p:nvPr/>
          </p:nvSpPr>
          <p:spPr>
            <a:xfrm>
              <a:off x="2965847" y="6522244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8" name="scale-8__0480">
              <a:extLst>
                <a:ext uri="{FF2B5EF4-FFF2-40B4-BE49-F238E27FC236}">
                  <a16:creationId xmlns:a16="http://schemas.microsoft.com/office/drawing/2014/main" id="{92BE2CD0-0BA3-4FC8-8471-D9D9B4A7B009}"/>
                </a:ext>
              </a:extLst>
            </p:cNvPr>
            <p:cNvSpPr>
              <a:spLocks noGrp="1"/>
            </p:cNvSpPr>
            <p:nvPr/>
          </p:nvSpPr>
          <p:spPr>
            <a:xfrm>
              <a:off x="3045619" y="6522244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19" name="scale-8__0481">
              <a:extLst>
                <a:ext uri="{FF2B5EF4-FFF2-40B4-BE49-F238E27FC236}">
                  <a16:creationId xmlns:a16="http://schemas.microsoft.com/office/drawing/2014/main" id="{DF8C4CC0-D0A9-49AA-9665-1115888AAFAE}"/>
                </a:ext>
              </a:extLst>
            </p:cNvPr>
            <p:cNvSpPr>
              <a:spLocks noGrp="1"/>
            </p:cNvSpPr>
            <p:nvPr/>
          </p:nvSpPr>
          <p:spPr>
            <a:xfrm>
              <a:off x="3125391" y="6522244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0" name="scale-8__0482">
              <a:extLst>
                <a:ext uri="{FF2B5EF4-FFF2-40B4-BE49-F238E27FC236}">
                  <a16:creationId xmlns:a16="http://schemas.microsoft.com/office/drawing/2014/main" id="{BC624AD1-AC54-4557-997A-03550A11838F}"/>
                </a:ext>
              </a:extLst>
            </p:cNvPr>
            <p:cNvSpPr>
              <a:spLocks noGrp="1"/>
            </p:cNvSpPr>
            <p:nvPr/>
          </p:nvSpPr>
          <p:spPr>
            <a:xfrm>
              <a:off x="3205163" y="6522244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1" name="scale-8__0483">
              <a:extLst>
                <a:ext uri="{FF2B5EF4-FFF2-40B4-BE49-F238E27FC236}">
                  <a16:creationId xmlns:a16="http://schemas.microsoft.com/office/drawing/2014/main" id="{45EA1180-BEB5-4E4B-B3EF-EA6D7241929D}"/>
                </a:ext>
              </a:extLst>
            </p:cNvPr>
            <p:cNvSpPr>
              <a:spLocks noGrp="1"/>
            </p:cNvSpPr>
            <p:nvPr/>
          </p:nvSpPr>
          <p:spPr>
            <a:xfrm>
              <a:off x="3284934" y="6522244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2" name="scale-8__0484">
              <a:extLst>
                <a:ext uri="{FF2B5EF4-FFF2-40B4-BE49-F238E27FC236}">
                  <a16:creationId xmlns:a16="http://schemas.microsoft.com/office/drawing/2014/main" id="{C8C627C6-3606-46AE-8A03-0D0DB6B17026}"/>
                </a:ext>
              </a:extLst>
            </p:cNvPr>
            <p:cNvSpPr>
              <a:spLocks noGrp="1"/>
            </p:cNvSpPr>
            <p:nvPr/>
          </p:nvSpPr>
          <p:spPr>
            <a:xfrm>
              <a:off x="3364706" y="6522244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3" name="scale-8__0485">
              <a:extLst>
                <a:ext uri="{FF2B5EF4-FFF2-40B4-BE49-F238E27FC236}">
                  <a16:creationId xmlns:a16="http://schemas.microsoft.com/office/drawing/2014/main" id="{6A43F2AF-3C89-40D6-8EEE-8C76FD064338}"/>
                </a:ext>
              </a:extLst>
            </p:cNvPr>
            <p:cNvSpPr>
              <a:spLocks noGrp="1"/>
            </p:cNvSpPr>
            <p:nvPr/>
          </p:nvSpPr>
          <p:spPr>
            <a:xfrm>
              <a:off x="3444478" y="6522244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4" name="scale-8__0486">
              <a:extLst>
                <a:ext uri="{FF2B5EF4-FFF2-40B4-BE49-F238E27FC236}">
                  <a16:creationId xmlns:a16="http://schemas.microsoft.com/office/drawing/2014/main" id="{7E374D73-6FA3-4010-B021-3D81883A455A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610350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5" name="scale-8__0487">
              <a:extLst>
                <a:ext uri="{FF2B5EF4-FFF2-40B4-BE49-F238E27FC236}">
                  <a16:creationId xmlns:a16="http://schemas.microsoft.com/office/drawing/2014/main" id="{64B56748-8B14-4A0B-80DB-E3BA6DECDDF8}"/>
                </a:ext>
              </a:extLst>
            </p:cNvPr>
            <p:cNvSpPr>
              <a:spLocks noGrp="1"/>
            </p:cNvSpPr>
            <p:nvPr/>
          </p:nvSpPr>
          <p:spPr>
            <a:xfrm>
              <a:off x="2965847" y="6610350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6" name="scale-8__0488">
              <a:extLst>
                <a:ext uri="{FF2B5EF4-FFF2-40B4-BE49-F238E27FC236}">
                  <a16:creationId xmlns:a16="http://schemas.microsoft.com/office/drawing/2014/main" id="{0BB78A84-6778-414D-AAF4-40C3369E7FFC}"/>
                </a:ext>
              </a:extLst>
            </p:cNvPr>
            <p:cNvSpPr>
              <a:spLocks noGrp="1"/>
            </p:cNvSpPr>
            <p:nvPr/>
          </p:nvSpPr>
          <p:spPr>
            <a:xfrm>
              <a:off x="3045619" y="6610350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7" name="scale-8__0489">
              <a:extLst>
                <a:ext uri="{FF2B5EF4-FFF2-40B4-BE49-F238E27FC236}">
                  <a16:creationId xmlns:a16="http://schemas.microsoft.com/office/drawing/2014/main" id="{B34BB35D-5DF7-45F0-8657-C087DAF025A0}"/>
                </a:ext>
              </a:extLst>
            </p:cNvPr>
            <p:cNvSpPr>
              <a:spLocks noGrp="1"/>
            </p:cNvSpPr>
            <p:nvPr/>
          </p:nvSpPr>
          <p:spPr>
            <a:xfrm>
              <a:off x="3125391" y="6610350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8" name="scale-8__0490">
              <a:extLst>
                <a:ext uri="{FF2B5EF4-FFF2-40B4-BE49-F238E27FC236}">
                  <a16:creationId xmlns:a16="http://schemas.microsoft.com/office/drawing/2014/main" id="{A31F5D11-E3C2-4450-BFB3-CD8F7936EFF8}"/>
                </a:ext>
              </a:extLst>
            </p:cNvPr>
            <p:cNvSpPr>
              <a:spLocks noGrp="1"/>
            </p:cNvSpPr>
            <p:nvPr/>
          </p:nvSpPr>
          <p:spPr>
            <a:xfrm>
              <a:off x="3205163" y="6610350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29" name="scale-8__0491">
              <a:extLst>
                <a:ext uri="{FF2B5EF4-FFF2-40B4-BE49-F238E27FC236}">
                  <a16:creationId xmlns:a16="http://schemas.microsoft.com/office/drawing/2014/main" id="{F945C55A-4697-4FBD-B782-9B00308EDEDF}"/>
                </a:ext>
              </a:extLst>
            </p:cNvPr>
            <p:cNvSpPr>
              <a:spLocks noGrp="1"/>
            </p:cNvSpPr>
            <p:nvPr/>
          </p:nvSpPr>
          <p:spPr>
            <a:xfrm>
              <a:off x="3284934" y="6610350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0" name="scale-8__0492">
              <a:extLst>
                <a:ext uri="{FF2B5EF4-FFF2-40B4-BE49-F238E27FC236}">
                  <a16:creationId xmlns:a16="http://schemas.microsoft.com/office/drawing/2014/main" id="{176BAE70-5374-47C8-B019-58B3A9BD5465}"/>
                </a:ext>
              </a:extLst>
            </p:cNvPr>
            <p:cNvSpPr>
              <a:spLocks noGrp="1"/>
            </p:cNvSpPr>
            <p:nvPr/>
          </p:nvSpPr>
          <p:spPr>
            <a:xfrm>
              <a:off x="3364706" y="6610350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1" name="scale-8__0493">
              <a:extLst>
                <a:ext uri="{FF2B5EF4-FFF2-40B4-BE49-F238E27FC236}">
                  <a16:creationId xmlns:a16="http://schemas.microsoft.com/office/drawing/2014/main" id="{5E07E607-0F8B-4484-87ED-F0927296B208}"/>
                </a:ext>
              </a:extLst>
            </p:cNvPr>
            <p:cNvSpPr>
              <a:spLocks noGrp="1"/>
            </p:cNvSpPr>
            <p:nvPr/>
          </p:nvSpPr>
          <p:spPr>
            <a:xfrm>
              <a:off x="3444478" y="6610350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2" name="scale-8__0494">
              <a:extLst>
                <a:ext uri="{FF2B5EF4-FFF2-40B4-BE49-F238E27FC236}">
                  <a16:creationId xmlns:a16="http://schemas.microsoft.com/office/drawing/2014/main" id="{193A1E7A-FD2E-4084-A36B-6521057CA405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698456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3" name="scale-8__0495">
              <a:extLst>
                <a:ext uri="{FF2B5EF4-FFF2-40B4-BE49-F238E27FC236}">
                  <a16:creationId xmlns:a16="http://schemas.microsoft.com/office/drawing/2014/main" id="{DCDF3942-F6FE-4B22-8708-0F6227FCDA7E}"/>
                </a:ext>
              </a:extLst>
            </p:cNvPr>
            <p:cNvSpPr>
              <a:spLocks noGrp="1"/>
            </p:cNvSpPr>
            <p:nvPr/>
          </p:nvSpPr>
          <p:spPr>
            <a:xfrm>
              <a:off x="2965847" y="6698456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4" name="scale-8__0496">
              <a:extLst>
                <a:ext uri="{FF2B5EF4-FFF2-40B4-BE49-F238E27FC236}">
                  <a16:creationId xmlns:a16="http://schemas.microsoft.com/office/drawing/2014/main" id="{AD3C7DBE-259D-4C85-AF69-C3702EF7F7F8}"/>
                </a:ext>
              </a:extLst>
            </p:cNvPr>
            <p:cNvSpPr>
              <a:spLocks noGrp="1"/>
            </p:cNvSpPr>
            <p:nvPr/>
          </p:nvSpPr>
          <p:spPr>
            <a:xfrm>
              <a:off x="3045619" y="6698456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5" name="scale-8__0497">
              <a:extLst>
                <a:ext uri="{FF2B5EF4-FFF2-40B4-BE49-F238E27FC236}">
                  <a16:creationId xmlns:a16="http://schemas.microsoft.com/office/drawing/2014/main" id="{E497CB6F-8F76-42E5-A869-D8A2B7D6BC6F}"/>
                </a:ext>
              </a:extLst>
            </p:cNvPr>
            <p:cNvSpPr>
              <a:spLocks noGrp="1"/>
            </p:cNvSpPr>
            <p:nvPr/>
          </p:nvSpPr>
          <p:spPr>
            <a:xfrm>
              <a:off x="3125391" y="6698456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6" name="scale-8__0498">
              <a:extLst>
                <a:ext uri="{FF2B5EF4-FFF2-40B4-BE49-F238E27FC236}">
                  <a16:creationId xmlns:a16="http://schemas.microsoft.com/office/drawing/2014/main" id="{0BFD01A8-5A7F-4379-9121-E303FE814DB8}"/>
                </a:ext>
              </a:extLst>
            </p:cNvPr>
            <p:cNvSpPr>
              <a:spLocks noGrp="1"/>
            </p:cNvSpPr>
            <p:nvPr/>
          </p:nvSpPr>
          <p:spPr>
            <a:xfrm>
              <a:off x="3205163" y="6698456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7" name="scale-8__0499">
              <a:extLst>
                <a:ext uri="{FF2B5EF4-FFF2-40B4-BE49-F238E27FC236}">
                  <a16:creationId xmlns:a16="http://schemas.microsoft.com/office/drawing/2014/main" id="{968592FE-5CD1-45A6-B8FA-EEB0A44206D4}"/>
                </a:ext>
              </a:extLst>
            </p:cNvPr>
            <p:cNvSpPr>
              <a:spLocks noGrp="1"/>
            </p:cNvSpPr>
            <p:nvPr/>
          </p:nvSpPr>
          <p:spPr>
            <a:xfrm>
              <a:off x="3284934" y="6698456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8" name="scale-8__0500">
              <a:extLst>
                <a:ext uri="{FF2B5EF4-FFF2-40B4-BE49-F238E27FC236}">
                  <a16:creationId xmlns:a16="http://schemas.microsoft.com/office/drawing/2014/main" id="{5B4C7AB7-E535-4DAE-A168-259827A60A90}"/>
                </a:ext>
              </a:extLst>
            </p:cNvPr>
            <p:cNvSpPr>
              <a:spLocks noGrp="1"/>
            </p:cNvSpPr>
            <p:nvPr/>
          </p:nvSpPr>
          <p:spPr>
            <a:xfrm>
              <a:off x="3364706" y="6698456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39" name="scale-8__0501">
              <a:extLst>
                <a:ext uri="{FF2B5EF4-FFF2-40B4-BE49-F238E27FC236}">
                  <a16:creationId xmlns:a16="http://schemas.microsoft.com/office/drawing/2014/main" id="{A64AF827-8AB4-44F2-8AE4-62F81C453D6B}"/>
                </a:ext>
              </a:extLst>
            </p:cNvPr>
            <p:cNvSpPr>
              <a:spLocks noGrp="1"/>
            </p:cNvSpPr>
            <p:nvPr/>
          </p:nvSpPr>
          <p:spPr>
            <a:xfrm>
              <a:off x="3444478" y="6698456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0" name="scale-8__0502">
              <a:extLst>
                <a:ext uri="{FF2B5EF4-FFF2-40B4-BE49-F238E27FC236}">
                  <a16:creationId xmlns:a16="http://schemas.microsoft.com/office/drawing/2014/main" id="{6D3E5830-2BF5-4603-88B0-65258F659729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786563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1" name="scale-8__0503">
              <a:extLst>
                <a:ext uri="{FF2B5EF4-FFF2-40B4-BE49-F238E27FC236}">
                  <a16:creationId xmlns:a16="http://schemas.microsoft.com/office/drawing/2014/main" id="{8E76C951-1B96-4CA0-BA91-4CD751F85C4E}"/>
                </a:ext>
              </a:extLst>
            </p:cNvPr>
            <p:cNvSpPr>
              <a:spLocks noGrp="1"/>
            </p:cNvSpPr>
            <p:nvPr/>
          </p:nvSpPr>
          <p:spPr>
            <a:xfrm>
              <a:off x="2965847" y="6786563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2" name="scale-8__0504">
              <a:extLst>
                <a:ext uri="{FF2B5EF4-FFF2-40B4-BE49-F238E27FC236}">
                  <a16:creationId xmlns:a16="http://schemas.microsoft.com/office/drawing/2014/main" id="{B2372324-E6C4-4D81-907C-D5304F01EED2}"/>
                </a:ext>
              </a:extLst>
            </p:cNvPr>
            <p:cNvSpPr>
              <a:spLocks noGrp="1"/>
            </p:cNvSpPr>
            <p:nvPr/>
          </p:nvSpPr>
          <p:spPr>
            <a:xfrm>
              <a:off x="3045619" y="6786563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3" name="scale-8__0505">
              <a:extLst>
                <a:ext uri="{FF2B5EF4-FFF2-40B4-BE49-F238E27FC236}">
                  <a16:creationId xmlns:a16="http://schemas.microsoft.com/office/drawing/2014/main" id="{0AF89F42-A507-471D-BBEC-93EB3D4192D8}"/>
                </a:ext>
              </a:extLst>
            </p:cNvPr>
            <p:cNvSpPr>
              <a:spLocks noGrp="1"/>
            </p:cNvSpPr>
            <p:nvPr/>
          </p:nvSpPr>
          <p:spPr>
            <a:xfrm>
              <a:off x="3125391" y="6786563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4" name="scale-8__0506">
              <a:extLst>
                <a:ext uri="{FF2B5EF4-FFF2-40B4-BE49-F238E27FC236}">
                  <a16:creationId xmlns:a16="http://schemas.microsoft.com/office/drawing/2014/main" id="{1505D9FD-B3C4-4F8A-850A-5877DDF2E503}"/>
                </a:ext>
              </a:extLst>
            </p:cNvPr>
            <p:cNvSpPr>
              <a:spLocks noGrp="1"/>
            </p:cNvSpPr>
            <p:nvPr/>
          </p:nvSpPr>
          <p:spPr>
            <a:xfrm>
              <a:off x="3205163" y="6786563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5" name="scale-8__0507">
              <a:extLst>
                <a:ext uri="{FF2B5EF4-FFF2-40B4-BE49-F238E27FC236}">
                  <a16:creationId xmlns:a16="http://schemas.microsoft.com/office/drawing/2014/main" id="{7A31DDE6-065B-4B7C-92B6-5D8415E4E0F2}"/>
                </a:ext>
              </a:extLst>
            </p:cNvPr>
            <p:cNvSpPr>
              <a:spLocks noGrp="1"/>
            </p:cNvSpPr>
            <p:nvPr/>
          </p:nvSpPr>
          <p:spPr>
            <a:xfrm>
              <a:off x="3284934" y="6786563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6" name="scale-8__0508">
              <a:extLst>
                <a:ext uri="{FF2B5EF4-FFF2-40B4-BE49-F238E27FC236}">
                  <a16:creationId xmlns:a16="http://schemas.microsoft.com/office/drawing/2014/main" id="{4F5E33F3-708E-4127-BFDD-79C76BF4889C}"/>
                </a:ext>
              </a:extLst>
            </p:cNvPr>
            <p:cNvSpPr>
              <a:spLocks noGrp="1"/>
            </p:cNvSpPr>
            <p:nvPr/>
          </p:nvSpPr>
          <p:spPr>
            <a:xfrm>
              <a:off x="3364706" y="6786563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7" name="scale-8__0509">
              <a:extLst>
                <a:ext uri="{FF2B5EF4-FFF2-40B4-BE49-F238E27FC236}">
                  <a16:creationId xmlns:a16="http://schemas.microsoft.com/office/drawing/2014/main" id="{87F89D20-E30B-403B-8440-93F20ED0CA43}"/>
                </a:ext>
              </a:extLst>
            </p:cNvPr>
            <p:cNvSpPr>
              <a:spLocks noGrp="1"/>
            </p:cNvSpPr>
            <p:nvPr/>
          </p:nvSpPr>
          <p:spPr>
            <a:xfrm>
              <a:off x="3444478" y="6786563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8" name="scale-8__0510">
              <a:extLst>
                <a:ext uri="{FF2B5EF4-FFF2-40B4-BE49-F238E27FC236}">
                  <a16:creationId xmlns:a16="http://schemas.microsoft.com/office/drawing/2014/main" id="{84E283C3-D5A8-4473-89D6-9258C6B94250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874669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49" name="scale-8__0511">
              <a:extLst>
                <a:ext uri="{FF2B5EF4-FFF2-40B4-BE49-F238E27FC236}">
                  <a16:creationId xmlns:a16="http://schemas.microsoft.com/office/drawing/2014/main" id="{3DC0215F-37B1-46AB-A27E-5E63C57BA3F2}"/>
                </a:ext>
              </a:extLst>
            </p:cNvPr>
            <p:cNvSpPr>
              <a:spLocks noGrp="1"/>
            </p:cNvSpPr>
            <p:nvPr/>
          </p:nvSpPr>
          <p:spPr>
            <a:xfrm>
              <a:off x="2965847" y="6874669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50" name="scale-8__0512">
              <a:extLst>
                <a:ext uri="{FF2B5EF4-FFF2-40B4-BE49-F238E27FC236}">
                  <a16:creationId xmlns:a16="http://schemas.microsoft.com/office/drawing/2014/main" id="{F1E08807-46E7-4B21-9FF3-0FC204504F9A}"/>
                </a:ext>
              </a:extLst>
            </p:cNvPr>
            <p:cNvSpPr>
              <a:spLocks noGrp="1"/>
            </p:cNvSpPr>
            <p:nvPr/>
          </p:nvSpPr>
          <p:spPr>
            <a:xfrm>
              <a:off x="3045619" y="6874669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51" name="scale-8__0513">
              <a:extLst>
                <a:ext uri="{FF2B5EF4-FFF2-40B4-BE49-F238E27FC236}">
                  <a16:creationId xmlns:a16="http://schemas.microsoft.com/office/drawing/2014/main" id="{24A77286-2CB7-417D-84C7-3DD24839E8CD}"/>
                </a:ext>
              </a:extLst>
            </p:cNvPr>
            <p:cNvSpPr>
              <a:spLocks noGrp="1"/>
            </p:cNvSpPr>
            <p:nvPr/>
          </p:nvSpPr>
          <p:spPr>
            <a:xfrm>
              <a:off x="3125391" y="6874669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52" name="scale-8__0514">
              <a:extLst>
                <a:ext uri="{FF2B5EF4-FFF2-40B4-BE49-F238E27FC236}">
                  <a16:creationId xmlns:a16="http://schemas.microsoft.com/office/drawing/2014/main" id="{34358C88-BB8E-4808-92FE-79E8E180EC52}"/>
                </a:ext>
              </a:extLst>
            </p:cNvPr>
            <p:cNvSpPr>
              <a:spLocks noGrp="1"/>
            </p:cNvSpPr>
            <p:nvPr/>
          </p:nvSpPr>
          <p:spPr>
            <a:xfrm>
              <a:off x="3205163" y="6874669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53" name="scale-8__0515">
              <a:extLst>
                <a:ext uri="{FF2B5EF4-FFF2-40B4-BE49-F238E27FC236}">
                  <a16:creationId xmlns:a16="http://schemas.microsoft.com/office/drawing/2014/main" id="{21F78B20-CC9B-47DF-BE3C-4376F80CCC76}"/>
                </a:ext>
              </a:extLst>
            </p:cNvPr>
            <p:cNvSpPr>
              <a:spLocks noGrp="1"/>
            </p:cNvSpPr>
            <p:nvPr/>
          </p:nvSpPr>
          <p:spPr>
            <a:xfrm>
              <a:off x="3284934" y="6874669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54" name="scale-8__0516">
              <a:extLst>
                <a:ext uri="{FF2B5EF4-FFF2-40B4-BE49-F238E27FC236}">
                  <a16:creationId xmlns:a16="http://schemas.microsoft.com/office/drawing/2014/main" id="{42842C93-8297-4D9B-975E-71A4635CE64B}"/>
                </a:ext>
              </a:extLst>
            </p:cNvPr>
            <p:cNvSpPr>
              <a:spLocks noGrp="1"/>
            </p:cNvSpPr>
            <p:nvPr/>
          </p:nvSpPr>
          <p:spPr>
            <a:xfrm>
              <a:off x="3364706" y="6874669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55" name="scale-8__0517">
              <a:extLst>
                <a:ext uri="{FF2B5EF4-FFF2-40B4-BE49-F238E27FC236}">
                  <a16:creationId xmlns:a16="http://schemas.microsoft.com/office/drawing/2014/main" id="{C42D2DA7-D7E0-4FBF-AE1F-B60EF67CAD98}"/>
                </a:ext>
              </a:extLst>
            </p:cNvPr>
            <p:cNvSpPr>
              <a:spLocks noGrp="1"/>
            </p:cNvSpPr>
            <p:nvPr/>
          </p:nvSpPr>
          <p:spPr>
            <a:xfrm>
              <a:off x="3444478" y="6874669"/>
              <a:ext cx="79772" cy="88106"/>
            </a:xfrm>
            <a:prstGeom prst="rect">
              <a:avLst/>
            </a:prstGeom>
            <a:solidFill>
              <a:srgbClr val="EFD7F6"/>
            </a:solidFill>
            <a:ln w="6191">
              <a:solidFill>
                <a:srgbClr val="72427D"/>
              </a:solidFill>
              <a:prstDash val="solid"/>
            </a:ln>
          </p:spPr>
        </p:sp>
        <p:sp>
          <p:nvSpPr>
            <p:cNvPr id="556" name="scale-8__0518">
              <a:extLst>
                <a:ext uri="{FF2B5EF4-FFF2-40B4-BE49-F238E27FC236}">
                  <a16:creationId xmlns:a16="http://schemas.microsoft.com/office/drawing/2014/main" id="{5EB23724-F32C-4C57-925C-67756A80899B}"/>
                </a:ext>
              </a:extLst>
            </p:cNvPr>
            <p:cNvSpPr>
              <a:spLocks noGrp="1"/>
            </p:cNvSpPr>
            <p:nvPr/>
          </p:nvSpPr>
          <p:spPr>
            <a:xfrm>
              <a:off x="2886075" y="6257925"/>
              <a:ext cx="638175" cy="704850"/>
            </a:xfrm>
            <a:prstGeom prst="rect">
              <a:avLst/>
            </a:prstGeom>
            <a:noFill/>
            <a:ln w="8573">
              <a:solidFill>
                <a:srgbClr val="72427D"/>
              </a:solidFill>
              <a:prstDash val="solid"/>
            </a:ln>
          </p:spPr>
        </p:sp>
        <p:sp>
          <p:nvSpPr>
            <p:cNvPr id="557" name="scale-8__0519">
              <a:extLst>
                <a:ext uri="{FF2B5EF4-FFF2-40B4-BE49-F238E27FC236}">
                  <a16:creationId xmlns:a16="http://schemas.microsoft.com/office/drawing/2014/main" id="{38FF554C-CB2D-40F4-AD52-49EF8E778C51}"/>
                </a:ext>
              </a:extLst>
            </p:cNvPr>
            <p:cNvSpPr>
              <a:spLocks noGrp="1"/>
            </p:cNvSpPr>
            <p:nvPr/>
          </p:nvSpPr>
          <p:spPr>
            <a:xfrm>
              <a:off x="3038475" y="6972300"/>
              <a:ext cx="3048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275" b="0" i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s₇</a:t>
              </a:r>
            </a:p>
          </p:txBody>
        </p:sp>
        <p:sp>
          <p:nvSpPr>
            <p:cNvPr id="558" name="scale-8__0520">
              <a:extLst>
                <a:ext uri="{FF2B5EF4-FFF2-40B4-BE49-F238E27FC236}">
                  <a16:creationId xmlns:a16="http://schemas.microsoft.com/office/drawing/2014/main" id="{88558BDA-7948-49CF-A509-74C794AFE42F}"/>
                </a:ext>
              </a:extLst>
            </p:cNvPr>
            <p:cNvSpPr>
              <a:spLocks noGrp="1"/>
            </p:cNvSpPr>
            <p:nvPr/>
          </p:nvSpPr>
          <p:spPr>
            <a:xfrm>
              <a:off x="2914650" y="7162800"/>
              <a:ext cx="5810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t">
              <a:noAutofit/>
            </a:bodyPr>
            <a:lstStyle>
              <a:defPPr algn="ctr">
                <a:defRPr sz="1200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defPPr>
            </a:lstStyle>
            <a:p>
              <a:pPr algn="ctr"/>
              <a:r>
                <a:rPr sz="1275" b="0" i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8 × 8</a:t>
              </a:r>
            </a:p>
          </p:txBody>
        </p:sp>
      </p:grpSp>
      <p:grpSp>
        <p:nvGrpSpPr>
          <p:cNvPr id="2001" name="new_policy_editable_group"/>
          <p:cNvGrpSpPr/>
          <p:nvPr/>
        </p:nvGrpSpPr>
        <p:grpSpPr>
          <a:xfrm>
            <a:off x="0" y="0"/>
            <a:ext cx="16897350" cy="7827264"/>
            <a:chOff x="0" y="0"/>
            <a:chExt cx="16897350" cy="7827264"/>
          </a:xfrm>
        </p:grpSpPr>
        <p:sp>
          <p:nvSpPr>
            <p:cNvPr id="2002" name="new_policy__card_1">
              <a:extLst>
                <a:ext uri="{FF2B5EF4-FFF2-40B4-BE49-F238E27FC236}">
                  <a16:creationId xmlns:a16="http://schemas.microsoft.com/office/drawing/2014/main" id="{7992D3DD-72E3-47F5-B5E9-A35F1AC89832}"/>
                </a:ext>
              </a:extLst>
            </p:cNvPr>
            <p:cNvSpPr>
              <a:spLocks noGrp="1"/>
            </p:cNvSpPr>
            <p:nvPr/>
          </p:nvSpPr>
          <p:spPr>
            <a:xfrm>
              <a:off x="4662488" y="500063"/>
              <a:ext cx="3657600" cy="895350"/>
            </a:xfrm>
            <a:prstGeom prst="roundRect">
              <a:avLst>
                <a:gd name="adj" fmla="val 5319"/>
              </a:avLst>
            </a:prstGeom>
            <a:solidFill>
              <a:srgbClr val="DBFCE4"/>
            </a:solidFill>
            <a:ln w="8096">
              <a:solidFill>
                <a:srgbClr val="008559"/>
              </a:solidFill>
              <a:prstDash val="solid"/>
            </a:ln>
          </p:spPr>
        </p:sp>
        <p:sp>
          <p:nvSpPr>
            <p:cNvPr id="2003" name="new_policy__title_2">
              <a:extLst>
                <a:ext uri="{FF2B5EF4-FFF2-40B4-BE49-F238E27FC236}">
                  <a16:creationId xmlns:a16="http://schemas.microsoft.com/office/drawing/2014/main" id="{4E4A9509-E7D1-4FED-9222-2809FEA8477F}"/>
                </a:ext>
              </a:extLst>
            </p:cNvPr>
            <p:cNvSpPr>
              <a:spLocks noGrp="1"/>
            </p:cNvSpPr>
            <p:nvPr/>
          </p:nvSpPr>
          <p:spPr>
            <a:xfrm>
              <a:off x="4857750" y="523875"/>
              <a:ext cx="3286125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Frozen policy lookup</a:t>
              </a:r>
            </a:p>
          </p:txBody>
        </p:sp>
        <p:sp>
          <p:nvSpPr>
            <p:cNvPr id="2004" name="new_policy__input_3">
              <a:extLst>
                <a:ext uri="{FF2B5EF4-FFF2-40B4-BE49-F238E27FC236}">
                  <a16:creationId xmlns:a16="http://schemas.microsoft.com/office/drawing/2014/main" id="{53812762-9835-4966-9B3E-513F3B749265}"/>
                </a:ext>
              </a:extLst>
            </p:cNvPr>
            <p:cNvSpPr>
              <a:spLocks noGrp="1"/>
            </p:cNvSpPr>
            <p:nvPr/>
          </p:nvSpPr>
          <p:spPr>
            <a:xfrm>
              <a:off x="4857750" y="762000"/>
              <a:ext cx="3286125" cy="180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Input: (N, SNR)</a:t>
              </a:r>
            </a:p>
          </p:txBody>
        </p:sp>
        <p:sp>
          <p:nvSpPr>
            <p:cNvPr id="2005" name="new_policy__target_4">
              <a:extLst>
                <a:ext uri="{FF2B5EF4-FFF2-40B4-BE49-F238E27FC236}">
                  <a16:creationId xmlns:a16="http://schemas.microsoft.com/office/drawing/2014/main" id="{7E974A1F-B558-4138-9A42-3D02334AF596}"/>
                </a:ext>
              </a:extLst>
            </p:cNvPr>
            <p:cNvSpPr>
              <a:spLocks noGrp="1"/>
            </p:cNvSpPr>
            <p:nvPr/>
          </p:nvSpPr>
          <p:spPr>
            <a:xfrm>
              <a:off x="4772025" y="962025"/>
              <a:ext cx="3438525" cy="180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Target (m*, K*); MCS (M, r)</a:t>
              </a:r>
            </a:p>
          </p:txBody>
        </p:sp>
        <p:sp>
          <p:nvSpPr>
            <p:cNvPr id="2006" name="new_policy__offline_5">
              <a:extLst>
                <a:ext uri="{FF2B5EF4-FFF2-40B4-BE49-F238E27FC236}">
                  <a16:creationId xmlns:a16="http://schemas.microsoft.com/office/drawing/2014/main" id="{7AAD5721-918F-4618-835A-148C905D9761}"/>
                </a:ext>
              </a:extLst>
            </p:cNvPr>
            <p:cNvSpPr>
              <a:spLocks noGrp="1"/>
            </p:cNvSpPr>
            <p:nvPr/>
          </p:nvSpPr>
          <p:spPr>
            <a:xfrm>
              <a:off x="4810125" y="1162050"/>
              <a:ext cx="3352800" cy="180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Calibrated offline; queried per image</a:t>
              </a:r>
            </a:p>
          </p:txBody>
        </p:sp>
        <p:sp>
          <p:nvSpPr>
            <p:cNvPr id="2009" name="new_policy__endpoint_label_8">
              <a:extLst>
                <a:ext uri="{FF2B5EF4-FFF2-40B4-BE49-F238E27FC236}">
                  <a16:creationId xmlns:a16="http://schemas.microsoft.com/office/drawing/2014/main" id="{642CDF3D-3AC5-47C4-983D-632F6AFED6EC}"/>
                </a:ext>
              </a:extLst>
            </p:cNvPr>
            <p:cNvSpPr>
              <a:spLocks noGrp="1"/>
            </p:cNvSpPr>
            <p:nvPr/>
          </p:nvSpPr>
          <p:spPr>
            <a:xfrm>
              <a:off x="3200400" y="914400"/>
              <a:ext cx="1181100" cy="3905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rPr>
                <a:t>Target endpoint /</a:t>
              </a:r>
            </a:p>
            <a:p>
              <a:pPr algn="l">
                <a:def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rPr>
                <a:t>fallback chain</a:t>
              </a:r>
            </a:p>
          </p:txBody>
        </p:sp>
        <p:sp>
          <p:nvSpPr>
            <p:cNvPr id="2012" name="new_policy__mcs_label_11">
              <a:extLst>
                <a:ext uri="{FF2B5EF4-FFF2-40B4-BE49-F238E27FC236}">
                  <a16:creationId xmlns:a16="http://schemas.microsoft.com/office/drawing/2014/main" id="{0B2F70F5-6BE0-41D1-8EA5-7817AA043ED8}"/>
                </a:ext>
              </a:extLst>
            </p:cNvPr>
            <p:cNvSpPr>
              <a:spLocks noGrp="1"/>
            </p:cNvSpPr>
            <p:nvPr/>
          </p:nvSpPr>
          <p:spPr>
            <a:xfrm>
              <a:off x="8477250" y="1028700"/>
              <a:ext cx="1085850" cy="4000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rPr>
                <a:t>Frozen MCS</a:t>
              </a:r>
            </a:p>
            <a:p>
              <a:pPr algn="ctr">
                <a:def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263A45"/>
                  </a:solidFill>
                  <a:latin typeface="Times New Roman"/>
                  <a:ea typeface="Times New Roman"/>
                  <a:cs typeface="Times New Roman"/>
                </a:rPr>
                <a:t>(M, r)</a:t>
              </a:r>
            </a:p>
          </p:txBody>
        </p:sp>
        <p:sp>
          <p:nvSpPr>
            <p:cNvPr id="2013" name="new_policy__shared_prior_12">
              <a:extLst>
                <a:ext uri="{FF2B5EF4-FFF2-40B4-BE49-F238E27FC236}">
                  <a16:creationId xmlns:a16="http://schemas.microsoft.com/office/drawing/2014/main" id="{739695C1-4896-4D70-B4D1-5336691C1E35}"/>
                </a:ext>
              </a:extLst>
            </p:cNvPr>
            <p:cNvSpPr>
              <a:spLocks noGrp="1"/>
            </p:cNvSpPr>
            <p:nvPr/>
          </p:nvSpPr>
          <p:spPr>
            <a:xfrm>
              <a:off x="11239500" y="923925"/>
              <a:ext cx="5476875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rPr>
                <a:t>Same frozen VAR prior at Tx and Rx</a:t>
              </a:r>
            </a:p>
          </p:txBody>
        </p:sp>
        <p:sp>
          <p:nvSpPr>
            <p:cNvPr id="2014" name="new_policy__cdf_note_13">
              <a:extLst>
                <a:ext uri="{FF2B5EF4-FFF2-40B4-BE49-F238E27FC236}">
                  <a16:creationId xmlns:a16="http://schemas.microsoft.com/office/drawing/2014/main" id="{0B613C3F-E6F1-4DBB-A567-39D87F5DB01D}"/>
                </a:ext>
              </a:extLst>
            </p:cNvPr>
            <p:cNvSpPr>
              <a:spLocks noGrp="1"/>
            </p:cNvSpPr>
            <p:nvPr/>
          </p:nvSpPr>
          <p:spPr>
            <a:xfrm>
              <a:off x="11239500" y="1171575"/>
              <a:ext cx="547687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8" b="0">
                  <a:solidFill>
                    <a:srgbClr val="064D40"/>
                  </a:solidFill>
                  <a:latin typeface="Times New Roman"/>
                  <a:ea typeface="Times New Roman"/>
                  <a:cs typeface="Times New Roman"/>
                </a:rPr>
                <a:t>CDFs reconstructed locally from token history</a:t>
              </a:r>
            </a:p>
          </p:txBody>
        </p:sp>
        <p:sp>
          <p:nvSpPr>
            <p:cNvPr id="2015" name="new_policy__legend_data_14">
              <a:extLst>
                <a:ext uri="{FF2B5EF4-FFF2-40B4-BE49-F238E27FC236}">
                  <a16:creationId xmlns:a16="http://schemas.microsoft.com/office/drawing/2014/main" id="{8E93C893-A2C4-4360-9C55-9F4A64D86065}"/>
                </a:ext>
              </a:extLst>
            </p:cNvPr>
            <p:cNvSpPr>
              <a:spLocks noGrp="1"/>
            </p:cNvSpPr>
            <p:nvPr/>
          </p:nvSpPr>
          <p:spPr>
            <a:xfrm>
              <a:off x="13858875" y="685800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16" name="new_policy__legend_data_label_15">
              <a:extLst>
                <a:ext uri="{FF2B5EF4-FFF2-40B4-BE49-F238E27FC236}">
                  <a16:creationId xmlns:a16="http://schemas.microsoft.com/office/drawing/2014/main" id="{274FF413-47A9-4CE5-B8BA-6DD343C10093}"/>
                </a:ext>
              </a:extLst>
            </p:cNvPr>
            <p:cNvSpPr>
              <a:spLocks noGrp="1"/>
            </p:cNvSpPr>
            <p:nvPr/>
          </p:nvSpPr>
          <p:spPr>
            <a:xfrm>
              <a:off x="14211300" y="590550"/>
              <a:ext cx="542925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rPr>
                <a:t>Data</a:t>
              </a:r>
            </a:p>
          </p:txBody>
        </p:sp>
        <p:sp>
          <p:nvSpPr>
            <p:cNvPr id="2017" name="new_policy__legend_control_16">
              <a:extLst>
                <a:ext uri="{FF2B5EF4-FFF2-40B4-BE49-F238E27FC236}">
                  <a16:creationId xmlns:a16="http://schemas.microsoft.com/office/drawing/2014/main" id="{38742372-F069-43D2-89EC-4F06ADAC4466}"/>
                </a:ext>
              </a:extLst>
            </p:cNvPr>
            <p:cNvSpPr>
              <a:spLocks noGrp="1"/>
            </p:cNvSpPr>
            <p:nvPr/>
          </p:nvSpPr>
          <p:spPr>
            <a:xfrm>
              <a:off x="14830425" y="685800"/>
              <a:ext cx="285750" cy="953"/>
            </a:xfrm>
            <a:custGeom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1430">
              <a:solidFill>
                <a:srgbClr val="35454C"/>
              </a:solidFill>
              <a:prstDash val="dash"/>
            </a:ln>
          </p:spPr>
        </p:sp>
        <p:sp>
          <p:nvSpPr>
            <p:cNvPr id="2018" name="new_policy__legend_control_label_17">
              <a:extLst>
                <a:ext uri="{FF2B5EF4-FFF2-40B4-BE49-F238E27FC236}">
                  <a16:creationId xmlns:a16="http://schemas.microsoft.com/office/drawing/2014/main" id="{A124A069-A712-40A9-8264-4915995C1086}"/>
                </a:ext>
              </a:extLst>
            </p:cNvPr>
            <p:cNvSpPr>
              <a:spLocks noGrp="1"/>
            </p:cNvSpPr>
            <p:nvPr/>
          </p:nvSpPr>
          <p:spPr>
            <a:xfrm>
              <a:off x="15192375" y="590550"/>
              <a:ext cx="714375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254138"/>
                  </a:solidFill>
                  <a:latin typeface="Times New Roman"/>
                  <a:ea typeface="Times New Roman"/>
                  <a:cs typeface="Times New Roman"/>
                </a:rPr>
                <a:t>Control</a:t>
              </a:r>
            </a:p>
          </p:txBody>
        </p:sp>
      </p:grpSp>
      <p:grpSp>
        <p:nvGrpSpPr>
          <p:cNvPr id="2019" name="new_prefix_editable_group"/>
          <p:cNvGrpSpPr/>
          <p:nvPr/>
        </p:nvGrpSpPr>
        <p:grpSpPr>
          <a:xfrm>
            <a:off x="0" y="0"/>
            <a:ext cx="16897350" cy="7827264"/>
            <a:chOff x="0" y="0"/>
            <a:chExt cx="16897350" cy="7827264"/>
          </a:xfrm>
        </p:grpSpPr>
        <p:sp>
          <p:nvSpPr>
            <p:cNvPr id="2020" name="new_prefix__card_18">
              <a:extLst>
                <a:ext uri="{FF2B5EF4-FFF2-40B4-BE49-F238E27FC236}">
                  <a16:creationId xmlns:a16="http://schemas.microsoft.com/office/drawing/2014/main" id="{736E778A-6C3E-4C19-B999-3574D93C5F3D}"/>
                </a:ext>
              </a:extLst>
            </p:cNvPr>
            <p:cNvSpPr>
              <a:spLocks noGrp="1"/>
            </p:cNvSpPr>
            <p:nvPr/>
          </p:nvSpPr>
          <p:spPr>
            <a:xfrm>
              <a:off x="4191000" y="1562100"/>
              <a:ext cx="1466850" cy="2271713"/>
            </a:xfrm>
            <a:prstGeom prst="roundRect">
              <a:avLst>
                <a:gd name="adj" fmla="val 2597"/>
              </a:avLst>
            </a:prstGeom>
            <a:solidFill>
              <a:srgbClr val="FFF4DD"/>
            </a:solidFill>
            <a:ln w="8096">
              <a:solidFill>
                <a:srgbClr val="FFAD36"/>
              </a:solidFill>
              <a:prstDash val="solid"/>
            </a:ln>
          </p:spPr>
        </p:sp>
        <p:sp>
          <p:nvSpPr>
            <p:cNvPr id="2021" name="new_prefix__title_19">
              <a:extLst>
                <a:ext uri="{FF2B5EF4-FFF2-40B4-BE49-F238E27FC236}">
                  <a16:creationId xmlns:a16="http://schemas.microsoft.com/office/drawing/2014/main" id="{82BDF0EF-7D7C-4B87-8C5B-E2B2AB488050}"/>
                </a:ext>
              </a:extLst>
            </p:cNvPr>
            <p:cNvSpPr>
              <a:spLocks noGrp="1"/>
            </p:cNvSpPr>
            <p:nvPr/>
          </p:nvSpPr>
          <p:spPr>
            <a:xfrm>
              <a:off x="4257675" y="1619250"/>
              <a:ext cx="13335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Prefix selection</a:t>
              </a:r>
            </a:p>
          </p:txBody>
        </p:sp>
        <p:sp>
          <p:nvSpPr>
            <p:cNvPr id="2022" name="new_prefix__rule1_20">
              <a:extLst>
                <a:ext uri="{FF2B5EF4-FFF2-40B4-BE49-F238E27FC236}">
                  <a16:creationId xmlns:a16="http://schemas.microsoft.com/office/drawing/2014/main" id="{B10EC167-86AB-42AF-921F-E82582692751}"/>
                </a:ext>
              </a:extLst>
            </p:cNvPr>
            <p:cNvSpPr>
              <a:spLocks noGrp="1"/>
            </p:cNvSpPr>
            <p:nvPr/>
          </p:nvSpPr>
          <p:spPr>
            <a:xfrm>
              <a:off x="4248150" y="1943100"/>
              <a:ext cx="135255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All scales 1, …, m</a:t>
              </a:r>
            </a:p>
          </p:txBody>
        </p:sp>
        <p:sp>
          <p:nvSpPr>
            <p:cNvPr id="2023" name="new_prefix__rule2_21">
              <a:extLst>
                <a:ext uri="{FF2B5EF4-FFF2-40B4-BE49-F238E27FC236}">
                  <a16:creationId xmlns:a16="http://schemas.microsoft.com/office/drawing/2014/main" id="{75CD761F-925A-4844-BBC2-7543080BCB3E}"/>
                </a:ext>
              </a:extLst>
            </p:cNvPr>
            <p:cNvSpPr>
              <a:spLocks noGrp="1"/>
            </p:cNvSpPr>
            <p:nvPr/>
          </p:nvSpPr>
          <p:spPr>
            <a:xfrm>
              <a:off x="4229100" y="2152650"/>
              <a:ext cx="1390650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1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+ first K in scale m + 1</a:t>
              </a:r>
            </a:p>
          </p:txBody>
        </p:sp>
        <p:sp>
          <p:nvSpPr>
            <p:cNvPr id="2024" name="new_prefix__raster_22">
              <a:extLst>
                <a:ext uri="{FF2B5EF4-FFF2-40B4-BE49-F238E27FC236}">
                  <a16:creationId xmlns:a16="http://schemas.microsoft.com/office/drawing/2014/main" id="{BD12DD98-5D91-434D-A68A-D81B5EC1FC79}"/>
                </a:ext>
              </a:extLst>
            </p:cNvPr>
            <p:cNvSpPr>
              <a:spLocks noGrp="1"/>
            </p:cNvSpPr>
            <p:nvPr/>
          </p:nvSpPr>
          <p:spPr>
            <a:xfrm>
              <a:off x="4257675" y="2343150"/>
              <a:ext cx="1323975" cy="1714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(raster order)</a:t>
              </a:r>
            </a:p>
          </p:txBody>
        </p:sp>
        <p:sp>
          <p:nvSpPr>
            <p:cNvPr id="2025" name="new_prefix__length_card_23">
              <a:extLst>
                <a:ext uri="{FF2B5EF4-FFF2-40B4-BE49-F238E27FC236}">
                  <a16:creationId xmlns:a16="http://schemas.microsoft.com/office/drawing/2014/main" id="{7A6D7B11-10A0-4F25-BEE2-DADD62F4D883}"/>
                </a:ext>
              </a:extLst>
            </p:cNvPr>
            <p:cNvSpPr>
              <a:spLocks noGrp="1"/>
            </p:cNvSpPr>
            <p:nvPr/>
          </p:nvSpPr>
          <p:spPr>
            <a:xfrm>
              <a:off x="4257675" y="2619375"/>
              <a:ext cx="1323975" cy="771525"/>
            </a:xfrm>
            <a:prstGeom prst="roundRect">
              <a:avLst>
                <a:gd name="adj" fmla="val 3704"/>
              </a:avLst>
            </a:prstGeom>
            <a:solidFill>
              <a:srgbClr val="FFFFFF"/>
            </a:solidFill>
            <a:ln w="8096">
              <a:solidFill>
                <a:srgbClr val="E2AB5D"/>
              </a:solidFill>
              <a:prstDash val="solid"/>
            </a:ln>
          </p:spPr>
        </p:sp>
        <p:sp>
          <p:nvSpPr>
            <p:cNvPr id="2026" name="new_prefix__check_label_24">
              <a:extLst>
                <a:ext uri="{FF2B5EF4-FFF2-40B4-BE49-F238E27FC236}">
                  <a16:creationId xmlns:a16="http://schemas.microsoft.com/office/drawing/2014/main" id="{B0131049-A8E3-409B-9C71-943556A243E2}"/>
                </a:ext>
              </a:extLst>
            </p:cNvPr>
            <p:cNvSpPr>
              <a:spLocks noGrp="1"/>
            </p:cNvSpPr>
            <p:nvPr/>
          </p:nvSpPr>
          <p:spPr>
            <a:xfrm>
              <a:off x="4286250" y="2647950"/>
              <a:ext cx="1266825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9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Actual-length check</a:t>
              </a:r>
            </a:p>
          </p:txBody>
        </p:sp>
        <p:sp>
          <p:nvSpPr>
            <p:cNvPr id="2027" name="new_prefix__inequality_25">
              <a:extLst>
                <a:ext uri="{FF2B5EF4-FFF2-40B4-BE49-F238E27FC236}">
                  <a16:creationId xmlns:a16="http://schemas.microsoft.com/office/drawing/2014/main" id="{BD8A4FF7-A58F-403E-B39C-9F791001759F}"/>
                </a:ext>
              </a:extLst>
            </p:cNvPr>
            <p:cNvSpPr>
              <a:spLocks noGrp="1"/>
            </p:cNvSpPr>
            <p:nvPr/>
          </p:nvSpPr>
          <p:spPr>
            <a:xfrm>
              <a:off x="4276725" y="2857500"/>
              <a:ext cx="1285875" cy="180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05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/>
              <a:r>
                <a:rPr sz="105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  <a:r>
                <a:rPr sz="800" b="0" i="0" baseline="-2500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term</a:t>
              </a:r>
              <a:r>
                <a:rPr sz="1050" b="0" i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 + 13 + 16 ≤ </a:t>
              </a:r>
              <a:r>
                <a:rPr sz="1050" b="0" i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k</a:t>
              </a:r>
              <a:r>
                <a:rPr sz="800" b="0" i="0" baseline="-2500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LDPC</a:t>
              </a:r>
            </a:p>
          </p:txBody>
        </p:sp>
        <p:sp>
          <p:nvSpPr>
            <p:cNvPr id="2028" name="new_prefix__fallback_26">
              <a:extLst>
                <a:ext uri="{FF2B5EF4-FFF2-40B4-BE49-F238E27FC236}">
                  <a16:creationId xmlns:a16="http://schemas.microsoft.com/office/drawing/2014/main" id="{7ECF24AA-0C65-4FA3-B25D-660509089E27}"/>
                </a:ext>
              </a:extLst>
            </p:cNvPr>
            <p:cNvSpPr>
              <a:spLocks noGrp="1"/>
            </p:cNvSpPr>
            <p:nvPr/>
          </p:nvSpPr>
          <p:spPr>
            <a:xfrm>
              <a:off x="4286250" y="3067050"/>
              <a:ext cx="1266825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Else: step down the</a:t>
              </a:r>
            </a:p>
            <a:p>
              <a: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frozen fallback chain</a:t>
              </a:r>
            </a:p>
          </p:txBody>
        </p:sp>
        <p:sp>
          <p:nvSpPr>
            <p:cNvPr id="2029" name="new_prefix__actual_27">
              <a:extLst>
                <a:ext uri="{FF2B5EF4-FFF2-40B4-BE49-F238E27FC236}">
                  <a16:creationId xmlns:a16="http://schemas.microsoft.com/office/drawing/2014/main" id="{402FADF1-F99F-4F32-B0E5-D0EFC918948F}"/>
                </a:ext>
              </a:extLst>
            </p:cNvPr>
            <p:cNvSpPr>
              <a:spLocks noGrp="1"/>
            </p:cNvSpPr>
            <p:nvPr/>
          </p:nvSpPr>
          <p:spPr>
            <a:xfrm>
              <a:off x="4248150" y="3524250"/>
              <a:ext cx="1362075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10" b="1">
                  <a:solidFill>
                    <a:srgbClr val="174D77"/>
                  </a:solidFill>
                  <a:latin typeface="Times New Roman"/>
                  <a:ea typeface="Times New Roman"/>
                  <a:cs typeface="Times New Roman"/>
                </a:rPr>
                <a:t>Actual endpoint (m, K)</a:t>
              </a:r>
            </a:p>
          </p:txBody>
        </p:sp>
      </p:grpSp>
      <p:grpSp>
        <p:nvGrpSpPr>
          <p:cNvPr id="2036" name="new_tx_editable_group"/>
          <p:cNvGrpSpPr/>
          <p:nvPr/>
        </p:nvGrpSpPr>
        <p:grpSpPr>
          <a:xfrm>
            <a:off x="0" y="0"/>
            <a:ext cx="16897350" cy="7827264"/>
            <a:chOff x="0" y="0"/>
            <a:chExt cx="16897350" cy="7827264"/>
          </a:xfrm>
        </p:grpSpPr>
        <p:sp>
          <p:nvSpPr>
            <p:cNvPr id="2037" name="new_tx__outer_34">
              <a:extLst>
                <a:ext uri="{FF2B5EF4-FFF2-40B4-BE49-F238E27FC236}">
                  <a16:creationId xmlns:a16="http://schemas.microsoft.com/office/drawing/2014/main" id="{505C7AEF-F3C0-49C9-B109-B8F69A0AEA1D}"/>
                </a:ext>
              </a:extLst>
            </p:cNvPr>
            <p:cNvSpPr>
              <a:spLocks noGrp="1"/>
            </p:cNvSpPr>
            <p:nvPr/>
          </p:nvSpPr>
          <p:spPr>
            <a:xfrm>
              <a:off x="5772150" y="1562100"/>
              <a:ext cx="3895725" cy="2271713"/>
            </a:xfrm>
            <a:prstGeom prst="roundRect">
              <a:avLst>
                <a:gd name="adj" fmla="val 1677"/>
              </a:avLst>
            </a:prstGeom>
            <a:solidFill>
              <a:srgbClr val="FFF4F5"/>
            </a:solidFill>
            <a:ln w="8096">
              <a:solidFill>
                <a:srgbClr val="FF808B"/>
              </a:solidFill>
              <a:prstDash val="solid"/>
            </a:ln>
          </p:spPr>
        </p:sp>
        <p:sp>
          <p:nvSpPr>
            <p:cNvPr id="2038" name="new_tx__title_35">
              <a:extLst>
                <a:ext uri="{FF2B5EF4-FFF2-40B4-BE49-F238E27FC236}">
                  <a16:creationId xmlns:a16="http://schemas.microsoft.com/office/drawing/2014/main" id="{BCE6BBC2-87D9-422D-947F-BFD81A55F479}"/>
                </a:ext>
              </a:extLst>
            </p:cNvPr>
            <p:cNvSpPr>
              <a:spLocks noGrp="1"/>
            </p:cNvSpPr>
            <p:nvPr/>
          </p:nvSpPr>
          <p:spPr>
            <a:xfrm>
              <a:off x="5838825" y="1571625"/>
              <a:ext cx="3762375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Digital transmitter</a:t>
              </a:r>
            </a:p>
          </p:txBody>
        </p:sp>
        <p:sp>
          <p:nvSpPr>
            <p:cNvPr id="2039" name="new_tx__payload_36">
              <a:extLst>
                <a:ext uri="{FF2B5EF4-FFF2-40B4-BE49-F238E27FC236}">
                  <a16:creationId xmlns:a16="http://schemas.microsoft.com/office/drawing/2014/main" id="{6E344408-3F4C-4B54-8194-DC3565216F74}"/>
                </a:ext>
              </a:extLst>
            </p:cNvPr>
            <p:cNvSpPr>
              <a:spLocks noGrp="1"/>
            </p:cNvSpPr>
            <p:nvPr/>
          </p:nvSpPr>
          <p:spPr>
            <a:xfrm>
              <a:off x="5843588" y="1876425"/>
              <a:ext cx="3771900" cy="1028700"/>
            </a:xfrm>
            <a:prstGeom prst="roundRect">
              <a:avLst>
                <a:gd name="adj" fmla="val 3704"/>
              </a:avLst>
            </a:prstGeom>
            <a:solidFill>
              <a:srgbClr val="FFFDFD"/>
            </a:solidFill>
            <a:ln w="8096">
              <a:solidFill>
                <a:srgbClr val="FF818B"/>
              </a:solidFill>
              <a:prstDash val="solid"/>
            </a:ln>
          </p:spPr>
        </p:sp>
        <p:sp>
          <p:nvSpPr>
            <p:cNvPr id="2040" name="new_tx__payload_title_37">
              <a:extLst>
                <a:ext uri="{FF2B5EF4-FFF2-40B4-BE49-F238E27FC236}">
                  <a16:creationId xmlns:a16="http://schemas.microsoft.com/office/drawing/2014/main" id="{82558297-B215-40CA-9F81-87BF1657424F}"/>
                </a:ext>
              </a:extLst>
            </p:cNvPr>
            <p:cNvSpPr>
              <a:spLocks noGrp="1"/>
            </p:cNvSpPr>
            <p:nvPr/>
          </p:nvSpPr>
          <p:spPr>
            <a:xfrm>
              <a:off x="5915025" y="1895475"/>
              <a:ext cx="362902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6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Image payload (single LDPC codeword)</a:t>
              </a:r>
            </a:p>
          </p:txBody>
        </p:sp>
        <p:sp>
          <p:nvSpPr>
            <p:cNvPr id="2041" name="new_tx__ac_38">
              <a:extLst>
                <a:ext uri="{FF2B5EF4-FFF2-40B4-BE49-F238E27FC236}">
                  <a16:creationId xmlns:a16="http://schemas.microsoft.com/office/drawing/2014/main" id="{1E61AEA7-F161-4F13-8261-293855E48EF7}"/>
                </a:ext>
              </a:extLst>
            </p:cNvPr>
            <p:cNvSpPr>
              <a:spLocks noGrp="1"/>
            </p:cNvSpPr>
            <p:nvPr/>
          </p:nvSpPr>
          <p:spPr>
            <a:xfrm>
              <a:off x="5905500" y="2152650"/>
              <a:ext cx="1685925" cy="3238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8096">
              <a:solidFill>
                <a:srgbClr val="8A9BAA"/>
              </a:solidFill>
              <a:prstDash val="solid"/>
            </a:ln>
          </p:spPr>
        </p:sp>
        <p:sp>
          <p:nvSpPr>
            <p:cNvPr id="2042" name="new_tx__ac_label_39">
              <a:extLst>
                <a:ext uri="{FF2B5EF4-FFF2-40B4-BE49-F238E27FC236}">
                  <a16:creationId xmlns:a16="http://schemas.microsoft.com/office/drawing/2014/main" id="{4BC40151-94CF-463D-A143-75DA05FA06CF}"/>
                </a:ext>
              </a:extLst>
            </p:cNvPr>
            <p:cNvSpPr>
              <a:spLocks noGrp="1"/>
            </p:cNvSpPr>
            <p:nvPr/>
          </p:nvSpPr>
          <p:spPr>
            <a:xfrm>
              <a:off x="5943600" y="2162175"/>
              <a:ext cx="1609725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VAR-conditioned</a:t>
              </a:r>
            </a:p>
            <a:p>
              <a: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arithmetic encoder</a:t>
              </a:r>
            </a:p>
          </p:txBody>
        </p:sp>
        <p:sp>
          <p:nvSpPr>
            <p:cNvPr id="2043" name="new_tx__mcs_40">
              <a:extLst>
                <a:ext uri="{FF2B5EF4-FFF2-40B4-BE49-F238E27FC236}">
                  <a16:creationId xmlns:a16="http://schemas.microsoft.com/office/drawing/2014/main" id="{62994573-9F1D-4400-9620-E0629DC41C6D}"/>
                </a:ext>
              </a:extLst>
            </p:cNvPr>
            <p:cNvSpPr>
              <a:spLocks noGrp="1"/>
            </p:cNvSpPr>
            <p:nvPr/>
          </p:nvSpPr>
          <p:spPr>
            <a:xfrm>
              <a:off x="7686675" y="2209800"/>
              <a:ext cx="185737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MCS: (M, r)</a:t>
              </a:r>
            </a:p>
          </p:txBody>
        </p:sp>
        <p:sp>
          <p:nvSpPr>
            <p:cNvPr id="2044" name="new_tx__ac_to_packet_41">
              <a:extLst>
                <a:ext uri="{FF2B5EF4-FFF2-40B4-BE49-F238E27FC236}">
                  <a16:creationId xmlns:a16="http://schemas.microsoft.com/office/drawing/2014/main" id="{B92111CB-CB46-4680-9516-4914789EE017}"/>
                </a:ext>
              </a:extLst>
            </p:cNvPr>
            <p:cNvSpPr>
              <a:spLocks noGrp="1"/>
            </p:cNvSpPr>
            <p:nvPr/>
          </p:nvSpPr>
          <p:spPr>
            <a:xfrm>
              <a:off x="6743700" y="2476500"/>
              <a:ext cx="953" cy="85725"/>
            </a:xfrm>
            <a:custGeom>
              <a:pathLst>
                <a:path w="953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45" name="new_tx__ac_to_packet_head_42">
              <a:extLst>
                <a:ext uri="{FF2B5EF4-FFF2-40B4-BE49-F238E27FC236}">
                  <a16:creationId xmlns:a16="http://schemas.microsoft.com/office/drawing/2014/main" id="{42C13F32-2EE7-4C3E-B9F4-988724320189}"/>
                </a:ext>
              </a:extLst>
            </p:cNvPr>
            <p:cNvSpPr>
              <a:spLocks noGrp="1"/>
            </p:cNvSpPr>
            <p:nvPr/>
          </p:nvSpPr>
          <p:spPr>
            <a:xfrm>
              <a:off x="6715125" y="2505075"/>
              <a:ext cx="57150" cy="57150"/>
            </a:xfrm>
            <a:custGeom>
              <a:pathLst>
                <a:path w="57150" h="57150">
                  <a:moveTo>
                    <a:pt x="28575" y="57150"/>
                  </a:moveTo>
                  <a:lnTo>
                    <a:pt x="57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0C0E"/>
            </a:solidFill>
            <a:ln w="1905">
              <a:solidFill>
                <a:srgbClr val="080C0E"/>
              </a:solidFill>
            </a:ln>
          </p:spPr>
        </p:sp>
        <p:sp>
          <p:nvSpPr>
            <p:cNvPr id="2046" name="new_tx__packet_field_43">
              <a:extLst>
                <a:ext uri="{FF2B5EF4-FFF2-40B4-BE49-F238E27FC236}">
                  <a16:creationId xmlns:a16="http://schemas.microsoft.com/office/drawing/2014/main" id="{A071BE05-81DB-4774-BF49-8087F5A34ABD}"/>
                </a:ext>
              </a:extLst>
            </p:cNvPr>
            <p:cNvSpPr>
              <a:spLocks noGrp="1"/>
            </p:cNvSpPr>
            <p:nvPr/>
          </p:nvSpPr>
          <p:spPr>
            <a:xfrm>
              <a:off x="5905500" y="2571750"/>
              <a:ext cx="409575" cy="266700"/>
            </a:xfrm>
            <a:prstGeom prst="rect">
              <a:avLst/>
            </a:prstGeom>
            <a:solidFill>
              <a:srgbClr val="DBEFFF"/>
            </a:solidFill>
            <a:ln w="8096">
              <a:solidFill>
                <a:srgbClr val="657F97"/>
              </a:solidFill>
              <a:prstDash val="solid"/>
            </a:ln>
          </p:spPr>
        </p:sp>
        <p:sp>
          <p:nvSpPr>
            <p:cNvPr id="2047" name="new_tx__packet_label_44">
              <a:extLst>
                <a:ext uri="{FF2B5EF4-FFF2-40B4-BE49-F238E27FC236}">
                  <a16:creationId xmlns:a16="http://schemas.microsoft.com/office/drawing/2014/main" id="{8E30995F-9298-43B5-A0D3-940DBC44BE24}"/>
                </a:ext>
              </a:extLst>
            </p:cNvPr>
            <p:cNvSpPr>
              <a:spLocks noGrp="1"/>
            </p:cNvSpPr>
            <p:nvPr/>
          </p:nvSpPr>
          <p:spPr>
            <a:xfrm>
              <a:off x="5915025" y="2581275"/>
              <a:ext cx="390525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Length</a:t>
              </a:r>
            </a:p>
            <a:p>
              <a: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13 bits</a:t>
              </a:r>
            </a:p>
          </p:txBody>
        </p:sp>
        <p:sp>
          <p:nvSpPr>
            <p:cNvPr id="2048" name="new_tx__packet_field_45">
              <a:extLst>
                <a:ext uri="{FF2B5EF4-FFF2-40B4-BE49-F238E27FC236}">
                  <a16:creationId xmlns:a16="http://schemas.microsoft.com/office/drawing/2014/main" id="{69EF47BE-F69A-408F-99DA-9ACA1D093190}"/>
                </a:ext>
              </a:extLst>
            </p:cNvPr>
            <p:cNvSpPr>
              <a:spLocks noGrp="1"/>
            </p:cNvSpPr>
            <p:nvPr/>
          </p:nvSpPr>
          <p:spPr>
            <a:xfrm>
              <a:off x="6315075" y="2571750"/>
              <a:ext cx="962025" cy="266700"/>
            </a:xfrm>
            <a:prstGeom prst="rect">
              <a:avLst/>
            </a:prstGeom>
            <a:solidFill>
              <a:srgbClr val="FFE9AE"/>
            </a:solidFill>
            <a:ln w="8096">
              <a:solidFill>
                <a:srgbClr val="657F97"/>
              </a:solidFill>
              <a:prstDash val="solid"/>
            </a:ln>
          </p:spPr>
        </p:sp>
        <p:sp>
          <p:nvSpPr>
            <p:cNvPr id="2049" name="new_tx__packet_label_46">
              <a:extLst>
                <a:ext uri="{FF2B5EF4-FFF2-40B4-BE49-F238E27FC236}">
                  <a16:creationId xmlns:a16="http://schemas.microsoft.com/office/drawing/2014/main" id="{43AD7063-DC11-4DF2-98F4-D6031265B7EC}"/>
                </a:ext>
              </a:extLst>
            </p:cNvPr>
            <p:cNvSpPr>
              <a:spLocks noGrp="1"/>
            </p:cNvSpPr>
            <p:nvPr/>
          </p:nvSpPr>
          <p:spPr>
            <a:xfrm>
              <a:off x="6324600" y="2581275"/>
              <a:ext cx="942975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Terminated</a:t>
              </a:r>
            </a:p>
            <a:p>
              <a: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AC stream</a:t>
              </a:r>
            </a:p>
          </p:txBody>
        </p:sp>
        <p:sp>
          <p:nvSpPr>
            <p:cNvPr id="2050" name="new_tx__packet_field_47">
              <a:extLst>
                <a:ext uri="{FF2B5EF4-FFF2-40B4-BE49-F238E27FC236}">
                  <a16:creationId xmlns:a16="http://schemas.microsoft.com/office/drawing/2014/main" id="{98FA3273-7D56-4164-8C2F-055C4B2A212B}"/>
                </a:ext>
              </a:extLst>
            </p:cNvPr>
            <p:cNvSpPr>
              <a:spLocks noGrp="1"/>
            </p:cNvSpPr>
            <p:nvPr/>
          </p:nvSpPr>
          <p:spPr>
            <a:xfrm>
              <a:off x="7277100" y="2571750"/>
              <a:ext cx="666750" cy="266700"/>
            </a:xfrm>
            <a:prstGeom prst="rect">
              <a:avLst/>
            </a:prstGeom>
            <a:solidFill>
              <a:srgbClr val="E6E8EC"/>
            </a:solidFill>
            <a:ln w="8096">
              <a:solidFill>
                <a:srgbClr val="657F97"/>
              </a:solidFill>
              <a:prstDash val="solid"/>
            </a:ln>
          </p:spPr>
        </p:sp>
        <p:sp>
          <p:nvSpPr>
            <p:cNvPr id="2051" name="new_tx__packet_label_48">
              <a:extLst>
                <a:ext uri="{FF2B5EF4-FFF2-40B4-BE49-F238E27FC236}">
                  <a16:creationId xmlns:a16="http://schemas.microsoft.com/office/drawing/2014/main" id="{6372EA44-5DE3-47FE-A946-B5375348529F}"/>
                </a:ext>
              </a:extLst>
            </p:cNvPr>
            <p:cNvSpPr>
              <a:spLocks noGrp="1"/>
            </p:cNvSpPr>
            <p:nvPr/>
          </p:nvSpPr>
          <p:spPr>
            <a:xfrm>
              <a:off x="7286625" y="2581275"/>
              <a:ext cx="64770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Zero</a:t>
              </a:r>
            </a:p>
            <a:p>
              <a: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padding</a:t>
              </a:r>
            </a:p>
          </p:txBody>
        </p:sp>
        <p:sp>
          <p:nvSpPr>
            <p:cNvPr id="2052" name="new_tx__packet_field_49">
              <a:extLst>
                <a:ext uri="{FF2B5EF4-FFF2-40B4-BE49-F238E27FC236}">
                  <a16:creationId xmlns:a16="http://schemas.microsoft.com/office/drawing/2014/main" id="{0DAC67DA-B34E-449F-9E22-7DA9B7602F9F}"/>
                </a:ext>
              </a:extLst>
            </p:cNvPr>
            <p:cNvSpPr>
              <a:spLocks noGrp="1"/>
            </p:cNvSpPr>
            <p:nvPr/>
          </p:nvSpPr>
          <p:spPr>
            <a:xfrm>
              <a:off x="7943850" y="2571750"/>
              <a:ext cx="428625" cy="266700"/>
            </a:xfrm>
            <a:prstGeom prst="rect">
              <a:avLst/>
            </a:prstGeom>
            <a:solidFill>
              <a:srgbClr val="DBEFFF"/>
            </a:solidFill>
            <a:ln w="8096">
              <a:solidFill>
                <a:srgbClr val="657F97"/>
              </a:solidFill>
              <a:prstDash val="solid"/>
            </a:ln>
          </p:spPr>
        </p:sp>
        <p:sp>
          <p:nvSpPr>
            <p:cNvPr id="2053" name="new_tx__packet_label_50">
              <a:extLst>
                <a:ext uri="{FF2B5EF4-FFF2-40B4-BE49-F238E27FC236}">
                  <a16:creationId xmlns:a16="http://schemas.microsoft.com/office/drawing/2014/main" id="{ACBCF713-98B4-4A74-B8A4-A2751467886B}"/>
                </a:ext>
              </a:extLst>
            </p:cNvPr>
            <p:cNvSpPr>
              <a:spLocks noGrp="1"/>
            </p:cNvSpPr>
            <p:nvPr/>
          </p:nvSpPr>
          <p:spPr>
            <a:xfrm>
              <a:off x="7953375" y="2581275"/>
              <a:ext cx="409575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1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CRC16</a:t>
              </a:r>
            </a:p>
          </p:txBody>
        </p:sp>
        <p:sp>
          <p:nvSpPr>
            <p:cNvPr id="2054" name="new_tx__packet_to_ldpc_51">
              <a:extLst>
                <a:ext uri="{FF2B5EF4-FFF2-40B4-BE49-F238E27FC236}">
                  <a16:creationId xmlns:a16="http://schemas.microsoft.com/office/drawing/2014/main" id="{80279C9C-3357-4534-ACC2-6D33972F3126}"/>
                </a:ext>
              </a:extLst>
            </p:cNvPr>
            <p:cNvSpPr>
              <a:spLocks noGrp="1"/>
            </p:cNvSpPr>
            <p:nvPr/>
          </p:nvSpPr>
          <p:spPr>
            <a:xfrm>
              <a:off x="8372475" y="2705100"/>
              <a:ext cx="104775" cy="953"/>
            </a:xfrm>
            <a:custGeom>
              <a:pathLst>
                <a:path w="104775" h="953">
                  <a:moveTo>
                    <a:pt x="0" y="0"/>
                  </a:moveTo>
                  <a:lnTo>
                    <a:pt x="104775" y="0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55" name="new_tx__packet_to_ldpc_head_52">
              <a:extLst>
                <a:ext uri="{FF2B5EF4-FFF2-40B4-BE49-F238E27FC236}">
                  <a16:creationId xmlns:a16="http://schemas.microsoft.com/office/drawing/2014/main" id="{1924CBC9-08A5-4926-ABCA-D6570C269A68}"/>
                </a:ext>
              </a:extLst>
            </p:cNvPr>
            <p:cNvSpPr>
              <a:spLocks noGrp="1"/>
            </p:cNvSpPr>
            <p:nvPr/>
          </p:nvSpPr>
          <p:spPr>
            <a:xfrm>
              <a:off x="8420100" y="2676525"/>
              <a:ext cx="57150" cy="57150"/>
            </a:xfrm>
            <a:custGeom>
              <a:pathLst>
                <a:path w="57150" h="57150">
                  <a:moveTo>
                    <a:pt x="57150" y="28575"/>
                  </a:move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80C0E"/>
            </a:solidFill>
            <a:ln w="1905">
              <a:solidFill>
                <a:srgbClr val="080C0E"/>
              </a:solidFill>
            </a:ln>
          </p:spPr>
        </p:sp>
        <p:sp>
          <p:nvSpPr>
            <p:cNvPr id="2056" name="new_tx__ldpc_53">
              <a:extLst>
                <a:ext uri="{FF2B5EF4-FFF2-40B4-BE49-F238E27FC236}">
                  <a16:creationId xmlns:a16="http://schemas.microsoft.com/office/drawing/2014/main" id="{AAC8114A-E775-464C-BBD8-668BE8B77BC1}"/>
                </a:ext>
              </a:extLst>
            </p:cNvPr>
            <p:cNvSpPr>
              <a:spLocks noGrp="1"/>
            </p:cNvSpPr>
            <p:nvPr/>
          </p:nvSpPr>
          <p:spPr>
            <a:xfrm>
              <a:off x="8486775" y="2543175"/>
              <a:ext cx="466725" cy="31432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8096">
              <a:solidFill>
                <a:srgbClr val="8A9BAA"/>
              </a:solidFill>
              <a:prstDash val="solid"/>
            </a:ln>
          </p:spPr>
        </p:sp>
        <p:sp>
          <p:nvSpPr>
            <p:cNvPr id="2057" name="new_tx__ldpc_label_54">
              <a:extLst>
                <a:ext uri="{FF2B5EF4-FFF2-40B4-BE49-F238E27FC236}">
                  <a16:creationId xmlns:a16="http://schemas.microsoft.com/office/drawing/2014/main" id="{4B0F5AC4-AF40-43C4-A6E6-462AA877B3AA}"/>
                </a:ext>
              </a:extLst>
            </p:cNvPr>
            <p:cNvSpPr>
              <a:spLocks noGrp="1"/>
            </p:cNvSpPr>
            <p:nvPr/>
          </p:nvSpPr>
          <p:spPr>
            <a:xfrm>
              <a:off x="8505825" y="2571750"/>
              <a:ext cx="428625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LDPC</a:t>
              </a:r>
            </a:p>
          </p:txBody>
        </p:sp>
        <p:sp>
          <p:nvSpPr>
            <p:cNvPr id="2058" name="new_tx__ldpc_to_qam_55">
              <a:extLst>
                <a:ext uri="{FF2B5EF4-FFF2-40B4-BE49-F238E27FC236}">
                  <a16:creationId xmlns:a16="http://schemas.microsoft.com/office/drawing/2014/main" id="{A58A1FAC-9BF8-4EDD-A214-E498F8A21CEE}"/>
                </a:ext>
              </a:extLst>
            </p:cNvPr>
            <p:cNvSpPr>
              <a:spLocks noGrp="1"/>
            </p:cNvSpPr>
            <p:nvPr/>
          </p:nvSpPr>
          <p:spPr>
            <a:xfrm>
              <a:off x="8953500" y="2705100"/>
              <a:ext cx="76200" cy="953"/>
            </a:xfrm>
            <a:custGeom>
              <a:pathLst>
                <a:path w="76200" h="953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59" name="new_tx__ldpc_to_qam_head_56">
              <a:extLst>
                <a:ext uri="{FF2B5EF4-FFF2-40B4-BE49-F238E27FC236}">
                  <a16:creationId xmlns:a16="http://schemas.microsoft.com/office/drawing/2014/main" id="{38CC065D-EA88-428C-AD50-2A2B484F4AF3}"/>
                </a:ext>
              </a:extLst>
            </p:cNvPr>
            <p:cNvSpPr>
              <a:spLocks noGrp="1"/>
            </p:cNvSpPr>
            <p:nvPr/>
          </p:nvSpPr>
          <p:spPr>
            <a:xfrm>
              <a:off x="8972550" y="2676525"/>
              <a:ext cx="57150" cy="57150"/>
            </a:xfrm>
            <a:custGeom>
              <a:pathLst>
                <a:path w="57150" h="57150">
                  <a:moveTo>
                    <a:pt x="57150" y="28575"/>
                  </a:move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80C0E"/>
            </a:solidFill>
            <a:ln w="1905">
              <a:solidFill>
                <a:srgbClr val="080C0E"/>
              </a:solidFill>
            </a:ln>
          </p:spPr>
        </p:sp>
        <p:sp>
          <p:nvSpPr>
            <p:cNvPr id="2060" name="new_tx__qam_57">
              <a:extLst>
                <a:ext uri="{FF2B5EF4-FFF2-40B4-BE49-F238E27FC236}">
                  <a16:creationId xmlns:a16="http://schemas.microsoft.com/office/drawing/2014/main" id="{A33CF549-0D4D-459F-BB5F-3A4EB1F6FC2F}"/>
                </a:ext>
              </a:extLst>
            </p:cNvPr>
            <p:cNvSpPr>
              <a:spLocks noGrp="1"/>
            </p:cNvSpPr>
            <p:nvPr/>
          </p:nvSpPr>
          <p:spPr>
            <a:xfrm>
              <a:off x="9039225" y="2543175"/>
              <a:ext cx="504825" cy="314325"/>
            </a:xfrm>
            <a:prstGeom prst="roundRect">
              <a:avLst>
                <a:gd name="adj" fmla="val 6061"/>
              </a:avLst>
            </a:prstGeom>
            <a:solidFill>
              <a:srgbClr val="FFFFFF"/>
            </a:solidFill>
            <a:ln w="8096">
              <a:solidFill>
                <a:srgbClr val="8A9BAA"/>
              </a:solidFill>
              <a:prstDash val="solid"/>
            </a:ln>
          </p:spPr>
        </p:sp>
        <p:sp>
          <p:nvSpPr>
            <p:cNvPr id="2061" name="new_tx__qam_label_58">
              <a:extLst>
                <a:ext uri="{FF2B5EF4-FFF2-40B4-BE49-F238E27FC236}">
                  <a16:creationId xmlns:a16="http://schemas.microsoft.com/office/drawing/2014/main" id="{A48F3949-051F-4769-A1FA-CF978689D806}"/>
                </a:ext>
              </a:extLst>
            </p:cNvPr>
            <p:cNvSpPr>
              <a:spLocks noGrp="1"/>
            </p:cNvSpPr>
            <p:nvPr/>
          </p:nvSpPr>
          <p:spPr>
            <a:xfrm>
              <a:off x="9058275" y="2571750"/>
              <a:ext cx="466725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QAM</a:t>
              </a:r>
            </a:p>
          </p:txBody>
        </p:sp>
        <p:sp>
          <p:nvSpPr>
            <p:cNvPr id="2062" name="new_tx__qam_to_frame_59">
              <a:extLst>
                <a:ext uri="{FF2B5EF4-FFF2-40B4-BE49-F238E27FC236}">
                  <a16:creationId xmlns:a16="http://schemas.microsoft.com/office/drawing/2014/main" id="{DAB12666-035B-4E39-BD0C-805B506778C8}"/>
                </a:ext>
              </a:extLst>
            </p:cNvPr>
            <p:cNvSpPr>
              <a:spLocks noGrp="1"/>
            </p:cNvSpPr>
            <p:nvPr/>
          </p:nvSpPr>
          <p:spPr>
            <a:xfrm>
              <a:off x="9544050" y="2705100"/>
              <a:ext cx="247650" cy="953"/>
            </a:xfrm>
            <a:custGeom>
              <a:pathLst>
                <a:path w="247650" h="953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63" name="new_tx__qam_to_frame_head_60">
              <a:extLst>
                <a:ext uri="{FF2B5EF4-FFF2-40B4-BE49-F238E27FC236}">
                  <a16:creationId xmlns:a16="http://schemas.microsoft.com/office/drawing/2014/main" id="{CFE9C3EE-DCE6-4F41-9D33-8E9BEB23CED1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2676525"/>
              <a:ext cx="57150" cy="57150"/>
            </a:xfrm>
            <a:custGeom>
              <a:pathLst>
                <a:path w="57150" h="57150">
                  <a:moveTo>
                    <a:pt x="57150" y="28575"/>
                  </a:move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80C0E"/>
            </a:solidFill>
            <a:ln w="1905">
              <a:solidFill>
                <a:srgbClr val="080C0E"/>
              </a:solidFill>
            </a:ln>
          </p:spPr>
        </p:sp>
        <p:sp>
          <p:nvSpPr>
            <p:cNvPr id="2064" name="new_tx__header_61">
              <a:extLst>
                <a:ext uri="{FF2B5EF4-FFF2-40B4-BE49-F238E27FC236}">
                  <a16:creationId xmlns:a16="http://schemas.microsoft.com/office/drawing/2014/main" id="{F921AB47-07EA-4A11-B503-E100FA4D1A75}"/>
                </a:ext>
              </a:extLst>
            </p:cNvPr>
            <p:cNvSpPr>
              <a:spLocks noGrp="1"/>
            </p:cNvSpPr>
            <p:nvPr/>
          </p:nvSpPr>
          <p:spPr>
            <a:xfrm>
              <a:off x="5843588" y="2971800"/>
              <a:ext cx="3771900" cy="781050"/>
            </a:xfrm>
            <a:prstGeom prst="roundRect">
              <a:avLst>
                <a:gd name="adj" fmla="val 4878"/>
              </a:avLst>
            </a:prstGeom>
            <a:solidFill>
              <a:srgbClr val="E2F4FF"/>
            </a:solidFill>
            <a:ln w="8096">
              <a:solidFill>
                <a:srgbClr val="2494E8"/>
              </a:solidFill>
              <a:prstDash val="solid"/>
            </a:ln>
          </p:spPr>
        </p:sp>
        <p:sp>
          <p:nvSpPr>
            <p:cNvPr id="2065" name="new_tx__header_title_62">
              <a:extLst>
                <a:ext uri="{FF2B5EF4-FFF2-40B4-BE49-F238E27FC236}">
                  <a16:creationId xmlns:a16="http://schemas.microsoft.com/office/drawing/2014/main" id="{62634D8A-EBCF-41A3-886C-910CCD938EAD}"/>
                </a:ext>
              </a:extLst>
            </p:cNvPr>
            <p:cNvSpPr>
              <a:spLocks noGrp="1"/>
            </p:cNvSpPr>
            <p:nvPr/>
          </p:nvSpPr>
          <p:spPr>
            <a:xfrm>
              <a:off x="5915025" y="3000375"/>
              <a:ext cx="362902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Protected public header · 68 symbols</a:t>
              </a:r>
            </a:p>
          </p:txBody>
        </p:sp>
        <p:sp>
          <p:nvSpPr>
            <p:cNvPr id="2066" name="new_tx__profile_63">
              <a:extLst>
                <a:ext uri="{FF2B5EF4-FFF2-40B4-BE49-F238E27FC236}">
                  <a16:creationId xmlns:a16="http://schemas.microsoft.com/office/drawing/2014/main" id="{FA29FC89-0783-4EBA-9B80-40F04A431104}"/>
                </a:ext>
              </a:extLst>
            </p:cNvPr>
            <p:cNvSpPr>
              <a:spLocks noGrp="1"/>
            </p:cNvSpPr>
            <p:nvPr/>
          </p:nvSpPr>
          <p:spPr>
            <a:xfrm>
              <a:off x="5953125" y="3257550"/>
              <a:ext cx="1457325" cy="4191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8096">
              <a:solidFill>
                <a:srgbClr val="8A9BAA"/>
              </a:solidFill>
              <a:prstDash val="solid"/>
            </a:ln>
          </p:spPr>
        </p:sp>
        <p:sp>
          <p:nvSpPr>
            <p:cNvPr id="2067" name="new_tx__profile_label_64">
              <a:extLst>
                <a:ext uri="{FF2B5EF4-FFF2-40B4-BE49-F238E27FC236}">
                  <a16:creationId xmlns:a16="http://schemas.microsoft.com/office/drawing/2014/main" id="{90617769-439B-4F33-AF37-BFEE78230C81}"/>
                </a:ext>
              </a:extLst>
            </p:cNvPr>
            <p:cNvSpPr>
              <a:spLocks noGrp="1"/>
            </p:cNvSpPr>
            <p:nvPr/>
          </p:nvSpPr>
          <p:spPr>
            <a:xfrm>
              <a:off x="5991225" y="3257550"/>
              <a:ext cx="1381125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Actual profile ID</a:t>
              </a:r>
            </a:p>
          </p:txBody>
        </p:sp>
        <p:sp>
          <p:nvSpPr>
            <p:cNvPr id="2068" name="new_tx__profile_fields_65">
              <a:extLst>
                <a:ext uri="{FF2B5EF4-FFF2-40B4-BE49-F238E27FC236}">
                  <a16:creationId xmlns:a16="http://schemas.microsoft.com/office/drawing/2014/main" id="{70542DBA-2521-44B7-8121-73DAD17FE686}"/>
                </a:ext>
              </a:extLst>
            </p:cNvPr>
            <p:cNvSpPr>
              <a:spLocks noGrp="1"/>
            </p:cNvSpPr>
            <p:nvPr/>
          </p:nvSpPr>
          <p:spPr>
            <a:xfrm>
              <a:off x="5991225" y="3467100"/>
              <a:ext cx="1381125" cy="180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(m, K, M, r, …)</a:t>
              </a:r>
            </a:p>
          </p:txBody>
        </p:sp>
        <p:sp>
          <p:nvSpPr>
            <p:cNvPr id="2069" name="new_tx__profile_to_crc_66">
              <a:extLst>
                <a:ext uri="{FF2B5EF4-FFF2-40B4-BE49-F238E27FC236}">
                  <a16:creationId xmlns:a16="http://schemas.microsoft.com/office/drawing/2014/main" id="{72BC663E-CAE7-4B89-886F-916280C12616}"/>
                </a:ext>
              </a:extLst>
            </p:cNvPr>
            <p:cNvSpPr>
              <a:spLocks noGrp="1"/>
            </p:cNvSpPr>
            <p:nvPr/>
          </p:nvSpPr>
          <p:spPr>
            <a:xfrm>
              <a:off x="7410450" y="3467100"/>
              <a:ext cx="142875" cy="953"/>
            </a:xfrm>
            <a:custGeom>
              <a:pathLst>
                <a:path w="142875" h="953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70" name="new_tx__profile_to_crc_head_67">
              <a:extLst>
                <a:ext uri="{FF2B5EF4-FFF2-40B4-BE49-F238E27FC236}">
                  <a16:creationId xmlns:a16="http://schemas.microsoft.com/office/drawing/2014/main" id="{FA65D657-6B0B-4EA6-A788-48F836235607}"/>
                </a:ext>
              </a:extLst>
            </p:cNvPr>
            <p:cNvSpPr>
              <a:spLocks noGrp="1"/>
            </p:cNvSpPr>
            <p:nvPr/>
          </p:nvSpPr>
          <p:spPr>
            <a:xfrm>
              <a:off x="7496175" y="3438525"/>
              <a:ext cx="57150" cy="57150"/>
            </a:xfrm>
            <a:custGeom>
              <a:pathLst>
                <a:path w="57150" h="57150">
                  <a:moveTo>
                    <a:pt x="57150" y="28575"/>
                  </a:move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80C0E"/>
            </a:solidFill>
            <a:ln w="1905">
              <a:solidFill>
                <a:srgbClr val="080C0E"/>
              </a:solidFill>
            </a:ln>
          </p:spPr>
        </p:sp>
        <p:sp>
          <p:nvSpPr>
            <p:cNvPr id="2071" name="new_tx__header_crc_68">
              <a:extLst>
                <a:ext uri="{FF2B5EF4-FFF2-40B4-BE49-F238E27FC236}">
                  <a16:creationId xmlns:a16="http://schemas.microsoft.com/office/drawing/2014/main" id="{511BFDC4-9F90-40B2-B0C6-33B8A3DAD850}"/>
                </a:ext>
              </a:extLst>
            </p:cNvPr>
            <p:cNvSpPr>
              <a:spLocks noGrp="1"/>
            </p:cNvSpPr>
            <p:nvPr/>
          </p:nvSpPr>
          <p:spPr>
            <a:xfrm>
              <a:off x="7562850" y="3257550"/>
              <a:ext cx="466725" cy="4191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8096">
              <a:solidFill>
                <a:srgbClr val="8A9BAA"/>
              </a:solidFill>
              <a:prstDash val="solid"/>
            </a:ln>
          </p:spPr>
        </p:sp>
        <p:sp>
          <p:nvSpPr>
            <p:cNvPr id="2072" name="new_tx__header_crc_label_69">
              <a:extLst>
                <a:ext uri="{FF2B5EF4-FFF2-40B4-BE49-F238E27FC236}">
                  <a16:creationId xmlns:a16="http://schemas.microsoft.com/office/drawing/2014/main" id="{D56FFC9D-5973-4649-AC15-04EE61F13F57}"/>
                </a:ext>
              </a:extLst>
            </p:cNvPr>
            <p:cNvSpPr>
              <a:spLocks noGrp="1"/>
            </p:cNvSpPr>
            <p:nvPr/>
          </p:nvSpPr>
          <p:spPr>
            <a:xfrm>
              <a:off x="7581900" y="3343275"/>
              <a:ext cx="428625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CRC</a:t>
              </a:r>
            </a:p>
          </p:txBody>
        </p:sp>
        <p:sp>
          <p:nvSpPr>
            <p:cNvPr id="2073" name="new_tx__crc_to_conv_70">
              <a:extLst>
                <a:ext uri="{FF2B5EF4-FFF2-40B4-BE49-F238E27FC236}">
                  <a16:creationId xmlns:a16="http://schemas.microsoft.com/office/drawing/2014/main" id="{2031E61D-FE3E-44AA-A524-0BB5A677064B}"/>
                </a:ext>
              </a:extLst>
            </p:cNvPr>
            <p:cNvSpPr>
              <a:spLocks noGrp="1"/>
            </p:cNvSpPr>
            <p:nvPr/>
          </p:nvSpPr>
          <p:spPr>
            <a:xfrm>
              <a:off x="8029575" y="3467100"/>
              <a:ext cx="123825" cy="953"/>
            </a:xfrm>
            <a:custGeom>
              <a:pathLst>
                <a:path w="123825" h="953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74" name="new_tx__crc_to_conv_head_71">
              <a:extLst>
                <a:ext uri="{FF2B5EF4-FFF2-40B4-BE49-F238E27FC236}">
                  <a16:creationId xmlns:a16="http://schemas.microsoft.com/office/drawing/2014/main" id="{1297F303-E550-41A1-8283-CAEA0AE40EE1}"/>
                </a:ext>
              </a:extLst>
            </p:cNvPr>
            <p:cNvSpPr>
              <a:spLocks noGrp="1"/>
            </p:cNvSpPr>
            <p:nvPr/>
          </p:nvSpPr>
          <p:spPr>
            <a:xfrm>
              <a:off x="8096250" y="3438525"/>
              <a:ext cx="57150" cy="57150"/>
            </a:xfrm>
            <a:custGeom>
              <a:pathLst>
                <a:path w="57150" h="57150">
                  <a:moveTo>
                    <a:pt x="57150" y="28575"/>
                  </a:move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80C0E"/>
            </a:solidFill>
            <a:ln w="1905">
              <a:solidFill>
                <a:srgbClr val="080C0E"/>
              </a:solidFill>
            </a:ln>
          </p:spPr>
        </p:sp>
        <p:sp>
          <p:nvSpPr>
            <p:cNvPr id="2075" name="new_tx__conv_72">
              <a:extLst>
                <a:ext uri="{FF2B5EF4-FFF2-40B4-BE49-F238E27FC236}">
                  <a16:creationId xmlns:a16="http://schemas.microsoft.com/office/drawing/2014/main" id="{33AF6574-6FCA-484B-98B1-C0B8F2FE4896}"/>
                </a:ext>
              </a:extLst>
            </p:cNvPr>
            <p:cNvSpPr>
              <a:spLocks noGrp="1"/>
            </p:cNvSpPr>
            <p:nvPr/>
          </p:nvSpPr>
          <p:spPr>
            <a:xfrm>
              <a:off x="8162925" y="3257550"/>
              <a:ext cx="1371600" cy="4191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8096">
              <a:solidFill>
                <a:srgbClr val="8A9BAA"/>
              </a:solidFill>
              <a:prstDash val="solid"/>
            </a:ln>
          </p:spPr>
        </p:sp>
        <p:sp>
          <p:nvSpPr>
            <p:cNvPr id="2076" name="new_tx__conv_label_73">
              <a:extLst>
                <a:ext uri="{FF2B5EF4-FFF2-40B4-BE49-F238E27FC236}">
                  <a16:creationId xmlns:a16="http://schemas.microsoft.com/office/drawing/2014/main" id="{7E7B3D59-9B06-4B9C-9563-67A61C358D5D}"/>
                </a:ext>
              </a:extLst>
            </p:cNvPr>
            <p:cNvSpPr>
              <a:spLocks noGrp="1"/>
            </p:cNvSpPr>
            <p:nvPr/>
          </p:nvSpPr>
          <p:spPr>
            <a:xfrm>
              <a:off x="8201025" y="3276600"/>
              <a:ext cx="1295400" cy="3810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Conv. coding</a:t>
              </a:r>
            </a:p>
            <a:p>
              <a:pPr algn="ctr">
                <a:def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8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+ QPSK</a:t>
              </a:r>
            </a:p>
          </p:txBody>
        </p:sp>
        <p:sp>
          <p:nvSpPr>
            <p:cNvPr id="2077" name="new_tx__header_to_frame_74">
              <a:extLst>
                <a:ext uri="{FF2B5EF4-FFF2-40B4-BE49-F238E27FC236}">
                  <a16:creationId xmlns:a16="http://schemas.microsoft.com/office/drawing/2014/main" id="{8A966743-C14A-49F7-A148-40728C0CB947}"/>
                </a:ext>
              </a:extLst>
            </p:cNvPr>
            <p:cNvSpPr>
              <a:spLocks noGrp="1"/>
            </p:cNvSpPr>
            <p:nvPr/>
          </p:nvSpPr>
          <p:spPr>
            <a:xfrm>
              <a:off x="9534525" y="3105150"/>
              <a:ext cx="257175" cy="361950"/>
            </a:xfrm>
            <a:custGeom>
              <a:pathLst>
                <a:path w="257175" h="361950">
                  <a:moveTo>
                    <a:pt x="0" y="361950"/>
                  </a:moveTo>
                  <a:lnTo>
                    <a:pt x="161925" y="361950"/>
                  </a:lnTo>
                  <a:lnTo>
                    <a:pt x="161925" y="0"/>
                  </a:lnTo>
                  <a:lnTo>
                    <a:pt x="257175" y="0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78" name="new_tx__header_to_frame_head_75">
              <a:extLst>
                <a:ext uri="{FF2B5EF4-FFF2-40B4-BE49-F238E27FC236}">
                  <a16:creationId xmlns:a16="http://schemas.microsoft.com/office/drawing/2014/main" id="{07588BDE-C9F6-4F12-93DA-972A76521D48}"/>
                </a:ext>
              </a:extLst>
            </p:cNvPr>
            <p:cNvSpPr>
              <a:spLocks noGrp="1"/>
            </p:cNvSpPr>
            <p:nvPr/>
          </p:nvSpPr>
          <p:spPr>
            <a:xfrm>
              <a:off x="9734550" y="3076575"/>
              <a:ext cx="57150" cy="57150"/>
            </a:xfrm>
            <a:custGeom>
              <a:pathLst>
                <a:path w="57150" h="57150">
                  <a:moveTo>
                    <a:pt x="57150" y="28575"/>
                  </a:move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80C0E"/>
            </a:solidFill>
            <a:ln w="1905">
              <a:solidFill>
                <a:srgbClr val="080C0E"/>
              </a:solidFill>
            </a:ln>
          </p:spPr>
        </p:sp>
      </p:grpSp>
      <p:grpSp>
        <p:nvGrpSpPr>
          <p:cNvPr id="2079" name="new_rx_editable_group"/>
          <p:cNvGrpSpPr/>
          <p:nvPr/>
        </p:nvGrpSpPr>
        <p:grpSpPr>
          <a:xfrm>
            <a:off x="0" y="0"/>
            <a:ext cx="16897350" cy="7827264"/>
            <a:chOff x="0" y="0"/>
            <a:chExt cx="16897350" cy="7827264"/>
          </a:xfrm>
        </p:grpSpPr>
        <p:sp>
          <p:nvSpPr>
            <p:cNvPr id="2080" name="new_rx__card_76">
              <a:extLst>
                <a:ext uri="{FF2B5EF4-FFF2-40B4-BE49-F238E27FC236}">
                  <a16:creationId xmlns:a16="http://schemas.microsoft.com/office/drawing/2014/main" id="{0C609E41-08A7-4A80-B576-334A5436FD1A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1562100"/>
              <a:ext cx="1314450" cy="1800225"/>
            </a:xfrm>
            <a:prstGeom prst="roundRect">
              <a:avLst>
                <a:gd name="adj" fmla="val 2899"/>
              </a:avLst>
            </a:prstGeom>
            <a:solidFill>
              <a:srgbClr val="DCF8E5"/>
            </a:solidFill>
            <a:ln w="8096">
              <a:solidFill>
                <a:srgbClr val="299B66"/>
              </a:solidFill>
              <a:prstDash val="solid"/>
            </a:ln>
          </p:spPr>
        </p:sp>
        <p:sp>
          <p:nvSpPr>
            <p:cNvPr id="2081" name="new_rx__title_77">
              <a:extLst>
                <a:ext uri="{FF2B5EF4-FFF2-40B4-BE49-F238E27FC236}">
                  <a16:creationId xmlns:a16="http://schemas.microsoft.com/office/drawing/2014/main" id="{6C838D14-F6AD-4BC0-B694-4C40C8257645}"/>
                </a:ext>
              </a:extLst>
            </p:cNvPr>
            <p:cNvSpPr>
              <a:spLocks noGrp="1"/>
            </p:cNvSpPr>
            <p:nvPr/>
          </p:nvSpPr>
          <p:spPr>
            <a:xfrm>
              <a:off x="11677650" y="1609725"/>
              <a:ext cx="1200150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Digital receiver</a:t>
              </a:r>
            </a:p>
          </p:txBody>
        </p:sp>
        <p:sp>
          <p:nvSpPr>
            <p:cNvPr id="2082" name="new_rx__header_78">
              <a:extLst>
                <a:ext uri="{FF2B5EF4-FFF2-40B4-BE49-F238E27FC236}">
                  <a16:creationId xmlns:a16="http://schemas.microsoft.com/office/drawing/2014/main" id="{A0E45313-3BA5-4896-94DA-48ED3FB33B7B}"/>
                </a:ext>
              </a:extLst>
            </p:cNvPr>
            <p:cNvSpPr>
              <a:spLocks noGrp="1"/>
            </p:cNvSpPr>
            <p:nvPr/>
          </p:nvSpPr>
          <p:spPr>
            <a:xfrm>
              <a:off x="11687175" y="1857375"/>
              <a:ext cx="1181100" cy="390525"/>
            </a:xfrm>
            <a:prstGeom prst="roundRect">
              <a:avLst>
                <a:gd name="adj" fmla="val 7317"/>
              </a:avLst>
            </a:prstGeom>
            <a:solidFill>
              <a:srgbClr val="FFFFFF"/>
            </a:solidFill>
            <a:ln w="8096">
              <a:solidFill>
                <a:srgbClr val="83A796"/>
              </a:solidFill>
              <a:prstDash val="solid"/>
            </a:ln>
          </p:spPr>
        </p:sp>
        <p:sp>
          <p:nvSpPr>
            <p:cNvPr id="2083" name="new_rx__header_label_79">
              <a:extLst>
                <a:ext uri="{FF2B5EF4-FFF2-40B4-BE49-F238E27FC236}">
                  <a16:creationId xmlns:a16="http://schemas.microsoft.com/office/drawing/2014/main" id="{56F4F3C0-9C53-4C9A-B7D6-14340FAD54E1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1885950"/>
              <a:ext cx="1123950" cy="3429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Header decode</a:t>
              </a:r>
            </a:p>
            <a:p>
              <a: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→ actual profile</a:t>
              </a:r>
            </a:p>
          </p:txBody>
        </p:sp>
        <p:sp>
          <p:nvSpPr>
            <p:cNvPr id="2084" name="new_rx__phy_80">
              <a:extLst>
                <a:ext uri="{FF2B5EF4-FFF2-40B4-BE49-F238E27FC236}">
                  <a16:creationId xmlns:a16="http://schemas.microsoft.com/office/drawing/2014/main" id="{8EFBB2F3-721B-4705-BF04-0765AD19A8D0}"/>
                </a:ext>
              </a:extLst>
            </p:cNvPr>
            <p:cNvSpPr>
              <a:spLocks noGrp="1"/>
            </p:cNvSpPr>
            <p:nvPr/>
          </p:nvSpPr>
          <p:spPr>
            <a:xfrm>
              <a:off x="11687175" y="2305050"/>
              <a:ext cx="1181100" cy="361950"/>
            </a:xfrm>
            <a:prstGeom prst="roundRect">
              <a:avLst>
                <a:gd name="adj" fmla="val 7895"/>
              </a:avLst>
            </a:prstGeom>
            <a:solidFill>
              <a:srgbClr val="FFFFFF"/>
            </a:solidFill>
            <a:ln w="8096">
              <a:solidFill>
                <a:srgbClr val="83A796"/>
              </a:solidFill>
              <a:prstDash val="solid"/>
            </a:ln>
          </p:spPr>
        </p:sp>
        <p:sp>
          <p:nvSpPr>
            <p:cNvPr id="2085" name="new_rx__phy_label_81">
              <a:extLst>
                <a:ext uri="{FF2B5EF4-FFF2-40B4-BE49-F238E27FC236}">
                  <a16:creationId xmlns:a16="http://schemas.microsoft.com/office/drawing/2014/main" id="{D20EB5C3-BC4D-45CB-81F2-211A86D2A3BF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2324100"/>
              <a:ext cx="112395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QAM demap</a:t>
              </a:r>
            </a:p>
            <a:p>
              <a:pPr algn="ctr">
                <a:def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3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→ LDPC decode</a:t>
              </a:r>
            </a:p>
          </p:txBody>
        </p:sp>
        <p:sp>
          <p:nvSpPr>
            <p:cNvPr id="2086" name="new_rx__checks_82">
              <a:extLst>
                <a:ext uri="{FF2B5EF4-FFF2-40B4-BE49-F238E27FC236}">
                  <a16:creationId xmlns:a16="http://schemas.microsoft.com/office/drawing/2014/main" id="{734494C7-65BB-466F-8AF2-1A2F293EA108}"/>
                </a:ext>
              </a:extLst>
            </p:cNvPr>
            <p:cNvSpPr>
              <a:spLocks noGrp="1"/>
            </p:cNvSpPr>
            <p:nvPr/>
          </p:nvSpPr>
          <p:spPr>
            <a:xfrm>
              <a:off x="11687175" y="2724150"/>
              <a:ext cx="1181100" cy="238125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8096">
              <a:solidFill>
                <a:srgbClr val="83A796"/>
              </a:solidFill>
              <a:prstDash val="solid"/>
            </a:ln>
          </p:spPr>
        </p:sp>
        <p:sp>
          <p:nvSpPr>
            <p:cNvPr id="2087" name="new_rx__checks_label_83">
              <a:extLst>
                <a:ext uri="{FF2B5EF4-FFF2-40B4-BE49-F238E27FC236}">
                  <a16:creationId xmlns:a16="http://schemas.microsoft.com/office/drawing/2014/main" id="{EED93008-6DD1-4647-B528-AB979671C623}"/>
                </a:ext>
              </a:extLst>
            </p:cNvPr>
            <p:cNvSpPr>
              <a:spLocks noGrp="1"/>
            </p:cNvSpPr>
            <p:nvPr/>
          </p:nvSpPr>
          <p:spPr>
            <a:xfrm>
              <a:off x="11706225" y="2743200"/>
              <a:ext cx="1143000" cy="2000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9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CRC / length check</a:t>
              </a:r>
            </a:p>
          </p:txBody>
        </p:sp>
        <p:sp>
          <p:nvSpPr>
            <p:cNvPr id="2088" name="new_rx__ac_84">
              <a:extLst>
                <a:ext uri="{FF2B5EF4-FFF2-40B4-BE49-F238E27FC236}">
                  <a16:creationId xmlns:a16="http://schemas.microsoft.com/office/drawing/2014/main" id="{A37E8657-EE08-4977-9DEE-A3493602F4EE}"/>
                </a:ext>
              </a:extLst>
            </p:cNvPr>
            <p:cNvSpPr>
              <a:spLocks noGrp="1"/>
            </p:cNvSpPr>
            <p:nvPr/>
          </p:nvSpPr>
          <p:spPr>
            <a:xfrm>
              <a:off x="11687175" y="3019425"/>
              <a:ext cx="1181100" cy="285750"/>
            </a:xfrm>
            <a:prstGeom prst="roundRect">
              <a:avLst>
                <a:gd name="adj" fmla="val 10000"/>
              </a:avLst>
            </a:prstGeom>
            <a:solidFill>
              <a:srgbClr val="FFF4DD"/>
            </a:solidFill>
            <a:ln w="8096">
              <a:solidFill>
                <a:srgbClr val="D4A451"/>
              </a:solidFill>
              <a:prstDash val="solid"/>
            </a:ln>
          </p:spPr>
        </p:sp>
        <p:sp>
          <p:nvSpPr>
            <p:cNvPr id="2089" name="new_rx__ac_label_85">
              <a:extLst>
                <a:ext uri="{FF2B5EF4-FFF2-40B4-BE49-F238E27FC236}">
                  <a16:creationId xmlns:a16="http://schemas.microsoft.com/office/drawing/2014/main" id="{B6E5EEAF-EF72-4F81-BADE-1B0073B1C5A2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3028950"/>
              <a:ext cx="11239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Arithmetic source</a:t>
              </a:r>
            </a:p>
            <a:p>
              <a:pPr algn="ctr">
                <a:def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73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decoding</a:t>
              </a:r>
            </a:p>
          </p:txBody>
        </p:sp>
        <p:sp>
          <p:nvSpPr>
            <p:cNvPr id="2090" name="new_rx__to_tokens_86">
              <a:extLst>
                <a:ext uri="{FF2B5EF4-FFF2-40B4-BE49-F238E27FC236}">
                  <a16:creationId xmlns:a16="http://schemas.microsoft.com/office/drawing/2014/main" id="{3C1BDE18-CFA1-4C16-834D-6D1A3DB0EB44}"/>
                </a:ext>
              </a:extLst>
            </p:cNvPr>
            <p:cNvSpPr>
              <a:spLocks noGrp="1"/>
            </p:cNvSpPr>
            <p:nvPr/>
          </p:nvSpPr>
          <p:spPr>
            <a:xfrm>
              <a:off x="12868275" y="3171825"/>
              <a:ext cx="123825" cy="953"/>
            </a:xfrm>
            <a:custGeom>
              <a:pathLst>
                <a:path w="123825" h="953">
                  <a:moveTo>
                    <a:pt x="0" y="0"/>
                  </a:moveTo>
                  <a:lnTo>
                    <a:pt x="123825" y="0"/>
                  </a:lnTo>
                </a:path>
              </a:pathLst>
            </a:custGeom>
            <a:noFill/>
            <a:ln w="12383">
              <a:solidFill>
                <a:srgbClr val="080C0E"/>
              </a:solidFill>
              <a:prstDash val="solid"/>
            </a:ln>
          </p:spPr>
        </p:sp>
        <p:sp>
          <p:nvSpPr>
            <p:cNvPr id="2091" name="new_rx__to_tokens_head_87">
              <a:extLst>
                <a:ext uri="{FF2B5EF4-FFF2-40B4-BE49-F238E27FC236}">
                  <a16:creationId xmlns:a16="http://schemas.microsoft.com/office/drawing/2014/main" id="{04B27BAE-3ABC-40EA-8793-30B2A54C9D42}"/>
                </a:ext>
              </a:extLst>
            </p:cNvPr>
            <p:cNvSpPr>
              <a:spLocks noGrp="1"/>
            </p:cNvSpPr>
            <p:nvPr/>
          </p:nvSpPr>
          <p:spPr>
            <a:xfrm>
              <a:off x="12934950" y="3143250"/>
              <a:ext cx="57150" cy="57150"/>
            </a:xfrm>
            <a:custGeom>
              <a:pathLst>
                <a:path w="57150" h="57150">
                  <a:moveTo>
                    <a:pt x="57150" y="28575"/>
                  </a:move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80C0E"/>
            </a:solidFill>
            <a:ln w="1905">
              <a:solidFill>
                <a:srgbClr val="080C0E"/>
              </a:solidFill>
            </a:ln>
          </p:spPr>
        </p:sp>
        <p:sp>
          <p:nvSpPr>
            <p:cNvPr id="2092" name="new_rx__failure_88">
              <a:extLst>
                <a:ext uri="{FF2B5EF4-FFF2-40B4-BE49-F238E27FC236}">
                  <a16:creationId xmlns:a16="http://schemas.microsoft.com/office/drawing/2014/main" id="{C674B35D-B642-471E-B06D-8F1A946215F3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3429000"/>
              <a:ext cx="3038475" cy="180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rPr>
                <a:t>Header / CRC / length / AC failure</a:t>
              </a:r>
            </a:p>
          </p:txBody>
        </p:sp>
        <p:sp>
          <p:nvSpPr>
            <p:cNvPr id="2093" name="new_rx__fallback_89">
              <a:extLst>
                <a:ext uri="{FF2B5EF4-FFF2-40B4-BE49-F238E27FC236}">
                  <a16:creationId xmlns:a16="http://schemas.microsoft.com/office/drawing/2014/main" id="{E35287C6-069B-4B59-8C3F-E70F2A404CBB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3629025"/>
              <a:ext cx="2857500" cy="180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40" b="1">
                  <a:solidFill>
                    <a:srgbClr val="36463F"/>
                  </a:solidFill>
                  <a:latin typeface="Times New Roman"/>
                  <a:ea typeface="Times New Roman"/>
                  <a:cs typeface="Times New Roman"/>
                </a:rPr>
                <a:t>→ fixed gray output</a:t>
              </a:r>
            </a:p>
          </p:txBody>
        </p:sp>
        <p:sp>
          <p:nvSpPr>
            <p:cNvPr id="2094" name="new_rx__schematic_90">
              <a:extLst>
                <a:ext uri="{FF2B5EF4-FFF2-40B4-BE49-F238E27FC236}">
                  <a16:creationId xmlns:a16="http://schemas.microsoft.com/office/drawing/2014/main" id="{9C7E36EA-0C85-4856-9791-3A7C191F7FBA}"/>
                </a:ext>
              </a:extLst>
            </p:cNvPr>
            <p:cNvSpPr>
              <a:spLocks noGrp="1"/>
            </p:cNvSpPr>
            <p:nvPr/>
          </p:nvSpPr>
          <p:spPr>
            <a:xfrm>
              <a:off x="14249400" y="3657600"/>
              <a:ext cx="2505075" cy="1809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def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>
                  <a:solidFill>
                    <a:srgbClr val="48665B"/>
                  </a:solidFill>
                  <a:latin typeface="Times New Roman"/>
                  <a:ea typeface="Times New Roman"/>
                  <a:cs typeface="Times New Roman"/>
                </a:rPr>
                <a:t>Thumbnails are schematic</a:t>
              </a:r>
            </a:p>
          </p:txBody>
        </p:sp>
      </p:grpSp>
      <p:grpSp>
        <p:nvGrpSpPr>
          <p:cNvPr id="2095" name="new_budget_editable_group"/>
          <p:cNvGrpSpPr/>
          <p:nvPr/>
        </p:nvGrpSpPr>
        <p:grpSpPr>
          <a:xfrm>
            <a:off x="0" y="0"/>
            <a:ext cx="16897350" cy="7827264"/>
            <a:chOff x="0" y="0"/>
            <a:chExt cx="16897350" cy="7827264"/>
          </a:xfrm>
        </p:grpSpPr>
        <p:sp>
          <p:nvSpPr>
            <p:cNvPr id="2096" name="new_budget__background_91">
              <a:extLst>
                <a:ext uri="{FF2B5EF4-FFF2-40B4-BE49-F238E27FC236}">
                  <a16:creationId xmlns:a16="http://schemas.microsoft.com/office/drawing/2014/main" id="{A1B5C0C7-9ACA-4593-A94B-B15A1B5D3C1C}"/>
                </a:ext>
              </a:extLst>
            </p:cNvPr>
            <p:cNvSpPr>
              <a:spLocks noGrp="1"/>
            </p:cNvSpPr>
            <p:nvPr/>
          </p:nvSpPr>
          <p:spPr>
            <a:xfrm>
              <a:off x="166688" y="4000500"/>
              <a:ext cx="16702088" cy="1119188"/>
            </a:xfrm>
            <a:prstGeom prst="roundRect">
              <a:avLst>
                <a:gd name="adj" fmla="val 6809"/>
              </a:avLst>
            </a:prstGeom>
            <a:solidFill>
              <a:srgbClr val="FAFCFE"/>
            </a:solidFill>
            <a:ln w="8096">
              <a:solidFill>
                <a:srgbClr val="8FAAC1"/>
              </a:solidFill>
              <a:prstDash val="solid"/>
            </a:ln>
          </p:spPr>
        </p:sp>
        <p:sp>
          <p:nvSpPr>
            <p:cNvPr id="2097" name="new_budget__title_92">
              <a:extLst>
                <a:ext uri="{FF2B5EF4-FFF2-40B4-BE49-F238E27FC236}">
                  <a16:creationId xmlns:a16="http://schemas.microsoft.com/office/drawing/2014/main" id="{1E651D05-EFC7-4DCA-922D-7D5F25BCB951}"/>
                </a:ext>
              </a:extLst>
            </p:cNvPr>
            <p:cNvSpPr>
              <a:spLocks noGrp="1"/>
            </p:cNvSpPr>
            <p:nvPr/>
          </p:nvSpPr>
          <p:spPr>
            <a:xfrm>
              <a:off x="285750" y="4019550"/>
              <a:ext cx="7800975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63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Entropy source-bit utilization · 10 dB · 500-source means</a:t>
              </a:r>
            </a:p>
          </p:txBody>
        </p:sp>
        <p:sp>
          <p:nvSpPr>
            <p:cNvPr id="2098" name="new_budget__capacity_93">
              <a:extLst>
                <a:ext uri="{FF2B5EF4-FFF2-40B4-BE49-F238E27FC236}">
                  <a16:creationId xmlns:a16="http://schemas.microsoft.com/office/drawing/2014/main" id="{1A2CB599-D39E-468E-B71A-D4746BB17A05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4038600"/>
              <a:ext cx="4762500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r">
                <a:def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23" b="0">
                  <a:solidFill>
                    <a:srgbClr val="334B61"/>
                  </a:solidFill>
                  <a:latin typeface="Times New Roman"/>
                  <a:ea typeface="Times New Roman"/>
                  <a:cs typeface="Times New Roman"/>
                </a:rPr>
                <a:t>AC budget: 2520 = 2549 − 13 − 16 bits</a:t>
              </a:r>
            </a:p>
          </p:txBody>
        </p:sp>
        <p:sp>
          <p:nvSpPr>
            <p:cNvPr id="2099" name="new_budget__method_94">
              <a:extLst>
                <a:ext uri="{FF2B5EF4-FFF2-40B4-BE49-F238E27FC236}">
                  <a16:creationId xmlns:a16="http://schemas.microsoft.com/office/drawing/2014/main" id="{E1BBCEF0-C21C-41BC-AC64-BCBC5893D270}"/>
                </a:ext>
              </a:extLst>
            </p:cNvPr>
            <p:cNvSpPr>
              <a:spLocks noGrp="1"/>
            </p:cNvSpPr>
            <p:nvPr/>
          </p:nvSpPr>
          <p:spPr>
            <a:xfrm>
              <a:off x="285750" y="4343400"/>
              <a:ext cx="22479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WHOLE (whole scales)</a:t>
              </a:r>
            </a:p>
          </p:txBody>
        </p:sp>
        <p:sp>
          <p:nvSpPr>
            <p:cNvPr id="2100" name="new_budget__source_bits_95">
              <a:extLst>
                <a:ext uri="{FF2B5EF4-FFF2-40B4-BE49-F238E27FC236}">
                  <a16:creationId xmlns:a16="http://schemas.microsoft.com/office/drawing/2014/main" id="{7C475895-0CCD-4059-AADA-D51608AAFA54}"/>
                </a:ext>
              </a:extLst>
            </p:cNvPr>
            <p:cNvSpPr>
              <a:spLocks noGrp="1"/>
            </p:cNvSpPr>
            <p:nvPr/>
          </p:nvSpPr>
          <p:spPr>
            <a:xfrm>
              <a:off x="2638425" y="4333875"/>
              <a:ext cx="7142235" cy="257175"/>
            </a:xfrm>
            <a:prstGeom prst="rect">
              <a:avLst/>
            </a:prstGeom>
            <a:solidFill>
              <a:srgbClr val="FFE6A4"/>
            </a:solidFill>
            <a:ln w="8096">
              <a:solidFill>
                <a:srgbClr val="BC9B54"/>
              </a:solidFill>
              <a:prstDash val="solid"/>
            </a:ln>
          </p:spPr>
        </p:sp>
        <p:sp>
          <p:nvSpPr>
            <p:cNvPr id="2101" name="new_budget__zero_padding_96">
              <a:extLst>
                <a:ext uri="{FF2B5EF4-FFF2-40B4-BE49-F238E27FC236}">
                  <a16:creationId xmlns:a16="http://schemas.microsoft.com/office/drawing/2014/main" id="{16238171-41E0-4A00-8185-B7BE482C8553}"/>
                </a:ext>
              </a:extLst>
            </p:cNvPr>
            <p:cNvSpPr>
              <a:spLocks noGrp="1"/>
            </p:cNvSpPr>
            <p:nvPr/>
          </p:nvSpPr>
          <p:spPr>
            <a:xfrm>
              <a:off x="9780660" y="4333875"/>
              <a:ext cx="2049390" cy="257175"/>
            </a:xfrm>
            <a:prstGeom prst="rect">
              <a:avLst/>
            </a:prstGeom>
            <a:solidFill>
              <a:srgbClr val="E4E7EC"/>
            </a:solidFill>
            <a:ln w="8096">
              <a:solidFill>
                <a:srgbClr val="8393A4"/>
              </a:solidFill>
              <a:prstDash val="solid"/>
            </a:ln>
          </p:spPr>
        </p:sp>
        <p:sp>
          <p:nvSpPr>
            <p:cNvPr id="2102" name="new_budget__utilization_97">
              <a:extLst>
                <a:ext uri="{FF2B5EF4-FFF2-40B4-BE49-F238E27FC236}">
                  <a16:creationId xmlns:a16="http://schemas.microsoft.com/office/drawing/2014/main" id="{CF25DE20-EE9D-4607-B9D1-3B9FA3B9E8C3}"/>
                </a:ext>
              </a:extLst>
            </p:cNvPr>
            <p:cNvSpPr>
              <a:spLocks noGrp="1"/>
            </p:cNvSpPr>
            <p:nvPr/>
          </p:nvSpPr>
          <p:spPr>
            <a:xfrm>
              <a:off x="2695575" y="4343400"/>
              <a:ext cx="7027935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77.70% AC source bits</a:t>
              </a:r>
            </a:p>
          </p:txBody>
        </p:sp>
        <p:sp>
          <p:nvSpPr>
            <p:cNvPr id="2103" name="new_budget__pad_pct_98">
              <a:extLst>
                <a:ext uri="{FF2B5EF4-FFF2-40B4-BE49-F238E27FC236}">
                  <a16:creationId xmlns:a16="http://schemas.microsoft.com/office/drawing/2014/main" id="{0642E610-396C-4225-996C-E6FAD250F69C}"/>
                </a:ext>
              </a:extLst>
            </p:cNvPr>
            <p:cNvSpPr>
              <a:spLocks noGrp="1"/>
            </p:cNvSpPr>
            <p:nvPr/>
          </p:nvSpPr>
          <p:spPr>
            <a:xfrm>
              <a:off x="11944350" y="4343400"/>
              <a:ext cx="1219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rPr>
                <a:t>22.30% padding</a:t>
              </a:r>
            </a:p>
          </p:txBody>
        </p:sp>
        <p:sp>
          <p:nvSpPr>
            <p:cNvPr id="2104" name="new_budget__method_99">
              <a:extLst>
                <a:ext uri="{FF2B5EF4-FFF2-40B4-BE49-F238E27FC236}">
                  <a16:creationId xmlns:a16="http://schemas.microsoft.com/office/drawing/2014/main" id="{5F43C01A-4B5D-4E49-BB7C-FDE27F1848C7}"/>
                </a:ext>
              </a:extLst>
            </p:cNvPr>
            <p:cNvSpPr>
              <a:spLocks noGrp="1"/>
            </p:cNvSpPr>
            <p:nvPr/>
          </p:nvSpPr>
          <p:spPr>
            <a:xfrm>
              <a:off x="285750" y="4733925"/>
              <a:ext cx="22479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PARTIAL (within-scale)</a:t>
              </a:r>
            </a:p>
          </p:txBody>
        </p:sp>
        <p:sp>
          <p:nvSpPr>
            <p:cNvPr id="2105" name="new_budget__source_bits_100">
              <a:extLst>
                <a:ext uri="{FF2B5EF4-FFF2-40B4-BE49-F238E27FC236}">
                  <a16:creationId xmlns:a16="http://schemas.microsoft.com/office/drawing/2014/main" id="{CEF87760-22E4-4E88-AEEB-F4098DB1A08D}"/>
                </a:ext>
              </a:extLst>
            </p:cNvPr>
            <p:cNvSpPr>
              <a:spLocks noGrp="1"/>
            </p:cNvSpPr>
            <p:nvPr/>
          </p:nvSpPr>
          <p:spPr>
            <a:xfrm>
              <a:off x="2638425" y="4724400"/>
              <a:ext cx="8751164" cy="257175"/>
            </a:xfrm>
            <a:prstGeom prst="rect">
              <a:avLst/>
            </a:prstGeom>
            <a:solidFill>
              <a:srgbClr val="FFE6A4"/>
            </a:solidFill>
            <a:ln w="8096">
              <a:solidFill>
                <a:srgbClr val="BC9B54"/>
              </a:solidFill>
              <a:prstDash val="solid"/>
            </a:ln>
          </p:spPr>
        </p:sp>
        <p:sp>
          <p:nvSpPr>
            <p:cNvPr id="2106" name="new_budget__zero_padding_101">
              <a:extLst>
                <a:ext uri="{FF2B5EF4-FFF2-40B4-BE49-F238E27FC236}">
                  <a16:creationId xmlns:a16="http://schemas.microsoft.com/office/drawing/2014/main" id="{551841EA-C4B7-46F8-923E-AB8A34E6BB9D}"/>
                </a:ext>
              </a:extLst>
            </p:cNvPr>
            <p:cNvSpPr>
              <a:spLocks noGrp="1"/>
            </p:cNvSpPr>
            <p:nvPr/>
          </p:nvSpPr>
          <p:spPr>
            <a:xfrm>
              <a:off x="11389589" y="4724400"/>
              <a:ext cx="440461" cy="257175"/>
            </a:xfrm>
            <a:prstGeom prst="rect">
              <a:avLst/>
            </a:prstGeom>
            <a:solidFill>
              <a:srgbClr val="E4E7EC"/>
            </a:solidFill>
            <a:ln w="8096">
              <a:solidFill>
                <a:srgbClr val="8393A4"/>
              </a:solidFill>
              <a:prstDash val="solid"/>
            </a:ln>
          </p:spPr>
        </p:sp>
        <p:sp>
          <p:nvSpPr>
            <p:cNvPr id="2107" name="new_budget__utilization_102">
              <a:extLst>
                <a:ext uri="{FF2B5EF4-FFF2-40B4-BE49-F238E27FC236}">
                  <a16:creationId xmlns:a16="http://schemas.microsoft.com/office/drawing/2014/main" id="{C87B6FCE-23BB-4E77-8937-BE656F27FF4A}"/>
                </a:ext>
              </a:extLst>
            </p:cNvPr>
            <p:cNvSpPr>
              <a:spLocks noGrp="1"/>
            </p:cNvSpPr>
            <p:nvPr/>
          </p:nvSpPr>
          <p:spPr>
            <a:xfrm>
              <a:off x="2695575" y="4733925"/>
              <a:ext cx="8636864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98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95.21% AC source bits</a:t>
              </a:r>
            </a:p>
          </p:txBody>
        </p:sp>
        <p:sp>
          <p:nvSpPr>
            <p:cNvPr id="2108" name="new_budget__pad_pct_103">
              <a:extLst>
                <a:ext uri="{FF2B5EF4-FFF2-40B4-BE49-F238E27FC236}">
                  <a16:creationId xmlns:a16="http://schemas.microsoft.com/office/drawing/2014/main" id="{DCBAA877-C3BC-4A43-B8F4-D3F16F92256A}"/>
                </a:ext>
              </a:extLst>
            </p:cNvPr>
            <p:cNvSpPr>
              <a:spLocks noGrp="1"/>
            </p:cNvSpPr>
            <p:nvPr/>
          </p:nvSpPr>
          <p:spPr>
            <a:xfrm>
              <a:off x="11944350" y="4733925"/>
              <a:ext cx="1219200" cy="238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def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02" b="0">
                  <a:solidFill>
                    <a:srgbClr val="42556B"/>
                  </a:solidFill>
                  <a:latin typeface="Times New Roman"/>
                  <a:ea typeface="Times New Roman"/>
                  <a:cs typeface="Times New Roman"/>
                </a:rPr>
                <a:t>4.79% padding</a:t>
              </a:r>
            </a:p>
          </p:txBody>
        </p:sp>
        <p:sp>
          <p:nvSpPr>
            <p:cNvPr id="2109" name="new_budget__physical_title_104">
              <a:extLst>
                <a:ext uri="{FF2B5EF4-FFF2-40B4-BE49-F238E27FC236}">
                  <a16:creationId xmlns:a16="http://schemas.microsoft.com/office/drawing/2014/main" id="{D7ABDA57-A291-43B1-A69A-41F1AD65C7D6}"/>
                </a:ext>
              </a:extLst>
            </p:cNvPr>
            <p:cNvSpPr>
              <a:spLocks noGrp="1"/>
            </p:cNvSpPr>
            <p:nvPr/>
          </p:nvSpPr>
          <p:spPr>
            <a:xfrm>
              <a:off x="13335000" y="4152900"/>
              <a:ext cx="3324225" cy="2095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Same physical frame for both</a:t>
              </a:r>
            </a:p>
          </p:txBody>
        </p:sp>
        <p:sp>
          <p:nvSpPr>
            <p:cNvPr id="2110" name="new_budget__phy_header_105">
              <a:extLst>
                <a:ext uri="{FF2B5EF4-FFF2-40B4-BE49-F238E27FC236}">
                  <a16:creationId xmlns:a16="http://schemas.microsoft.com/office/drawing/2014/main" id="{7DC30C4D-6DFE-4784-8DF4-DF8E9A67E687}"/>
                </a:ext>
              </a:extLst>
            </p:cNvPr>
            <p:cNvSpPr>
              <a:spLocks noGrp="1"/>
            </p:cNvSpPr>
            <p:nvPr/>
          </p:nvSpPr>
          <p:spPr>
            <a:xfrm>
              <a:off x="13382625" y="4448175"/>
              <a:ext cx="213792" cy="304800"/>
            </a:xfrm>
            <a:prstGeom prst="rect">
              <a:avLst/>
            </a:prstGeom>
            <a:solidFill>
              <a:srgbClr val="B7DDFB"/>
            </a:solidFill>
            <a:ln w="8096">
              <a:solidFill>
                <a:srgbClr val="2D6DAD"/>
              </a:solidFill>
              <a:prstDash val="solid"/>
            </a:ln>
          </p:spPr>
        </p:sp>
        <p:sp>
          <p:nvSpPr>
            <p:cNvPr id="2111" name="new_budget__phy_body_106">
              <a:extLst>
                <a:ext uri="{FF2B5EF4-FFF2-40B4-BE49-F238E27FC236}">
                  <a16:creationId xmlns:a16="http://schemas.microsoft.com/office/drawing/2014/main" id="{A7377C25-3BF1-40BB-86A6-27D5B7C75CCB}"/>
                </a:ext>
              </a:extLst>
            </p:cNvPr>
            <p:cNvSpPr>
              <a:spLocks noGrp="1"/>
            </p:cNvSpPr>
            <p:nvPr/>
          </p:nvSpPr>
          <p:spPr>
            <a:xfrm>
              <a:off x="13596417" y="4448175"/>
              <a:ext cx="3005658" cy="304800"/>
            </a:xfrm>
            <a:prstGeom prst="rect">
              <a:avLst/>
            </a:prstGeom>
            <a:solidFill>
              <a:srgbClr val="FFE6A4"/>
            </a:solidFill>
            <a:ln w="8096">
              <a:solidFill>
                <a:srgbClr val="BC9B54"/>
              </a:solidFill>
              <a:prstDash val="solid"/>
            </a:ln>
          </p:spPr>
        </p:sp>
        <p:sp>
          <p:nvSpPr>
            <p:cNvPr id="2112" name="new_budget__header68_107">
              <a:extLst>
                <a:ext uri="{FF2B5EF4-FFF2-40B4-BE49-F238E27FC236}">
                  <a16:creationId xmlns:a16="http://schemas.microsoft.com/office/drawing/2014/main" id="{694F8E6D-E8A7-4CD9-B52B-A3A8A620B8CC}"/>
                </a:ext>
              </a:extLst>
            </p:cNvPr>
            <p:cNvSpPr>
              <a:spLocks noGrp="1"/>
            </p:cNvSpPr>
            <p:nvPr/>
          </p:nvSpPr>
          <p:spPr>
            <a:xfrm>
              <a:off x="13392150" y="4476750"/>
              <a:ext cx="194742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68</a:t>
              </a:r>
            </a:p>
          </p:txBody>
        </p:sp>
        <p:sp>
          <p:nvSpPr>
            <p:cNvPr id="2113" name="new_budget__body956_108">
              <a:extLst>
                <a:ext uri="{FF2B5EF4-FFF2-40B4-BE49-F238E27FC236}">
                  <a16:creationId xmlns:a16="http://schemas.microsoft.com/office/drawing/2014/main" id="{E023C983-9D23-4AE6-87D1-ADE1FF369390}"/>
                </a:ext>
              </a:extLst>
            </p:cNvPr>
            <p:cNvSpPr>
              <a:spLocks noGrp="1"/>
            </p:cNvSpPr>
            <p:nvPr/>
          </p:nvSpPr>
          <p:spPr>
            <a:xfrm>
              <a:off x="13615467" y="4476750"/>
              <a:ext cx="2967558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15" b="1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956 coded-body symbols</a:t>
              </a:r>
            </a:p>
          </p:txBody>
        </p:sp>
        <p:sp>
          <p:nvSpPr>
            <p:cNvPr id="2114" name="new_budget__phy_total_109">
              <a:extLst>
                <a:ext uri="{FF2B5EF4-FFF2-40B4-BE49-F238E27FC236}">
                  <a16:creationId xmlns:a16="http://schemas.microsoft.com/office/drawing/2014/main" id="{E42DF833-63C6-438B-A004-A2D999497DAE}"/>
                </a:ext>
              </a:extLst>
            </p:cNvPr>
            <p:cNvSpPr>
              <a:spLocks noGrp="1"/>
            </p:cNvSpPr>
            <p:nvPr/>
          </p:nvSpPr>
          <p:spPr>
            <a:xfrm>
              <a:off x="13296900" y="4838700"/>
              <a:ext cx="3362325" cy="1905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def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55" b="0">
                  <a:solidFill>
                    <a:srgbClr val="080C0E"/>
                  </a:solidFill>
                  <a:latin typeface="Times New Roman"/>
                  <a:ea typeface="Times New Roman"/>
                  <a:cs typeface="Times New Roman"/>
                </a:rPr>
                <a:t>68 + 956 = 1024 channel symbols</a:t>
              </a:r>
            </a:p>
          </p:txBody>
        </p:sp>
      </p:grpSp>
      <p:grpSp>
        <p:nvGrpSpPr>
          <p:cNvPr id="2115" name="new_coarse_editable_group"/>
          <p:cNvGrpSpPr/>
          <p:nvPr/>
        </p:nvGrpSpPr>
        <p:grpSpPr>
          <a:xfrm>
            <a:off x="0" y="0"/>
            <a:ext cx="16897350" cy="7827264"/>
            <a:chOff x="0" y="0"/>
            <a:chExt cx="16897350" cy="7827264"/>
          </a:xfrm>
        </p:grpSpPr>
        <p:sp>
          <p:nvSpPr>
            <p:cNvPr id="2116" name="new_coarse__s1_110">
              <a:extLst>
                <a:ext uri="{FF2B5EF4-FFF2-40B4-BE49-F238E27FC236}">
                  <a16:creationId xmlns:a16="http://schemas.microsoft.com/office/drawing/2014/main" id="{99C71FEC-BF38-4145-A6B2-B2C50080B706}"/>
                </a:ext>
              </a:extLst>
            </p:cNvPr>
            <p:cNvSpPr>
              <a:spLocks noGrp="1"/>
            </p:cNvSpPr>
            <p:nvPr/>
          </p:nvSpPr>
          <p:spPr>
            <a:xfrm>
              <a:off x="485775" y="6619875"/>
              <a:ext cx="209550" cy="219075"/>
            </a:xfrm>
            <a:prstGeom prst="rect">
              <a:avLst/>
            </a:prstGeom>
            <a:solidFill>
              <a:srgbClr val="B9DFFD"/>
            </a:solidFill>
            <a:ln w="8096">
              <a:solidFill>
                <a:srgbClr val="2C6BB0"/>
              </a:solidFill>
              <a:prstDash val="solid"/>
            </a:ln>
          </p:spPr>
        </p:sp>
        <p:sp>
          <p:nvSpPr>
            <p:cNvPr id="2117" name="new_coarse__s2_111">
              <a:extLst>
                <a:ext uri="{FF2B5EF4-FFF2-40B4-BE49-F238E27FC236}">
                  <a16:creationId xmlns:a16="http://schemas.microsoft.com/office/drawing/2014/main" id="{DC019181-0ADD-41F0-BC73-3EDFD22CE0DC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6553200"/>
              <a:ext cx="152400" cy="152400"/>
            </a:xfrm>
            <a:prstGeom prst="rect">
              <a:avLst/>
            </a:prstGeom>
            <a:solidFill>
              <a:srgbClr val="B9DFFD"/>
            </a:solidFill>
            <a:ln w="8096">
              <a:solidFill>
                <a:srgbClr val="2C6BB0"/>
              </a:solidFill>
              <a:prstDash val="solid"/>
            </a:ln>
          </p:spPr>
        </p:sp>
        <p:sp>
          <p:nvSpPr>
            <p:cNvPr id="2118" name="new_coarse__s2_112">
              <a:extLst>
                <a:ext uri="{FF2B5EF4-FFF2-40B4-BE49-F238E27FC236}">
                  <a16:creationId xmlns:a16="http://schemas.microsoft.com/office/drawing/2014/main" id="{50F1D0BC-8727-466F-B97B-51B3E135A316}"/>
                </a:ext>
              </a:extLst>
            </p:cNvPr>
            <p:cNvSpPr>
              <a:spLocks noGrp="1"/>
            </p:cNvSpPr>
            <p:nvPr/>
          </p:nvSpPr>
          <p:spPr>
            <a:xfrm>
              <a:off x="1123950" y="6553200"/>
              <a:ext cx="152400" cy="152400"/>
            </a:xfrm>
            <a:prstGeom prst="rect">
              <a:avLst/>
            </a:prstGeom>
            <a:solidFill>
              <a:srgbClr val="B9DFFD"/>
            </a:solidFill>
            <a:ln w="8096">
              <a:solidFill>
                <a:srgbClr val="2C6BB0"/>
              </a:solidFill>
              <a:prstDash val="solid"/>
            </a:ln>
          </p:spPr>
        </p:sp>
        <p:sp>
          <p:nvSpPr>
            <p:cNvPr id="2119" name="new_coarse__s2_113">
              <a:extLst>
                <a:ext uri="{FF2B5EF4-FFF2-40B4-BE49-F238E27FC236}">
                  <a16:creationId xmlns:a16="http://schemas.microsoft.com/office/drawing/2014/main" id="{20752EBD-1C25-4BE6-8EB0-CDBE5482E970}"/>
                </a:ext>
              </a:extLst>
            </p:cNvPr>
            <p:cNvSpPr>
              <a:spLocks noGrp="1"/>
            </p:cNvSpPr>
            <p:nvPr/>
          </p:nvSpPr>
          <p:spPr>
            <a:xfrm>
              <a:off x="971550" y="6705600"/>
              <a:ext cx="152400" cy="152400"/>
            </a:xfrm>
            <a:prstGeom prst="rect">
              <a:avLst/>
            </a:prstGeom>
            <a:solidFill>
              <a:srgbClr val="B9DFFD"/>
            </a:solidFill>
            <a:ln w="8096">
              <a:solidFill>
                <a:srgbClr val="2C6BB0"/>
              </a:solidFill>
              <a:prstDash val="solid"/>
            </a:ln>
          </p:spPr>
        </p:sp>
        <p:sp>
          <p:nvSpPr>
            <p:cNvPr id="2120" name="new_coarse__s2_114">
              <a:extLst>
                <a:ext uri="{FF2B5EF4-FFF2-40B4-BE49-F238E27FC236}">
                  <a16:creationId xmlns:a16="http://schemas.microsoft.com/office/drawing/2014/main" id="{6D980F0B-C2D5-4190-81E1-78B3E5E02E32}"/>
                </a:ext>
              </a:extLst>
            </p:cNvPr>
            <p:cNvSpPr>
              <a:spLocks noGrp="1"/>
            </p:cNvSpPr>
            <p:nvPr/>
          </p:nvSpPr>
          <p:spPr>
            <a:xfrm>
              <a:off x="1123950" y="6705600"/>
              <a:ext cx="152400" cy="152400"/>
            </a:xfrm>
            <a:prstGeom prst="rect">
              <a:avLst/>
            </a:prstGeom>
            <a:solidFill>
              <a:srgbClr val="B9DFFD"/>
            </a:solidFill>
            <a:ln w="8096">
              <a:solidFill>
                <a:srgbClr val="2C6BB0"/>
              </a:solidFill>
              <a:prstDash val="solid"/>
            </a:ln>
          </p:spPr>
        </p:sp>
      </p:grpSp>
      <p:grpSp>
        <p:nvGrpSpPr>
          <p:cNvPr id="2121" name="new_b_editable_group"/>
          <p:cNvGrpSpPr/>
          <p:nvPr/>
        </p:nvGrpSpPr>
        <p:grpSpPr>
          <a:xfrm>
            <a:off x="0" y="0"/>
            <a:ext cx="16897350" cy="7827264"/>
            <a:chOff x="0" y="0"/>
            <a:chExt cx="16897350" cy="7827264"/>
          </a:xfrm>
        </p:grpSpPr>
        <p:sp>
          <p:nvSpPr>
            <p:cNvPr id="2122" name="new_b__title">
              <a:extLst>
                <a:ext uri="{FF2B5EF4-FFF2-40B4-BE49-F238E27FC236}">
                  <a16:creationId xmlns:a16="http://schemas.microsoft.com/office/drawing/2014/main" id="{30E3B808-3A12-4C00-8F9C-653E86030600}"/>
                </a:ext>
              </a:extLst>
            </p:cNvPr>
            <p:cNvSpPr>
              <a:spLocks noGrp="1"/>
            </p:cNvSpPr>
            <p:nvPr/>
          </p:nvSpPr>
          <p:spPr>
            <a:xfrm>
              <a:off x="180975" y="5238750"/>
              <a:ext cx="16525875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buNone/>
                <a:def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650" b="1" i="0">
                  <a:solidFill>
                    <a:srgbClr val="003B71"/>
                  </a:solidFill>
                  <a:latin typeface="Times New Roman"/>
                  <a:ea typeface="Times New Roman"/>
                  <a:cs typeface="Times New Roman"/>
                </a:rPr>
                <a:t>(b)  Boundary-scale recovery: entropy-coded example, 10 dB, m = 7, K = 75</a:t>
              </a:r>
            </a:p>
          </p:txBody>
        </p:sp>
        <p:sp>
          <p:nvSpPr>
            <p:cNvPr id="2123" name="new_b__coarse_to_predict8_shaft">
              <a:extLst>
                <a:ext uri="{FF2B5EF4-FFF2-40B4-BE49-F238E27FC236}">
                  <a16:creationId xmlns:a16="http://schemas.microsoft.com/office/drawing/2014/main" id="{57FFDB29-4277-4748-A055-B00B71B73DB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3790950" y="6724650"/>
              <a:ext cx="400050" cy="0"/>
            </a:xfrm>
            <a:prstGeom prst="line">
              <a:avLst/>
            </a:pr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124" name="new_b__coarse_to_predict8_head">
              <a:extLst>
                <a:ext uri="{FF2B5EF4-FFF2-40B4-BE49-F238E27FC236}">
                  <a16:creationId xmlns:a16="http://schemas.microsoft.com/office/drawing/2014/main" id="{3C160E41-95B5-41A0-9216-3C847CB62D37}"/>
                </a:ext>
              </a:extLst>
            </p:cNvPr>
            <p:cNvSpPr>
              <a:spLocks noGrp="1"/>
            </p:cNvSpPr>
            <p:nvPr/>
          </p:nvSpPr>
          <p:spPr>
            <a:xfrm>
              <a:off x="4171950" y="6686550"/>
              <a:ext cx="76200" cy="76200"/>
            </a:xfrm>
            <a:custGeom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  <p:sp>
          <p:nvSpPr>
            <p:cNvPr id="2125" name="new_b__predict8_card">
              <a:extLst>
                <a:ext uri="{FF2B5EF4-FFF2-40B4-BE49-F238E27FC236}">
                  <a16:creationId xmlns:a16="http://schemas.microsoft.com/office/drawing/2014/main" id="{1C4F49E2-BD42-4CAF-8828-5AB838EB0B7E}"/>
                </a:ext>
              </a:extLst>
            </p:cNvPr>
            <p:cNvSpPr>
              <a:spLocks noGrp="1"/>
            </p:cNvSpPr>
            <p:nvPr/>
          </p:nvSpPr>
          <p:spPr>
            <a:xfrm>
              <a:off x="4248150" y="5715000"/>
              <a:ext cx="1714500" cy="1847850"/>
            </a:xfrm>
            <a:prstGeom prst="roundRect">
              <a:avLst>
                <a:gd name="adj" fmla="val 2222"/>
              </a:avLst>
            </a:prstGeom>
            <a:solidFill>
              <a:srgbClr val="FFF1CC"/>
            </a:solidFill>
            <a:ln w="9049">
              <a:solidFill>
                <a:srgbClr val="E9931D"/>
              </a:solidFill>
              <a:prstDash val="solid"/>
            </a:ln>
          </p:spPr>
        </p:sp>
        <p:sp>
          <p:nvSpPr>
            <p:cNvPr id="2126" name="new_b__predict8_heading">
              <a:extLst>
                <a:ext uri="{FF2B5EF4-FFF2-40B4-BE49-F238E27FC236}">
                  <a16:creationId xmlns:a16="http://schemas.microsoft.com/office/drawing/2014/main" id="{B76396AB-EA57-4C90-A83E-BF6E296A149D}"/>
                </a:ext>
              </a:extLst>
            </p:cNvPr>
            <p:cNvSpPr>
              <a:spLocks noGrp="1"/>
            </p:cNvSpPr>
            <p:nvPr/>
          </p:nvSpPr>
          <p:spPr>
            <a:xfrm>
              <a:off x="4333875" y="5772150"/>
              <a:ext cx="1543050" cy="4286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VAR predicts all</a:t>
              </a:r>
            </a:p>
            <a:p>
              <a:pPr algn="ctr">
                <a:lnSpc>
                  <a:spcPct val="100000"/>
                </a:lnSpc>
                <a:buNone/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scale-8 tokens</a:t>
              </a:r>
            </a:p>
          </p:txBody>
        </p:sp>
        <p:sp>
          <p:nvSpPr>
            <p:cNvPr id="2127" name="new_b__predict8_dimensions">
              <a:extLst>
                <a:ext uri="{FF2B5EF4-FFF2-40B4-BE49-F238E27FC236}">
                  <a16:creationId xmlns:a16="http://schemas.microsoft.com/office/drawing/2014/main" id="{A8D73679-923B-44C6-9782-AD8FB4BDBE5F}"/>
                </a:ext>
              </a:extLst>
            </p:cNvPr>
            <p:cNvSpPr>
              <a:spLocks noGrp="1"/>
            </p:cNvSpPr>
            <p:nvPr/>
          </p:nvSpPr>
          <p:spPr>
            <a:xfrm>
              <a:off x="4333875" y="6200775"/>
              <a:ext cx="15430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10 × 10 = 100</a:t>
              </a:r>
            </a:p>
          </p:txBody>
        </p:sp>
        <p:sp>
          <p:nvSpPr>
            <p:cNvPr id="2128" name="new_b__predict8_cell_000">
              <a:extLst>
                <a:ext uri="{FF2B5EF4-FFF2-40B4-BE49-F238E27FC236}">
                  <a16:creationId xmlns:a16="http://schemas.microsoft.com/office/drawing/2014/main" id="{A3A4BF0B-54A6-4CC6-9FD2-8354F5679102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29" name="new_b__predict8_cell_000_hatch">
              <a:extLst>
                <a:ext uri="{FF2B5EF4-FFF2-40B4-BE49-F238E27FC236}">
                  <a16:creationId xmlns:a16="http://schemas.microsoft.com/office/drawing/2014/main" id="{7E575AA7-A1C4-4087-B4D7-A7F7591AC64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30" name="new_b__predict8_cell_001">
              <a:extLst>
                <a:ext uri="{FF2B5EF4-FFF2-40B4-BE49-F238E27FC236}">
                  <a16:creationId xmlns:a16="http://schemas.microsoft.com/office/drawing/2014/main" id="{ACDEDE79-FB35-4A33-8577-924FE8DBD8EB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31" name="new_b__predict8_cell_001_hatch">
              <a:extLst>
                <a:ext uri="{FF2B5EF4-FFF2-40B4-BE49-F238E27FC236}">
                  <a16:creationId xmlns:a16="http://schemas.microsoft.com/office/drawing/2014/main" id="{E28DEF34-1F4D-495D-BA82-0B4B748C5DF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32" name="new_b__predict8_cell_002">
              <a:extLst>
                <a:ext uri="{FF2B5EF4-FFF2-40B4-BE49-F238E27FC236}">
                  <a16:creationId xmlns:a16="http://schemas.microsoft.com/office/drawing/2014/main" id="{DBA712F8-63BF-41E9-9767-E20901F26561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33" name="new_b__predict8_cell_002_hatch">
              <a:extLst>
                <a:ext uri="{FF2B5EF4-FFF2-40B4-BE49-F238E27FC236}">
                  <a16:creationId xmlns:a16="http://schemas.microsoft.com/office/drawing/2014/main" id="{4A82B7FF-8D48-4FAE-810B-473A2CCDD4F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34" name="new_b__predict8_cell_003">
              <a:extLst>
                <a:ext uri="{FF2B5EF4-FFF2-40B4-BE49-F238E27FC236}">
                  <a16:creationId xmlns:a16="http://schemas.microsoft.com/office/drawing/2014/main" id="{262225E4-2409-403B-931B-E11B8B83DE81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35" name="new_b__predict8_cell_003_hatch">
              <a:extLst>
                <a:ext uri="{FF2B5EF4-FFF2-40B4-BE49-F238E27FC236}">
                  <a16:creationId xmlns:a16="http://schemas.microsoft.com/office/drawing/2014/main" id="{E48D0BB6-0AE2-43BE-A939-38FB09E6F60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36" name="new_b__predict8_cell_004">
              <a:extLst>
                <a:ext uri="{FF2B5EF4-FFF2-40B4-BE49-F238E27FC236}">
                  <a16:creationId xmlns:a16="http://schemas.microsoft.com/office/drawing/2014/main" id="{E43E2C77-6EF6-49BC-8A73-8C86FE0352FA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37" name="new_b__predict8_cell_004_hatch">
              <a:extLst>
                <a:ext uri="{FF2B5EF4-FFF2-40B4-BE49-F238E27FC236}">
                  <a16:creationId xmlns:a16="http://schemas.microsoft.com/office/drawing/2014/main" id="{92AD4B9E-2E90-440E-8E49-D1CB49A2B71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38" name="new_b__predict8_cell_005">
              <a:extLst>
                <a:ext uri="{FF2B5EF4-FFF2-40B4-BE49-F238E27FC236}">
                  <a16:creationId xmlns:a16="http://schemas.microsoft.com/office/drawing/2014/main" id="{20075859-DD4D-4CF3-B64D-0C2DDB0034BC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39" name="new_b__predict8_cell_005_hatch">
              <a:extLst>
                <a:ext uri="{FF2B5EF4-FFF2-40B4-BE49-F238E27FC236}">
                  <a16:creationId xmlns:a16="http://schemas.microsoft.com/office/drawing/2014/main" id="{00F6D9AF-4A79-471B-A1DF-076943CBBFA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40" name="new_b__predict8_cell_006">
              <a:extLst>
                <a:ext uri="{FF2B5EF4-FFF2-40B4-BE49-F238E27FC236}">
                  <a16:creationId xmlns:a16="http://schemas.microsoft.com/office/drawing/2014/main" id="{E4BE9FAC-9B81-42C7-86C6-2E16029BA9B5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41" name="new_b__predict8_cell_006_hatch">
              <a:extLst>
                <a:ext uri="{FF2B5EF4-FFF2-40B4-BE49-F238E27FC236}">
                  <a16:creationId xmlns:a16="http://schemas.microsoft.com/office/drawing/2014/main" id="{620F780E-BB1C-4BB9-87D6-A7C53E02C30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42" name="new_b__predict8_cell_007">
              <a:extLst>
                <a:ext uri="{FF2B5EF4-FFF2-40B4-BE49-F238E27FC236}">
                  <a16:creationId xmlns:a16="http://schemas.microsoft.com/office/drawing/2014/main" id="{318CCA27-049D-46C8-A761-810F80F0AE5B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43" name="new_b__predict8_cell_007_hatch">
              <a:extLst>
                <a:ext uri="{FF2B5EF4-FFF2-40B4-BE49-F238E27FC236}">
                  <a16:creationId xmlns:a16="http://schemas.microsoft.com/office/drawing/2014/main" id="{17C9B6EB-5029-4841-9E98-1F49D3854E7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44" name="new_b__predict8_cell_008">
              <a:extLst>
                <a:ext uri="{FF2B5EF4-FFF2-40B4-BE49-F238E27FC236}">
                  <a16:creationId xmlns:a16="http://schemas.microsoft.com/office/drawing/2014/main" id="{9AD31453-7044-434F-83B4-B041D6F8A8C3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45" name="new_b__predict8_cell_008_hatch">
              <a:extLst>
                <a:ext uri="{FF2B5EF4-FFF2-40B4-BE49-F238E27FC236}">
                  <a16:creationId xmlns:a16="http://schemas.microsoft.com/office/drawing/2014/main" id="{5F89AE66-0912-46C7-ACF1-ECB6D44AB9E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46" name="new_b__predict8_cell_009">
              <a:extLst>
                <a:ext uri="{FF2B5EF4-FFF2-40B4-BE49-F238E27FC236}">
                  <a16:creationId xmlns:a16="http://schemas.microsoft.com/office/drawing/2014/main" id="{93C49518-5C8A-47F4-8BCF-D2391A7B88FA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64198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47" name="new_b__predict8_cell_009_hatch">
              <a:extLst>
                <a:ext uri="{FF2B5EF4-FFF2-40B4-BE49-F238E27FC236}">
                  <a16:creationId xmlns:a16="http://schemas.microsoft.com/office/drawing/2014/main" id="{64A00424-1360-4CFF-8E9F-A1652720ED2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64317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48" name="new_b__predict8_cell_010">
              <a:extLst>
                <a:ext uri="{FF2B5EF4-FFF2-40B4-BE49-F238E27FC236}">
                  <a16:creationId xmlns:a16="http://schemas.microsoft.com/office/drawing/2014/main" id="{7BACDEAD-40E5-40B6-816C-C5D0CC60F940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49" name="new_b__predict8_cell_010_hatch">
              <a:extLst>
                <a:ext uri="{FF2B5EF4-FFF2-40B4-BE49-F238E27FC236}">
                  <a16:creationId xmlns:a16="http://schemas.microsoft.com/office/drawing/2014/main" id="{9B67FA1D-EE28-4742-B490-B9114406E1F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50" name="new_b__predict8_cell_011">
              <a:extLst>
                <a:ext uri="{FF2B5EF4-FFF2-40B4-BE49-F238E27FC236}">
                  <a16:creationId xmlns:a16="http://schemas.microsoft.com/office/drawing/2014/main" id="{8A19B570-AEB8-4265-AF7C-5D97EE1D1E08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51" name="new_b__predict8_cell_011_hatch">
              <a:extLst>
                <a:ext uri="{FF2B5EF4-FFF2-40B4-BE49-F238E27FC236}">
                  <a16:creationId xmlns:a16="http://schemas.microsoft.com/office/drawing/2014/main" id="{B19678C1-E5C2-4804-A3F0-85A77F797D2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52" name="new_b__predict8_cell_012">
              <a:extLst>
                <a:ext uri="{FF2B5EF4-FFF2-40B4-BE49-F238E27FC236}">
                  <a16:creationId xmlns:a16="http://schemas.microsoft.com/office/drawing/2014/main" id="{F996A88A-0605-49DE-AEDC-0651CCD0A662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53" name="new_b__predict8_cell_012_hatch">
              <a:extLst>
                <a:ext uri="{FF2B5EF4-FFF2-40B4-BE49-F238E27FC236}">
                  <a16:creationId xmlns:a16="http://schemas.microsoft.com/office/drawing/2014/main" id="{CA94DA28-7C52-4EB6-804A-7CF1C6430CE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54" name="new_b__predict8_cell_013">
              <a:extLst>
                <a:ext uri="{FF2B5EF4-FFF2-40B4-BE49-F238E27FC236}">
                  <a16:creationId xmlns:a16="http://schemas.microsoft.com/office/drawing/2014/main" id="{C80E4258-F0E8-4943-A8D3-DE8AC922FDD9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55" name="new_b__predict8_cell_013_hatch">
              <a:extLst>
                <a:ext uri="{FF2B5EF4-FFF2-40B4-BE49-F238E27FC236}">
                  <a16:creationId xmlns:a16="http://schemas.microsoft.com/office/drawing/2014/main" id="{E16C6500-2B67-4DDE-BBD7-804E1AB971A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56" name="new_b__predict8_cell_014">
              <a:extLst>
                <a:ext uri="{FF2B5EF4-FFF2-40B4-BE49-F238E27FC236}">
                  <a16:creationId xmlns:a16="http://schemas.microsoft.com/office/drawing/2014/main" id="{878B37C7-718F-4F82-905B-E1C93E8D3FBF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57" name="new_b__predict8_cell_014_hatch">
              <a:extLst>
                <a:ext uri="{FF2B5EF4-FFF2-40B4-BE49-F238E27FC236}">
                  <a16:creationId xmlns:a16="http://schemas.microsoft.com/office/drawing/2014/main" id="{4FFD5EBE-013A-4661-B362-4245E8A86F1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58" name="new_b__predict8_cell_015">
              <a:extLst>
                <a:ext uri="{FF2B5EF4-FFF2-40B4-BE49-F238E27FC236}">
                  <a16:creationId xmlns:a16="http://schemas.microsoft.com/office/drawing/2014/main" id="{69C646AC-2EED-4339-949C-9489C3E34D77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59" name="new_b__predict8_cell_015_hatch">
              <a:extLst>
                <a:ext uri="{FF2B5EF4-FFF2-40B4-BE49-F238E27FC236}">
                  <a16:creationId xmlns:a16="http://schemas.microsoft.com/office/drawing/2014/main" id="{BBFF1D55-49CD-4B01-B1C6-808DA4775C3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60" name="new_b__predict8_cell_016">
              <a:extLst>
                <a:ext uri="{FF2B5EF4-FFF2-40B4-BE49-F238E27FC236}">
                  <a16:creationId xmlns:a16="http://schemas.microsoft.com/office/drawing/2014/main" id="{3F351D54-5868-4CF3-926D-E5C3E6314059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61" name="new_b__predict8_cell_016_hatch">
              <a:extLst>
                <a:ext uri="{FF2B5EF4-FFF2-40B4-BE49-F238E27FC236}">
                  <a16:creationId xmlns:a16="http://schemas.microsoft.com/office/drawing/2014/main" id="{1DB58A96-2696-40DF-A4DA-CF52D2B1769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62" name="new_b__predict8_cell_017">
              <a:extLst>
                <a:ext uri="{FF2B5EF4-FFF2-40B4-BE49-F238E27FC236}">
                  <a16:creationId xmlns:a16="http://schemas.microsoft.com/office/drawing/2014/main" id="{D6F8B17D-8B49-47E6-BDE1-AC91C4AAD134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63" name="new_b__predict8_cell_017_hatch">
              <a:extLst>
                <a:ext uri="{FF2B5EF4-FFF2-40B4-BE49-F238E27FC236}">
                  <a16:creationId xmlns:a16="http://schemas.microsoft.com/office/drawing/2014/main" id="{3653764E-F78C-4458-AABC-7FCCAFED4C2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64" name="new_b__predict8_cell_018">
              <a:extLst>
                <a:ext uri="{FF2B5EF4-FFF2-40B4-BE49-F238E27FC236}">
                  <a16:creationId xmlns:a16="http://schemas.microsoft.com/office/drawing/2014/main" id="{BA06AFDC-BF41-4EF3-B439-CB127067C6AC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65" name="new_b__predict8_cell_018_hatch">
              <a:extLst>
                <a:ext uri="{FF2B5EF4-FFF2-40B4-BE49-F238E27FC236}">
                  <a16:creationId xmlns:a16="http://schemas.microsoft.com/office/drawing/2014/main" id="{9B909682-CFD5-4EA6-B01B-30249B73D39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66" name="new_b__predict8_cell_019">
              <a:extLst>
                <a:ext uri="{FF2B5EF4-FFF2-40B4-BE49-F238E27FC236}">
                  <a16:creationId xmlns:a16="http://schemas.microsoft.com/office/drawing/2014/main" id="{31D2F884-C732-4E66-9543-E03966A7285F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65112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67" name="new_b__predict8_cell_019_hatch">
              <a:extLst>
                <a:ext uri="{FF2B5EF4-FFF2-40B4-BE49-F238E27FC236}">
                  <a16:creationId xmlns:a16="http://schemas.microsoft.com/office/drawing/2014/main" id="{892109CD-0E48-4851-98EB-13E9B6A4CD5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65231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68" name="new_b__predict8_cell_020">
              <a:extLst>
                <a:ext uri="{FF2B5EF4-FFF2-40B4-BE49-F238E27FC236}">
                  <a16:creationId xmlns:a16="http://schemas.microsoft.com/office/drawing/2014/main" id="{3A5691CF-FBD6-4976-84DC-FCBC6EF0AA72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69" name="new_b__predict8_cell_020_hatch">
              <a:extLst>
                <a:ext uri="{FF2B5EF4-FFF2-40B4-BE49-F238E27FC236}">
                  <a16:creationId xmlns:a16="http://schemas.microsoft.com/office/drawing/2014/main" id="{EF24212F-E7B4-42CE-B95C-EB5438A26C3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70" name="new_b__predict8_cell_021">
              <a:extLst>
                <a:ext uri="{FF2B5EF4-FFF2-40B4-BE49-F238E27FC236}">
                  <a16:creationId xmlns:a16="http://schemas.microsoft.com/office/drawing/2014/main" id="{BE6B64C6-25E5-4A6B-875F-C3F30054009B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71" name="new_b__predict8_cell_021_hatch">
              <a:extLst>
                <a:ext uri="{FF2B5EF4-FFF2-40B4-BE49-F238E27FC236}">
                  <a16:creationId xmlns:a16="http://schemas.microsoft.com/office/drawing/2014/main" id="{91D98574-722A-46AB-A6B3-4FC0BCC71CA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72" name="new_b__predict8_cell_022">
              <a:extLst>
                <a:ext uri="{FF2B5EF4-FFF2-40B4-BE49-F238E27FC236}">
                  <a16:creationId xmlns:a16="http://schemas.microsoft.com/office/drawing/2014/main" id="{89AC0D54-DCFD-487C-83AD-C5533F4F3176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73" name="new_b__predict8_cell_022_hatch">
              <a:extLst>
                <a:ext uri="{FF2B5EF4-FFF2-40B4-BE49-F238E27FC236}">
                  <a16:creationId xmlns:a16="http://schemas.microsoft.com/office/drawing/2014/main" id="{1146EDBE-7E07-427F-987A-F7E573BD79D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74" name="new_b__predict8_cell_023">
              <a:extLst>
                <a:ext uri="{FF2B5EF4-FFF2-40B4-BE49-F238E27FC236}">
                  <a16:creationId xmlns:a16="http://schemas.microsoft.com/office/drawing/2014/main" id="{D4ABB6A2-847C-4EC5-B4FC-2125F0940505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75" name="new_b__predict8_cell_023_hatch">
              <a:extLst>
                <a:ext uri="{FF2B5EF4-FFF2-40B4-BE49-F238E27FC236}">
                  <a16:creationId xmlns:a16="http://schemas.microsoft.com/office/drawing/2014/main" id="{94C21EE4-FD73-4624-9EBD-2D34469FFE1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76" name="new_b__predict8_cell_024">
              <a:extLst>
                <a:ext uri="{FF2B5EF4-FFF2-40B4-BE49-F238E27FC236}">
                  <a16:creationId xmlns:a16="http://schemas.microsoft.com/office/drawing/2014/main" id="{B293D1A0-F628-43EE-B459-1DC73FA388DD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77" name="new_b__predict8_cell_024_hatch">
              <a:extLst>
                <a:ext uri="{FF2B5EF4-FFF2-40B4-BE49-F238E27FC236}">
                  <a16:creationId xmlns:a16="http://schemas.microsoft.com/office/drawing/2014/main" id="{2581A74D-9501-45C5-8615-6CD9FF05F6D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78" name="new_b__predict8_cell_025">
              <a:extLst>
                <a:ext uri="{FF2B5EF4-FFF2-40B4-BE49-F238E27FC236}">
                  <a16:creationId xmlns:a16="http://schemas.microsoft.com/office/drawing/2014/main" id="{E33C3184-8973-4CDB-8680-CE48F5BC38E6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79" name="new_b__predict8_cell_025_hatch">
              <a:extLst>
                <a:ext uri="{FF2B5EF4-FFF2-40B4-BE49-F238E27FC236}">
                  <a16:creationId xmlns:a16="http://schemas.microsoft.com/office/drawing/2014/main" id="{F74389C1-20D6-41B8-9B9B-0E6DC84E886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80" name="new_b__predict8_cell_026">
              <a:extLst>
                <a:ext uri="{FF2B5EF4-FFF2-40B4-BE49-F238E27FC236}">
                  <a16:creationId xmlns:a16="http://schemas.microsoft.com/office/drawing/2014/main" id="{C070477B-BA09-4E2A-BD80-B31B61629641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81" name="new_b__predict8_cell_026_hatch">
              <a:extLst>
                <a:ext uri="{FF2B5EF4-FFF2-40B4-BE49-F238E27FC236}">
                  <a16:creationId xmlns:a16="http://schemas.microsoft.com/office/drawing/2014/main" id="{C4DE466F-4AAB-41B0-8798-AFA6260BF46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82" name="new_b__predict8_cell_027">
              <a:extLst>
                <a:ext uri="{FF2B5EF4-FFF2-40B4-BE49-F238E27FC236}">
                  <a16:creationId xmlns:a16="http://schemas.microsoft.com/office/drawing/2014/main" id="{E46D3A33-3788-4C19-AC53-B69B24FA4952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83" name="new_b__predict8_cell_027_hatch">
              <a:extLst>
                <a:ext uri="{FF2B5EF4-FFF2-40B4-BE49-F238E27FC236}">
                  <a16:creationId xmlns:a16="http://schemas.microsoft.com/office/drawing/2014/main" id="{526C2B9A-CBC2-43C5-B405-B94AF731E81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84" name="new_b__predict8_cell_028">
              <a:extLst>
                <a:ext uri="{FF2B5EF4-FFF2-40B4-BE49-F238E27FC236}">
                  <a16:creationId xmlns:a16="http://schemas.microsoft.com/office/drawing/2014/main" id="{48CD8EE4-AD71-402C-A1FC-BDC377ABC47A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85" name="new_b__predict8_cell_028_hatch">
              <a:extLst>
                <a:ext uri="{FF2B5EF4-FFF2-40B4-BE49-F238E27FC236}">
                  <a16:creationId xmlns:a16="http://schemas.microsoft.com/office/drawing/2014/main" id="{5BE96CD9-B17C-4847-B561-70E67258E37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86" name="new_b__predict8_cell_029">
              <a:extLst>
                <a:ext uri="{FF2B5EF4-FFF2-40B4-BE49-F238E27FC236}">
                  <a16:creationId xmlns:a16="http://schemas.microsoft.com/office/drawing/2014/main" id="{C3DD3F5E-FB7B-42FA-BA32-61FAAC6102CF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66027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87" name="new_b__predict8_cell_029_hatch">
              <a:extLst>
                <a:ext uri="{FF2B5EF4-FFF2-40B4-BE49-F238E27FC236}">
                  <a16:creationId xmlns:a16="http://schemas.microsoft.com/office/drawing/2014/main" id="{D2616CCB-D0D7-4904-B111-EF629A1A453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66146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88" name="new_b__predict8_cell_030">
              <a:extLst>
                <a:ext uri="{FF2B5EF4-FFF2-40B4-BE49-F238E27FC236}">
                  <a16:creationId xmlns:a16="http://schemas.microsoft.com/office/drawing/2014/main" id="{AD66E144-B34D-4E80-9757-1BFF0F6D6FF9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89" name="new_b__predict8_cell_030_hatch">
              <a:extLst>
                <a:ext uri="{FF2B5EF4-FFF2-40B4-BE49-F238E27FC236}">
                  <a16:creationId xmlns:a16="http://schemas.microsoft.com/office/drawing/2014/main" id="{1E9A4FA6-0634-4638-A82D-CCDFB16434A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90" name="new_b__predict8_cell_031">
              <a:extLst>
                <a:ext uri="{FF2B5EF4-FFF2-40B4-BE49-F238E27FC236}">
                  <a16:creationId xmlns:a16="http://schemas.microsoft.com/office/drawing/2014/main" id="{0C36CB2B-D5C6-430C-875A-C9F30DA3C9A9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91" name="new_b__predict8_cell_031_hatch">
              <a:extLst>
                <a:ext uri="{FF2B5EF4-FFF2-40B4-BE49-F238E27FC236}">
                  <a16:creationId xmlns:a16="http://schemas.microsoft.com/office/drawing/2014/main" id="{9C806FDA-5B1B-439F-B91F-787CEE7EF7A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92" name="new_b__predict8_cell_032">
              <a:extLst>
                <a:ext uri="{FF2B5EF4-FFF2-40B4-BE49-F238E27FC236}">
                  <a16:creationId xmlns:a16="http://schemas.microsoft.com/office/drawing/2014/main" id="{8290F089-BC31-4326-839D-08F19FE464E7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93" name="new_b__predict8_cell_032_hatch">
              <a:extLst>
                <a:ext uri="{FF2B5EF4-FFF2-40B4-BE49-F238E27FC236}">
                  <a16:creationId xmlns:a16="http://schemas.microsoft.com/office/drawing/2014/main" id="{446C8170-C962-453B-8723-5384D9BAE3F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94" name="new_b__predict8_cell_033">
              <a:extLst>
                <a:ext uri="{FF2B5EF4-FFF2-40B4-BE49-F238E27FC236}">
                  <a16:creationId xmlns:a16="http://schemas.microsoft.com/office/drawing/2014/main" id="{B5E6E707-DCAD-4C0C-9F7E-4F1BF66F3214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95" name="new_b__predict8_cell_033_hatch">
              <a:extLst>
                <a:ext uri="{FF2B5EF4-FFF2-40B4-BE49-F238E27FC236}">
                  <a16:creationId xmlns:a16="http://schemas.microsoft.com/office/drawing/2014/main" id="{6E702D11-76A1-40DF-8A4D-34EB28EEDDE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96" name="new_b__predict8_cell_034">
              <a:extLst>
                <a:ext uri="{FF2B5EF4-FFF2-40B4-BE49-F238E27FC236}">
                  <a16:creationId xmlns:a16="http://schemas.microsoft.com/office/drawing/2014/main" id="{6986D194-8ADE-4A9A-886B-7D4C56DDB351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97" name="new_b__predict8_cell_034_hatch">
              <a:extLst>
                <a:ext uri="{FF2B5EF4-FFF2-40B4-BE49-F238E27FC236}">
                  <a16:creationId xmlns:a16="http://schemas.microsoft.com/office/drawing/2014/main" id="{CDE1E18F-79AA-4B4C-ACDD-A78B6F7CA46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198" name="new_b__predict8_cell_035">
              <a:extLst>
                <a:ext uri="{FF2B5EF4-FFF2-40B4-BE49-F238E27FC236}">
                  <a16:creationId xmlns:a16="http://schemas.microsoft.com/office/drawing/2014/main" id="{A48AAD40-DA2B-4FB1-9BC7-8AC9712DF150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199" name="new_b__predict8_cell_035_hatch">
              <a:extLst>
                <a:ext uri="{FF2B5EF4-FFF2-40B4-BE49-F238E27FC236}">
                  <a16:creationId xmlns:a16="http://schemas.microsoft.com/office/drawing/2014/main" id="{64E762C0-B21E-4803-99A6-D974CA917EC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00" name="new_b__predict8_cell_036">
              <a:extLst>
                <a:ext uri="{FF2B5EF4-FFF2-40B4-BE49-F238E27FC236}">
                  <a16:creationId xmlns:a16="http://schemas.microsoft.com/office/drawing/2014/main" id="{BFC2F389-60B3-4657-9395-19136CA25193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01" name="new_b__predict8_cell_036_hatch">
              <a:extLst>
                <a:ext uri="{FF2B5EF4-FFF2-40B4-BE49-F238E27FC236}">
                  <a16:creationId xmlns:a16="http://schemas.microsoft.com/office/drawing/2014/main" id="{14538A3D-F604-4ED0-84BE-C27C4064264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02" name="new_b__predict8_cell_037">
              <a:extLst>
                <a:ext uri="{FF2B5EF4-FFF2-40B4-BE49-F238E27FC236}">
                  <a16:creationId xmlns:a16="http://schemas.microsoft.com/office/drawing/2014/main" id="{AC65C8EB-AA02-460B-8433-134E8C2ADB41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03" name="new_b__predict8_cell_037_hatch">
              <a:extLst>
                <a:ext uri="{FF2B5EF4-FFF2-40B4-BE49-F238E27FC236}">
                  <a16:creationId xmlns:a16="http://schemas.microsoft.com/office/drawing/2014/main" id="{9FC0BC10-8F96-4F5C-909F-C85A3DD8E8F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04" name="new_b__predict8_cell_038">
              <a:extLst>
                <a:ext uri="{FF2B5EF4-FFF2-40B4-BE49-F238E27FC236}">
                  <a16:creationId xmlns:a16="http://schemas.microsoft.com/office/drawing/2014/main" id="{D466584F-ECE8-421A-B697-0ADB9BF9409D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05" name="new_b__predict8_cell_038_hatch">
              <a:extLst>
                <a:ext uri="{FF2B5EF4-FFF2-40B4-BE49-F238E27FC236}">
                  <a16:creationId xmlns:a16="http://schemas.microsoft.com/office/drawing/2014/main" id="{6EA6A6F5-C9C9-41B8-890C-5262422A91F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06" name="new_b__predict8_cell_039">
              <a:extLst>
                <a:ext uri="{FF2B5EF4-FFF2-40B4-BE49-F238E27FC236}">
                  <a16:creationId xmlns:a16="http://schemas.microsoft.com/office/drawing/2014/main" id="{1A6D396B-A916-4ABF-A838-DFE2A830B5F0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66941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07" name="new_b__predict8_cell_039_hatch">
              <a:extLst>
                <a:ext uri="{FF2B5EF4-FFF2-40B4-BE49-F238E27FC236}">
                  <a16:creationId xmlns:a16="http://schemas.microsoft.com/office/drawing/2014/main" id="{0B26AEA9-5841-443A-92EC-6F68BACEAA0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67060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08" name="new_b__predict8_cell_040">
              <a:extLst>
                <a:ext uri="{FF2B5EF4-FFF2-40B4-BE49-F238E27FC236}">
                  <a16:creationId xmlns:a16="http://schemas.microsoft.com/office/drawing/2014/main" id="{E681DC12-7287-445F-B52E-427B3FC511F0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09" name="new_b__predict8_cell_040_hatch">
              <a:extLst>
                <a:ext uri="{FF2B5EF4-FFF2-40B4-BE49-F238E27FC236}">
                  <a16:creationId xmlns:a16="http://schemas.microsoft.com/office/drawing/2014/main" id="{5C07ED10-3B61-451B-9FBC-2B95CFAC4AC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10" name="new_b__predict8_cell_041">
              <a:extLst>
                <a:ext uri="{FF2B5EF4-FFF2-40B4-BE49-F238E27FC236}">
                  <a16:creationId xmlns:a16="http://schemas.microsoft.com/office/drawing/2014/main" id="{89E35D56-60A1-4227-A613-EE53BDCE5F26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11" name="new_b__predict8_cell_041_hatch">
              <a:extLst>
                <a:ext uri="{FF2B5EF4-FFF2-40B4-BE49-F238E27FC236}">
                  <a16:creationId xmlns:a16="http://schemas.microsoft.com/office/drawing/2014/main" id="{02CE289B-1A4F-4073-9B5A-6330BF49099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12" name="new_b__predict8_cell_042">
              <a:extLst>
                <a:ext uri="{FF2B5EF4-FFF2-40B4-BE49-F238E27FC236}">
                  <a16:creationId xmlns:a16="http://schemas.microsoft.com/office/drawing/2014/main" id="{FEF27019-B6CE-4D25-8D11-A7E9795ACAD6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13" name="new_b__predict8_cell_042_hatch">
              <a:extLst>
                <a:ext uri="{FF2B5EF4-FFF2-40B4-BE49-F238E27FC236}">
                  <a16:creationId xmlns:a16="http://schemas.microsoft.com/office/drawing/2014/main" id="{81E00305-E053-4695-A142-3078D93A19A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14" name="new_b__predict8_cell_043">
              <a:extLst>
                <a:ext uri="{FF2B5EF4-FFF2-40B4-BE49-F238E27FC236}">
                  <a16:creationId xmlns:a16="http://schemas.microsoft.com/office/drawing/2014/main" id="{8148B1D8-1B6F-4B04-8683-C78CE002D175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15" name="new_b__predict8_cell_043_hatch">
              <a:extLst>
                <a:ext uri="{FF2B5EF4-FFF2-40B4-BE49-F238E27FC236}">
                  <a16:creationId xmlns:a16="http://schemas.microsoft.com/office/drawing/2014/main" id="{F64A4E1C-D202-4920-87EF-632E047DE8B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16" name="new_b__predict8_cell_044">
              <a:extLst>
                <a:ext uri="{FF2B5EF4-FFF2-40B4-BE49-F238E27FC236}">
                  <a16:creationId xmlns:a16="http://schemas.microsoft.com/office/drawing/2014/main" id="{DE16652B-8AB8-4BFB-A47C-6B676F099529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17" name="new_b__predict8_cell_044_hatch">
              <a:extLst>
                <a:ext uri="{FF2B5EF4-FFF2-40B4-BE49-F238E27FC236}">
                  <a16:creationId xmlns:a16="http://schemas.microsoft.com/office/drawing/2014/main" id="{CF5F4534-BA3D-4EDA-9197-C8CCEF526CF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18" name="new_b__predict8_cell_045">
              <a:extLst>
                <a:ext uri="{FF2B5EF4-FFF2-40B4-BE49-F238E27FC236}">
                  <a16:creationId xmlns:a16="http://schemas.microsoft.com/office/drawing/2014/main" id="{594DD8EA-CBB3-49AD-B5B2-A9BF435E3643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19" name="new_b__predict8_cell_045_hatch">
              <a:extLst>
                <a:ext uri="{FF2B5EF4-FFF2-40B4-BE49-F238E27FC236}">
                  <a16:creationId xmlns:a16="http://schemas.microsoft.com/office/drawing/2014/main" id="{60873269-906E-40DB-A7A4-6C3860D1C05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20" name="new_b__predict8_cell_046">
              <a:extLst>
                <a:ext uri="{FF2B5EF4-FFF2-40B4-BE49-F238E27FC236}">
                  <a16:creationId xmlns:a16="http://schemas.microsoft.com/office/drawing/2014/main" id="{8E44E13F-5500-4CC6-9A65-8B208F7C2CE9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21" name="new_b__predict8_cell_046_hatch">
              <a:extLst>
                <a:ext uri="{FF2B5EF4-FFF2-40B4-BE49-F238E27FC236}">
                  <a16:creationId xmlns:a16="http://schemas.microsoft.com/office/drawing/2014/main" id="{7D4C7444-19F6-42C5-BAA4-D5D868E3945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22" name="new_b__predict8_cell_047">
              <a:extLst>
                <a:ext uri="{FF2B5EF4-FFF2-40B4-BE49-F238E27FC236}">
                  <a16:creationId xmlns:a16="http://schemas.microsoft.com/office/drawing/2014/main" id="{172FB063-A467-43A9-B20E-111ACBFC3066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23" name="new_b__predict8_cell_047_hatch">
              <a:extLst>
                <a:ext uri="{FF2B5EF4-FFF2-40B4-BE49-F238E27FC236}">
                  <a16:creationId xmlns:a16="http://schemas.microsoft.com/office/drawing/2014/main" id="{BA7EE45C-6DCB-4637-AA4F-519780EA263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24" name="new_b__predict8_cell_048">
              <a:extLst>
                <a:ext uri="{FF2B5EF4-FFF2-40B4-BE49-F238E27FC236}">
                  <a16:creationId xmlns:a16="http://schemas.microsoft.com/office/drawing/2014/main" id="{D0713D97-106E-4781-84FD-866808C56D45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25" name="new_b__predict8_cell_048_hatch">
              <a:extLst>
                <a:ext uri="{FF2B5EF4-FFF2-40B4-BE49-F238E27FC236}">
                  <a16:creationId xmlns:a16="http://schemas.microsoft.com/office/drawing/2014/main" id="{3C3C1345-E48A-4194-BC0D-EA2DDE47AB5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26" name="new_b__predict8_cell_049">
              <a:extLst>
                <a:ext uri="{FF2B5EF4-FFF2-40B4-BE49-F238E27FC236}">
                  <a16:creationId xmlns:a16="http://schemas.microsoft.com/office/drawing/2014/main" id="{AF704161-0F6C-40CE-8474-15470C2E643C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67856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27" name="new_b__predict8_cell_049_hatch">
              <a:extLst>
                <a:ext uri="{FF2B5EF4-FFF2-40B4-BE49-F238E27FC236}">
                  <a16:creationId xmlns:a16="http://schemas.microsoft.com/office/drawing/2014/main" id="{302E8619-8A1C-4E4F-A856-9903A8DDAE1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67974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28" name="new_b__predict8_cell_050">
              <a:extLst>
                <a:ext uri="{FF2B5EF4-FFF2-40B4-BE49-F238E27FC236}">
                  <a16:creationId xmlns:a16="http://schemas.microsoft.com/office/drawing/2014/main" id="{7D9AD549-6885-4275-AC72-F8E63780495A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29" name="new_b__predict8_cell_050_hatch">
              <a:extLst>
                <a:ext uri="{FF2B5EF4-FFF2-40B4-BE49-F238E27FC236}">
                  <a16:creationId xmlns:a16="http://schemas.microsoft.com/office/drawing/2014/main" id="{6FA80EF6-8AD2-4B8B-BD35-E5A26AB91FA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30" name="new_b__predict8_cell_051">
              <a:extLst>
                <a:ext uri="{FF2B5EF4-FFF2-40B4-BE49-F238E27FC236}">
                  <a16:creationId xmlns:a16="http://schemas.microsoft.com/office/drawing/2014/main" id="{A12DBC3A-93B0-4446-8733-BC25E1FC0AEB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31" name="new_b__predict8_cell_051_hatch">
              <a:extLst>
                <a:ext uri="{FF2B5EF4-FFF2-40B4-BE49-F238E27FC236}">
                  <a16:creationId xmlns:a16="http://schemas.microsoft.com/office/drawing/2014/main" id="{5B4FBF68-957C-4617-B170-E8AE3FE9E64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32" name="new_b__predict8_cell_052">
              <a:extLst>
                <a:ext uri="{FF2B5EF4-FFF2-40B4-BE49-F238E27FC236}">
                  <a16:creationId xmlns:a16="http://schemas.microsoft.com/office/drawing/2014/main" id="{395E3600-63DA-4FB7-A33B-C58DB533D89D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33" name="new_b__predict8_cell_052_hatch">
              <a:extLst>
                <a:ext uri="{FF2B5EF4-FFF2-40B4-BE49-F238E27FC236}">
                  <a16:creationId xmlns:a16="http://schemas.microsoft.com/office/drawing/2014/main" id="{11B01B30-EDEF-4B3A-A617-E1246920E3F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34" name="new_b__predict8_cell_053">
              <a:extLst>
                <a:ext uri="{FF2B5EF4-FFF2-40B4-BE49-F238E27FC236}">
                  <a16:creationId xmlns:a16="http://schemas.microsoft.com/office/drawing/2014/main" id="{8DB5D34C-BBEE-4066-8D24-66C309007599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35" name="new_b__predict8_cell_053_hatch">
              <a:extLst>
                <a:ext uri="{FF2B5EF4-FFF2-40B4-BE49-F238E27FC236}">
                  <a16:creationId xmlns:a16="http://schemas.microsoft.com/office/drawing/2014/main" id="{8F9B816D-EC46-4F9A-B7E7-BD3FCA42511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36" name="new_b__predict8_cell_054">
              <a:extLst>
                <a:ext uri="{FF2B5EF4-FFF2-40B4-BE49-F238E27FC236}">
                  <a16:creationId xmlns:a16="http://schemas.microsoft.com/office/drawing/2014/main" id="{BF1A8ED3-A2E7-47CD-BBE6-73CFB283DF98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37" name="new_b__predict8_cell_054_hatch">
              <a:extLst>
                <a:ext uri="{FF2B5EF4-FFF2-40B4-BE49-F238E27FC236}">
                  <a16:creationId xmlns:a16="http://schemas.microsoft.com/office/drawing/2014/main" id="{1B1E6AF2-AF4C-44B5-8C0D-C523BF3D3EC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38" name="new_b__predict8_cell_055">
              <a:extLst>
                <a:ext uri="{FF2B5EF4-FFF2-40B4-BE49-F238E27FC236}">
                  <a16:creationId xmlns:a16="http://schemas.microsoft.com/office/drawing/2014/main" id="{8387A0F5-8026-47F0-BC0E-F3FAA3EFA8D7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39" name="new_b__predict8_cell_055_hatch">
              <a:extLst>
                <a:ext uri="{FF2B5EF4-FFF2-40B4-BE49-F238E27FC236}">
                  <a16:creationId xmlns:a16="http://schemas.microsoft.com/office/drawing/2014/main" id="{510787DE-AD64-4CE7-90FB-7581359EEAA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40" name="new_b__predict8_cell_056">
              <a:extLst>
                <a:ext uri="{FF2B5EF4-FFF2-40B4-BE49-F238E27FC236}">
                  <a16:creationId xmlns:a16="http://schemas.microsoft.com/office/drawing/2014/main" id="{DC307021-57C9-46AD-8FFA-71968F5AFB98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41" name="new_b__predict8_cell_056_hatch">
              <a:extLst>
                <a:ext uri="{FF2B5EF4-FFF2-40B4-BE49-F238E27FC236}">
                  <a16:creationId xmlns:a16="http://schemas.microsoft.com/office/drawing/2014/main" id="{7CB25A39-C400-47E9-9F15-31EEE9D007E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42" name="new_b__predict8_cell_057">
              <a:extLst>
                <a:ext uri="{FF2B5EF4-FFF2-40B4-BE49-F238E27FC236}">
                  <a16:creationId xmlns:a16="http://schemas.microsoft.com/office/drawing/2014/main" id="{1A257A0F-6B5A-4195-A246-7284967006DF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43" name="new_b__predict8_cell_057_hatch">
              <a:extLst>
                <a:ext uri="{FF2B5EF4-FFF2-40B4-BE49-F238E27FC236}">
                  <a16:creationId xmlns:a16="http://schemas.microsoft.com/office/drawing/2014/main" id="{85BA211D-EBB8-4809-BB31-58DCEA7B5EF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44" name="new_b__predict8_cell_058">
              <a:extLst>
                <a:ext uri="{FF2B5EF4-FFF2-40B4-BE49-F238E27FC236}">
                  <a16:creationId xmlns:a16="http://schemas.microsoft.com/office/drawing/2014/main" id="{F3136E1C-D132-458C-9575-254F01BCFE58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45" name="new_b__predict8_cell_058_hatch">
              <a:extLst>
                <a:ext uri="{FF2B5EF4-FFF2-40B4-BE49-F238E27FC236}">
                  <a16:creationId xmlns:a16="http://schemas.microsoft.com/office/drawing/2014/main" id="{EBD58212-952E-4488-AC1E-FCE1273B390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46" name="new_b__predict8_cell_059">
              <a:extLst>
                <a:ext uri="{FF2B5EF4-FFF2-40B4-BE49-F238E27FC236}">
                  <a16:creationId xmlns:a16="http://schemas.microsoft.com/office/drawing/2014/main" id="{8EE1B3F9-037E-486A-9D37-005CA1FEE2C8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687705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47" name="new_b__predict8_cell_059_hatch">
              <a:extLst>
                <a:ext uri="{FF2B5EF4-FFF2-40B4-BE49-F238E27FC236}">
                  <a16:creationId xmlns:a16="http://schemas.microsoft.com/office/drawing/2014/main" id="{04E0E2E6-AEB9-41C1-A347-7B421E6A2E3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688893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48" name="new_b__predict8_cell_060">
              <a:extLst>
                <a:ext uri="{FF2B5EF4-FFF2-40B4-BE49-F238E27FC236}">
                  <a16:creationId xmlns:a16="http://schemas.microsoft.com/office/drawing/2014/main" id="{4FDE0597-3FEE-4017-A451-ED328E207E04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49" name="new_b__predict8_cell_060_hatch">
              <a:extLst>
                <a:ext uri="{FF2B5EF4-FFF2-40B4-BE49-F238E27FC236}">
                  <a16:creationId xmlns:a16="http://schemas.microsoft.com/office/drawing/2014/main" id="{9587B41F-D7E5-4BE4-A9E4-3E1A8EEC281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50" name="new_b__predict8_cell_061">
              <a:extLst>
                <a:ext uri="{FF2B5EF4-FFF2-40B4-BE49-F238E27FC236}">
                  <a16:creationId xmlns:a16="http://schemas.microsoft.com/office/drawing/2014/main" id="{BE8DCD84-CB3C-432C-824A-F2AE64830005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51" name="new_b__predict8_cell_061_hatch">
              <a:extLst>
                <a:ext uri="{FF2B5EF4-FFF2-40B4-BE49-F238E27FC236}">
                  <a16:creationId xmlns:a16="http://schemas.microsoft.com/office/drawing/2014/main" id="{52BD76F4-B9C7-4B8B-994D-E595B21BDF6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52" name="new_b__predict8_cell_062">
              <a:extLst>
                <a:ext uri="{FF2B5EF4-FFF2-40B4-BE49-F238E27FC236}">
                  <a16:creationId xmlns:a16="http://schemas.microsoft.com/office/drawing/2014/main" id="{4EF61676-EAEF-46CB-BAA5-46446065140C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53" name="new_b__predict8_cell_062_hatch">
              <a:extLst>
                <a:ext uri="{FF2B5EF4-FFF2-40B4-BE49-F238E27FC236}">
                  <a16:creationId xmlns:a16="http://schemas.microsoft.com/office/drawing/2014/main" id="{30590E3A-3AFA-42AE-86E4-F02EED921A9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54" name="new_b__predict8_cell_063">
              <a:extLst>
                <a:ext uri="{FF2B5EF4-FFF2-40B4-BE49-F238E27FC236}">
                  <a16:creationId xmlns:a16="http://schemas.microsoft.com/office/drawing/2014/main" id="{DAF573FC-0449-4CA0-B939-6AA8803D8D51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55" name="new_b__predict8_cell_063_hatch">
              <a:extLst>
                <a:ext uri="{FF2B5EF4-FFF2-40B4-BE49-F238E27FC236}">
                  <a16:creationId xmlns:a16="http://schemas.microsoft.com/office/drawing/2014/main" id="{8FF3C135-F853-4F51-8938-2CE9AC455F0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56" name="new_b__predict8_cell_064">
              <a:extLst>
                <a:ext uri="{FF2B5EF4-FFF2-40B4-BE49-F238E27FC236}">
                  <a16:creationId xmlns:a16="http://schemas.microsoft.com/office/drawing/2014/main" id="{E8F5DB64-C068-4BA0-AD8D-8E6F078EDA23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57" name="new_b__predict8_cell_064_hatch">
              <a:extLst>
                <a:ext uri="{FF2B5EF4-FFF2-40B4-BE49-F238E27FC236}">
                  <a16:creationId xmlns:a16="http://schemas.microsoft.com/office/drawing/2014/main" id="{6F0392BC-611D-4B60-B483-784597FCB6B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58" name="new_b__predict8_cell_065">
              <a:extLst>
                <a:ext uri="{FF2B5EF4-FFF2-40B4-BE49-F238E27FC236}">
                  <a16:creationId xmlns:a16="http://schemas.microsoft.com/office/drawing/2014/main" id="{C40E2AF9-5406-42B5-B48E-C138CB167465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59" name="new_b__predict8_cell_065_hatch">
              <a:extLst>
                <a:ext uri="{FF2B5EF4-FFF2-40B4-BE49-F238E27FC236}">
                  <a16:creationId xmlns:a16="http://schemas.microsoft.com/office/drawing/2014/main" id="{9844B43C-9BC5-417D-82A6-23444D2AAF8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60" name="new_b__predict8_cell_066">
              <a:extLst>
                <a:ext uri="{FF2B5EF4-FFF2-40B4-BE49-F238E27FC236}">
                  <a16:creationId xmlns:a16="http://schemas.microsoft.com/office/drawing/2014/main" id="{D1C51350-954B-4DAE-861C-84BE2BD485F8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61" name="new_b__predict8_cell_066_hatch">
              <a:extLst>
                <a:ext uri="{FF2B5EF4-FFF2-40B4-BE49-F238E27FC236}">
                  <a16:creationId xmlns:a16="http://schemas.microsoft.com/office/drawing/2014/main" id="{3AF7F906-2A4B-42DC-A433-3357D11DFD5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62" name="new_b__predict8_cell_067">
              <a:extLst>
                <a:ext uri="{FF2B5EF4-FFF2-40B4-BE49-F238E27FC236}">
                  <a16:creationId xmlns:a16="http://schemas.microsoft.com/office/drawing/2014/main" id="{1ACCF4D0-C7C9-4A33-B9D6-E0D9571B0F69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63" name="new_b__predict8_cell_067_hatch">
              <a:extLst>
                <a:ext uri="{FF2B5EF4-FFF2-40B4-BE49-F238E27FC236}">
                  <a16:creationId xmlns:a16="http://schemas.microsoft.com/office/drawing/2014/main" id="{24CF07C5-97E8-4F98-8587-364C2B6FC65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64" name="new_b__predict8_cell_068">
              <a:extLst>
                <a:ext uri="{FF2B5EF4-FFF2-40B4-BE49-F238E27FC236}">
                  <a16:creationId xmlns:a16="http://schemas.microsoft.com/office/drawing/2014/main" id="{F6998F85-A3E5-4A8F-80BB-F8035905B1EB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65" name="new_b__predict8_cell_068_hatch">
              <a:extLst>
                <a:ext uri="{FF2B5EF4-FFF2-40B4-BE49-F238E27FC236}">
                  <a16:creationId xmlns:a16="http://schemas.microsoft.com/office/drawing/2014/main" id="{1593A30F-4787-46D4-AA54-A3A45102EC5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66" name="new_b__predict8_cell_069">
              <a:extLst>
                <a:ext uri="{FF2B5EF4-FFF2-40B4-BE49-F238E27FC236}">
                  <a16:creationId xmlns:a16="http://schemas.microsoft.com/office/drawing/2014/main" id="{1F4FDC67-7143-43C5-939C-4C22D9C153A5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696849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67" name="new_b__predict8_cell_069_hatch">
              <a:extLst>
                <a:ext uri="{FF2B5EF4-FFF2-40B4-BE49-F238E27FC236}">
                  <a16:creationId xmlns:a16="http://schemas.microsoft.com/office/drawing/2014/main" id="{B0E60D39-AC8F-4196-9F7E-079638EEFD7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698037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68" name="new_b__predict8_cell_070">
              <a:extLst>
                <a:ext uri="{FF2B5EF4-FFF2-40B4-BE49-F238E27FC236}">
                  <a16:creationId xmlns:a16="http://schemas.microsoft.com/office/drawing/2014/main" id="{968E1CFE-B683-4E3E-A296-F1D25F1CE761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69" name="new_b__predict8_cell_070_hatch">
              <a:extLst>
                <a:ext uri="{FF2B5EF4-FFF2-40B4-BE49-F238E27FC236}">
                  <a16:creationId xmlns:a16="http://schemas.microsoft.com/office/drawing/2014/main" id="{D101C9AE-F37F-4725-B408-261F6D6E03D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70" name="new_b__predict8_cell_071">
              <a:extLst>
                <a:ext uri="{FF2B5EF4-FFF2-40B4-BE49-F238E27FC236}">
                  <a16:creationId xmlns:a16="http://schemas.microsoft.com/office/drawing/2014/main" id="{D737C18C-5B2E-4A4D-8374-583FA35FF0E5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71" name="new_b__predict8_cell_071_hatch">
              <a:extLst>
                <a:ext uri="{FF2B5EF4-FFF2-40B4-BE49-F238E27FC236}">
                  <a16:creationId xmlns:a16="http://schemas.microsoft.com/office/drawing/2014/main" id="{8DBF5FBC-026F-4801-A4D2-6CB17F49815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72" name="new_b__predict8_cell_072">
              <a:extLst>
                <a:ext uri="{FF2B5EF4-FFF2-40B4-BE49-F238E27FC236}">
                  <a16:creationId xmlns:a16="http://schemas.microsoft.com/office/drawing/2014/main" id="{D46DE198-E033-41F4-875F-96C4077C2E06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73" name="new_b__predict8_cell_072_hatch">
              <a:extLst>
                <a:ext uri="{FF2B5EF4-FFF2-40B4-BE49-F238E27FC236}">
                  <a16:creationId xmlns:a16="http://schemas.microsoft.com/office/drawing/2014/main" id="{9E136869-8FF7-45A1-A20E-2791BFA6661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74" name="new_b__predict8_cell_073">
              <a:extLst>
                <a:ext uri="{FF2B5EF4-FFF2-40B4-BE49-F238E27FC236}">
                  <a16:creationId xmlns:a16="http://schemas.microsoft.com/office/drawing/2014/main" id="{8A031874-03DA-482E-8433-6457EF032786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75" name="new_b__predict8_cell_073_hatch">
              <a:extLst>
                <a:ext uri="{FF2B5EF4-FFF2-40B4-BE49-F238E27FC236}">
                  <a16:creationId xmlns:a16="http://schemas.microsoft.com/office/drawing/2014/main" id="{DF3FF077-E79A-4CAF-95B3-1C92B854EE9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76" name="new_b__predict8_cell_074">
              <a:extLst>
                <a:ext uri="{FF2B5EF4-FFF2-40B4-BE49-F238E27FC236}">
                  <a16:creationId xmlns:a16="http://schemas.microsoft.com/office/drawing/2014/main" id="{36F55C19-2F86-462C-BF6D-E51742BD10B2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77" name="new_b__predict8_cell_074_hatch">
              <a:extLst>
                <a:ext uri="{FF2B5EF4-FFF2-40B4-BE49-F238E27FC236}">
                  <a16:creationId xmlns:a16="http://schemas.microsoft.com/office/drawing/2014/main" id="{16F123A9-93F1-4F55-AA69-CEBE08264F1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78" name="new_b__predict8_cell_075">
              <a:extLst>
                <a:ext uri="{FF2B5EF4-FFF2-40B4-BE49-F238E27FC236}">
                  <a16:creationId xmlns:a16="http://schemas.microsoft.com/office/drawing/2014/main" id="{61694384-E815-4646-9B2A-935DAB1B2300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79" name="new_b__predict8_cell_075_hatch">
              <a:extLst>
                <a:ext uri="{FF2B5EF4-FFF2-40B4-BE49-F238E27FC236}">
                  <a16:creationId xmlns:a16="http://schemas.microsoft.com/office/drawing/2014/main" id="{37D48AA7-0924-4C6F-8203-0C12758C219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80" name="new_b__predict8_cell_076">
              <a:extLst>
                <a:ext uri="{FF2B5EF4-FFF2-40B4-BE49-F238E27FC236}">
                  <a16:creationId xmlns:a16="http://schemas.microsoft.com/office/drawing/2014/main" id="{769D2DB4-5789-4513-8820-2A83298747E4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81" name="new_b__predict8_cell_076_hatch">
              <a:extLst>
                <a:ext uri="{FF2B5EF4-FFF2-40B4-BE49-F238E27FC236}">
                  <a16:creationId xmlns:a16="http://schemas.microsoft.com/office/drawing/2014/main" id="{9D42C5B1-7F2E-4A50-B642-62B776F86C5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82" name="new_b__predict8_cell_077">
              <a:extLst>
                <a:ext uri="{FF2B5EF4-FFF2-40B4-BE49-F238E27FC236}">
                  <a16:creationId xmlns:a16="http://schemas.microsoft.com/office/drawing/2014/main" id="{135C7EE5-901B-4BB7-A2DF-1E3009A0A523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83" name="new_b__predict8_cell_077_hatch">
              <a:extLst>
                <a:ext uri="{FF2B5EF4-FFF2-40B4-BE49-F238E27FC236}">
                  <a16:creationId xmlns:a16="http://schemas.microsoft.com/office/drawing/2014/main" id="{EF1DD7A4-6184-4959-AD5B-94E9948F730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84" name="new_b__predict8_cell_078">
              <a:extLst>
                <a:ext uri="{FF2B5EF4-FFF2-40B4-BE49-F238E27FC236}">
                  <a16:creationId xmlns:a16="http://schemas.microsoft.com/office/drawing/2014/main" id="{FFFCA517-185E-4D66-87CD-BED35F16FC6B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85" name="new_b__predict8_cell_078_hatch">
              <a:extLst>
                <a:ext uri="{FF2B5EF4-FFF2-40B4-BE49-F238E27FC236}">
                  <a16:creationId xmlns:a16="http://schemas.microsoft.com/office/drawing/2014/main" id="{D35F808D-BE78-462A-B321-30A17D5511C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86" name="new_b__predict8_cell_079">
              <a:extLst>
                <a:ext uri="{FF2B5EF4-FFF2-40B4-BE49-F238E27FC236}">
                  <a16:creationId xmlns:a16="http://schemas.microsoft.com/office/drawing/2014/main" id="{2F8A11AD-D980-4495-8B26-53AA332553EE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705993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87" name="new_b__predict8_cell_079_hatch">
              <a:extLst>
                <a:ext uri="{FF2B5EF4-FFF2-40B4-BE49-F238E27FC236}">
                  <a16:creationId xmlns:a16="http://schemas.microsoft.com/office/drawing/2014/main" id="{6F51788A-ECA1-4617-AF8E-199DAF2D7C9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707181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88" name="new_b__predict8_cell_080">
              <a:extLst>
                <a:ext uri="{FF2B5EF4-FFF2-40B4-BE49-F238E27FC236}">
                  <a16:creationId xmlns:a16="http://schemas.microsoft.com/office/drawing/2014/main" id="{702EF146-1E4C-48AC-8221-C9A5658E4322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89" name="new_b__predict8_cell_080_hatch">
              <a:extLst>
                <a:ext uri="{FF2B5EF4-FFF2-40B4-BE49-F238E27FC236}">
                  <a16:creationId xmlns:a16="http://schemas.microsoft.com/office/drawing/2014/main" id="{82137B71-F57C-479B-ABE8-DB19969DA31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90" name="new_b__predict8_cell_081">
              <a:extLst>
                <a:ext uri="{FF2B5EF4-FFF2-40B4-BE49-F238E27FC236}">
                  <a16:creationId xmlns:a16="http://schemas.microsoft.com/office/drawing/2014/main" id="{5DF2F976-5235-427C-9BAC-57CAC4271E95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91" name="new_b__predict8_cell_081_hatch">
              <a:extLst>
                <a:ext uri="{FF2B5EF4-FFF2-40B4-BE49-F238E27FC236}">
                  <a16:creationId xmlns:a16="http://schemas.microsoft.com/office/drawing/2014/main" id="{2456FD9D-5FDF-4674-AD8D-59A830CE989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92" name="new_b__predict8_cell_082">
              <a:extLst>
                <a:ext uri="{FF2B5EF4-FFF2-40B4-BE49-F238E27FC236}">
                  <a16:creationId xmlns:a16="http://schemas.microsoft.com/office/drawing/2014/main" id="{B735920A-D8AC-43F9-AFAA-82E477411DE7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93" name="new_b__predict8_cell_082_hatch">
              <a:extLst>
                <a:ext uri="{FF2B5EF4-FFF2-40B4-BE49-F238E27FC236}">
                  <a16:creationId xmlns:a16="http://schemas.microsoft.com/office/drawing/2014/main" id="{15ECD48E-DFCF-4997-ADD7-651441C5AAC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94" name="new_b__predict8_cell_083">
              <a:extLst>
                <a:ext uri="{FF2B5EF4-FFF2-40B4-BE49-F238E27FC236}">
                  <a16:creationId xmlns:a16="http://schemas.microsoft.com/office/drawing/2014/main" id="{6D4FA6EC-2547-450F-863B-1CC5D8166577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95" name="new_b__predict8_cell_083_hatch">
              <a:extLst>
                <a:ext uri="{FF2B5EF4-FFF2-40B4-BE49-F238E27FC236}">
                  <a16:creationId xmlns:a16="http://schemas.microsoft.com/office/drawing/2014/main" id="{FC771160-CA4F-47B3-9452-713C692EA50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96" name="new_b__predict8_cell_084">
              <a:extLst>
                <a:ext uri="{FF2B5EF4-FFF2-40B4-BE49-F238E27FC236}">
                  <a16:creationId xmlns:a16="http://schemas.microsoft.com/office/drawing/2014/main" id="{23530260-DB27-4B3C-B03F-ADDE0FB8E07A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97" name="new_b__predict8_cell_084_hatch">
              <a:extLst>
                <a:ext uri="{FF2B5EF4-FFF2-40B4-BE49-F238E27FC236}">
                  <a16:creationId xmlns:a16="http://schemas.microsoft.com/office/drawing/2014/main" id="{4CEBD7C9-E8B8-405D-BFBC-03A12F84023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298" name="new_b__predict8_cell_085">
              <a:extLst>
                <a:ext uri="{FF2B5EF4-FFF2-40B4-BE49-F238E27FC236}">
                  <a16:creationId xmlns:a16="http://schemas.microsoft.com/office/drawing/2014/main" id="{EAFACEE0-FEB6-4511-8F3D-A8BAFE4982E7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299" name="new_b__predict8_cell_085_hatch">
              <a:extLst>
                <a:ext uri="{FF2B5EF4-FFF2-40B4-BE49-F238E27FC236}">
                  <a16:creationId xmlns:a16="http://schemas.microsoft.com/office/drawing/2014/main" id="{A8B4CEC1-1C71-4799-95C2-C61985636E8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00" name="new_b__predict8_cell_086">
              <a:extLst>
                <a:ext uri="{FF2B5EF4-FFF2-40B4-BE49-F238E27FC236}">
                  <a16:creationId xmlns:a16="http://schemas.microsoft.com/office/drawing/2014/main" id="{67495F45-ABC3-4E5B-9C28-9676C543A204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01" name="new_b__predict8_cell_086_hatch">
              <a:extLst>
                <a:ext uri="{FF2B5EF4-FFF2-40B4-BE49-F238E27FC236}">
                  <a16:creationId xmlns:a16="http://schemas.microsoft.com/office/drawing/2014/main" id="{3D7248D2-DEBD-4EEA-8DFF-B4F275B71DF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02" name="new_b__predict8_cell_087">
              <a:extLst>
                <a:ext uri="{FF2B5EF4-FFF2-40B4-BE49-F238E27FC236}">
                  <a16:creationId xmlns:a16="http://schemas.microsoft.com/office/drawing/2014/main" id="{302808FD-7EDE-4039-9735-B7B3A3AE2FA3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03" name="new_b__predict8_cell_087_hatch">
              <a:extLst>
                <a:ext uri="{FF2B5EF4-FFF2-40B4-BE49-F238E27FC236}">
                  <a16:creationId xmlns:a16="http://schemas.microsoft.com/office/drawing/2014/main" id="{0C4DED77-F280-4B0B-BFE3-8FD1EE3A12D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04" name="new_b__predict8_cell_088">
              <a:extLst>
                <a:ext uri="{FF2B5EF4-FFF2-40B4-BE49-F238E27FC236}">
                  <a16:creationId xmlns:a16="http://schemas.microsoft.com/office/drawing/2014/main" id="{9732676F-ECEF-4DE7-BD13-E3BDC6BCDD49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05" name="new_b__predict8_cell_088_hatch">
              <a:extLst>
                <a:ext uri="{FF2B5EF4-FFF2-40B4-BE49-F238E27FC236}">
                  <a16:creationId xmlns:a16="http://schemas.microsoft.com/office/drawing/2014/main" id="{6B141968-6446-4482-B3D0-49B748D9C4E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06" name="new_b__predict8_cell_089">
              <a:extLst>
                <a:ext uri="{FF2B5EF4-FFF2-40B4-BE49-F238E27FC236}">
                  <a16:creationId xmlns:a16="http://schemas.microsoft.com/office/drawing/2014/main" id="{1DD4D302-A495-4272-A1DD-DFA0D752CE82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715137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07" name="new_b__predict8_cell_089_hatch">
              <a:extLst>
                <a:ext uri="{FF2B5EF4-FFF2-40B4-BE49-F238E27FC236}">
                  <a16:creationId xmlns:a16="http://schemas.microsoft.com/office/drawing/2014/main" id="{9F8F8FA9-88B8-44FC-9D99-E8EDC5E4CA1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716325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08" name="new_b__predict8_cell_090">
              <a:extLst>
                <a:ext uri="{FF2B5EF4-FFF2-40B4-BE49-F238E27FC236}">
                  <a16:creationId xmlns:a16="http://schemas.microsoft.com/office/drawing/2014/main" id="{3550EE61-7E08-4B1B-B9F3-432C7AA9CB01}"/>
                </a:ext>
              </a:extLst>
            </p:cNvPr>
            <p:cNvSpPr>
              <a:spLocks noGrp="1"/>
            </p:cNvSpPr>
            <p:nvPr/>
          </p:nvSpPr>
          <p:spPr>
            <a:xfrm>
              <a:off x="464820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09" name="new_b__predict8_cell_090_hatch">
              <a:extLst>
                <a:ext uri="{FF2B5EF4-FFF2-40B4-BE49-F238E27FC236}">
                  <a16:creationId xmlns:a16="http://schemas.microsoft.com/office/drawing/2014/main" id="{7C2F9A5B-725C-4A5C-A6F0-4986521C0B9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66008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10" name="new_b__predict8_cell_091">
              <a:extLst>
                <a:ext uri="{FF2B5EF4-FFF2-40B4-BE49-F238E27FC236}">
                  <a16:creationId xmlns:a16="http://schemas.microsoft.com/office/drawing/2014/main" id="{BEC55680-FD83-4C0E-BF3B-77A823DB22B0}"/>
                </a:ext>
              </a:extLst>
            </p:cNvPr>
            <p:cNvSpPr>
              <a:spLocks noGrp="1"/>
            </p:cNvSpPr>
            <p:nvPr/>
          </p:nvSpPr>
          <p:spPr>
            <a:xfrm>
              <a:off x="473964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11" name="new_b__predict8_cell_091_hatch">
              <a:extLst>
                <a:ext uri="{FF2B5EF4-FFF2-40B4-BE49-F238E27FC236}">
                  <a16:creationId xmlns:a16="http://schemas.microsoft.com/office/drawing/2014/main" id="{0B594603-DDFD-495F-B722-1AC5B57C948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75152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12" name="new_b__predict8_cell_092">
              <a:extLst>
                <a:ext uri="{FF2B5EF4-FFF2-40B4-BE49-F238E27FC236}">
                  <a16:creationId xmlns:a16="http://schemas.microsoft.com/office/drawing/2014/main" id="{8CDFF7F5-F630-47C0-96E7-0F07BBE744F7}"/>
                </a:ext>
              </a:extLst>
            </p:cNvPr>
            <p:cNvSpPr>
              <a:spLocks noGrp="1"/>
            </p:cNvSpPr>
            <p:nvPr/>
          </p:nvSpPr>
          <p:spPr>
            <a:xfrm>
              <a:off x="483108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13" name="new_b__predict8_cell_092_hatch">
              <a:extLst>
                <a:ext uri="{FF2B5EF4-FFF2-40B4-BE49-F238E27FC236}">
                  <a16:creationId xmlns:a16="http://schemas.microsoft.com/office/drawing/2014/main" id="{D9AA2DE4-55AD-42BE-AAE0-0A33E72838D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84296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14" name="new_b__predict8_cell_093">
              <a:extLst>
                <a:ext uri="{FF2B5EF4-FFF2-40B4-BE49-F238E27FC236}">
                  <a16:creationId xmlns:a16="http://schemas.microsoft.com/office/drawing/2014/main" id="{97D00C03-2FDE-4269-8698-CC0B4BA3C667}"/>
                </a:ext>
              </a:extLst>
            </p:cNvPr>
            <p:cNvSpPr>
              <a:spLocks noGrp="1"/>
            </p:cNvSpPr>
            <p:nvPr/>
          </p:nvSpPr>
          <p:spPr>
            <a:xfrm>
              <a:off x="492252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15" name="new_b__predict8_cell_093_hatch">
              <a:extLst>
                <a:ext uri="{FF2B5EF4-FFF2-40B4-BE49-F238E27FC236}">
                  <a16:creationId xmlns:a16="http://schemas.microsoft.com/office/drawing/2014/main" id="{532A3041-E402-4E3C-85C2-C5BE6395566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493440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16" name="new_b__predict8_cell_094">
              <a:extLst>
                <a:ext uri="{FF2B5EF4-FFF2-40B4-BE49-F238E27FC236}">
                  <a16:creationId xmlns:a16="http://schemas.microsoft.com/office/drawing/2014/main" id="{42E604AB-5BAB-442C-9BDA-2ECB8A79CE86}"/>
                </a:ext>
              </a:extLst>
            </p:cNvPr>
            <p:cNvSpPr>
              <a:spLocks noGrp="1"/>
            </p:cNvSpPr>
            <p:nvPr/>
          </p:nvSpPr>
          <p:spPr>
            <a:xfrm>
              <a:off x="501396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17" name="new_b__predict8_cell_094_hatch">
              <a:extLst>
                <a:ext uri="{FF2B5EF4-FFF2-40B4-BE49-F238E27FC236}">
                  <a16:creationId xmlns:a16="http://schemas.microsoft.com/office/drawing/2014/main" id="{4E97321D-AACC-4E64-AABA-90B105FE674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02584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18" name="new_b__predict8_cell_095">
              <a:extLst>
                <a:ext uri="{FF2B5EF4-FFF2-40B4-BE49-F238E27FC236}">
                  <a16:creationId xmlns:a16="http://schemas.microsoft.com/office/drawing/2014/main" id="{7379BBAD-04EB-4266-BC72-90AD9153EE3B}"/>
                </a:ext>
              </a:extLst>
            </p:cNvPr>
            <p:cNvSpPr>
              <a:spLocks noGrp="1"/>
            </p:cNvSpPr>
            <p:nvPr/>
          </p:nvSpPr>
          <p:spPr>
            <a:xfrm>
              <a:off x="510540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19" name="new_b__predict8_cell_095_hatch">
              <a:extLst>
                <a:ext uri="{FF2B5EF4-FFF2-40B4-BE49-F238E27FC236}">
                  <a16:creationId xmlns:a16="http://schemas.microsoft.com/office/drawing/2014/main" id="{C4CB9532-9324-473C-A8B8-4B95CCD9014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11728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20" name="new_b__predict8_cell_096">
              <a:extLst>
                <a:ext uri="{FF2B5EF4-FFF2-40B4-BE49-F238E27FC236}">
                  <a16:creationId xmlns:a16="http://schemas.microsoft.com/office/drawing/2014/main" id="{6A68FEA1-B5BD-49C1-B8F9-0990813BF4B1}"/>
                </a:ext>
              </a:extLst>
            </p:cNvPr>
            <p:cNvSpPr>
              <a:spLocks noGrp="1"/>
            </p:cNvSpPr>
            <p:nvPr/>
          </p:nvSpPr>
          <p:spPr>
            <a:xfrm>
              <a:off x="519684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21" name="new_b__predict8_cell_096_hatch">
              <a:extLst>
                <a:ext uri="{FF2B5EF4-FFF2-40B4-BE49-F238E27FC236}">
                  <a16:creationId xmlns:a16="http://schemas.microsoft.com/office/drawing/2014/main" id="{31713F80-A885-4858-810F-FF455E8CDC1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20872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22" name="new_b__predict8_cell_097">
              <a:extLst>
                <a:ext uri="{FF2B5EF4-FFF2-40B4-BE49-F238E27FC236}">
                  <a16:creationId xmlns:a16="http://schemas.microsoft.com/office/drawing/2014/main" id="{A3FC6298-EA1E-4CA1-95FC-38523F0D96F7}"/>
                </a:ext>
              </a:extLst>
            </p:cNvPr>
            <p:cNvSpPr>
              <a:spLocks noGrp="1"/>
            </p:cNvSpPr>
            <p:nvPr/>
          </p:nvSpPr>
          <p:spPr>
            <a:xfrm>
              <a:off x="528828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23" name="new_b__predict8_cell_097_hatch">
              <a:extLst>
                <a:ext uri="{FF2B5EF4-FFF2-40B4-BE49-F238E27FC236}">
                  <a16:creationId xmlns:a16="http://schemas.microsoft.com/office/drawing/2014/main" id="{FABBEDC1-0ADF-4106-A67E-AD96680F839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0016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24" name="new_b__predict8_cell_098">
              <a:extLst>
                <a:ext uri="{FF2B5EF4-FFF2-40B4-BE49-F238E27FC236}">
                  <a16:creationId xmlns:a16="http://schemas.microsoft.com/office/drawing/2014/main" id="{5DF711D2-7FF9-45B4-AA03-AAE86AD398F4}"/>
                </a:ext>
              </a:extLst>
            </p:cNvPr>
            <p:cNvSpPr>
              <a:spLocks noGrp="1"/>
            </p:cNvSpPr>
            <p:nvPr/>
          </p:nvSpPr>
          <p:spPr>
            <a:xfrm>
              <a:off x="537972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25" name="new_b__predict8_cell_098_hatch">
              <a:extLst>
                <a:ext uri="{FF2B5EF4-FFF2-40B4-BE49-F238E27FC236}">
                  <a16:creationId xmlns:a16="http://schemas.microsoft.com/office/drawing/2014/main" id="{3D5C7CC9-461E-45C7-A73C-E5F5F239751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39160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26" name="new_b__predict8_cell_099">
              <a:extLst>
                <a:ext uri="{FF2B5EF4-FFF2-40B4-BE49-F238E27FC236}">
                  <a16:creationId xmlns:a16="http://schemas.microsoft.com/office/drawing/2014/main" id="{D9326E89-9B8D-4ECD-BCBE-EE41B1CA00A8}"/>
                </a:ext>
              </a:extLst>
            </p:cNvPr>
            <p:cNvSpPr>
              <a:spLocks noGrp="1"/>
            </p:cNvSpPr>
            <p:nvPr/>
          </p:nvSpPr>
          <p:spPr>
            <a:xfrm>
              <a:off x="5471160" y="7242810"/>
              <a:ext cx="91440" cy="9144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327" name="new_b__predict8_cell_099_hatch">
              <a:extLst>
                <a:ext uri="{FF2B5EF4-FFF2-40B4-BE49-F238E27FC236}">
                  <a16:creationId xmlns:a16="http://schemas.microsoft.com/office/drawing/2014/main" id="{32C3864D-677D-483E-8EB9-E497B62DE96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5483047" y="7254697"/>
              <a:ext cx="67666" cy="6766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328" name="new_b__predict8_argmax">
              <a:extLst>
                <a:ext uri="{FF2B5EF4-FFF2-40B4-BE49-F238E27FC236}">
                  <a16:creationId xmlns:a16="http://schemas.microsoft.com/office/drawing/2014/main" id="{E742EFC0-89AA-4B9E-AFA2-28FD2DD1C1AE}"/>
                </a:ext>
              </a:extLst>
            </p:cNvPr>
            <p:cNvSpPr>
              <a:spLocks noGrp="1"/>
            </p:cNvSpPr>
            <p:nvPr/>
          </p:nvSpPr>
          <p:spPr>
            <a:xfrm>
              <a:off x="4333875" y="7362825"/>
              <a:ext cx="1543050" cy="171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88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argmax</a:t>
              </a:r>
            </a:p>
          </p:txBody>
        </p:sp>
        <p:sp>
          <p:nvSpPr>
            <p:cNvPr id="2329" name="new_b__decoded75_card">
              <a:extLst>
                <a:ext uri="{FF2B5EF4-FFF2-40B4-BE49-F238E27FC236}">
                  <a16:creationId xmlns:a16="http://schemas.microsoft.com/office/drawing/2014/main" id="{C6D0FBD3-3E7D-423D-B735-348A8515365F}"/>
                </a:ext>
              </a:extLst>
            </p:cNvPr>
            <p:cNvSpPr>
              <a:spLocks noGrp="1"/>
            </p:cNvSpPr>
            <p:nvPr/>
          </p:nvSpPr>
          <p:spPr>
            <a:xfrm>
              <a:off x="6267450" y="5619750"/>
              <a:ext cx="1581150" cy="523875"/>
            </a:xfrm>
            <a:prstGeom prst="roundRect">
              <a:avLst>
                <a:gd name="adj" fmla="val 7273"/>
              </a:avLst>
            </a:prstGeom>
            <a:solidFill>
              <a:srgbClr val="B9DFFD"/>
            </a:solidFill>
            <a:ln w="9049">
              <a:solidFill>
                <a:srgbClr val="2C6BB0"/>
              </a:solidFill>
              <a:prstDash val="solid"/>
            </a:ln>
          </p:spPr>
        </p:sp>
        <p:sp>
          <p:nvSpPr>
            <p:cNvPr id="2330" name="new_b__decoded75_label">
              <a:extLst>
                <a:ext uri="{FF2B5EF4-FFF2-40B4-BE49-F238E27FC236}">
                  <a16:creationId xmlns:a16="http://schemas.microsoft.com/office/drawing/2014/main" id="{A1840E30-21F4-429A-9BD0-69DCC820618A}"/>
                </a:ext>
              </a:extLst>
            </p:cNvPr>
            <p:cNvSpPr>
              <a:spLocks noGrp="1"/>
            </p:cNvSpPr>
            <p:nvPr/>
          </p:nvSpPr>
          <p:spPr>
            <a:xfrm>
              <a:off x="6324600" y="5657850"/>
              <a:ext cx="146685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75 decoded</a:t>
              </a:r>
            </a:p>
            <a:p>
              <a:pPr algn="ctr">
                <a:lnSpc>
                  <a:spcPct val="100000"/>
                </a:lnSpc>
                <a:buNone/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scale-8 tokens</a:t>
              </a:r>
            </a:p>
          </p:txBody>
        </p:sp>
        <p:sp>
          <p:nvSpPr>
            <p:cNvPr id="2331" name="new_b__decoded75_to_overwrite_shaft">
              <a:extLst>
                <a:ext uri="{FF2B5EF4-FFF2-40B4-BE49-F238E27FC236}">
                  <a16:creationId xmlns:a16="http://schemas.microsoft.com/office/drawing/2014/main" id="{44A73B6C-F7C5-4C17-A8DB-01423349B838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7058025" y="6143625"/>
              <a:ext cx="0" cy="257175"/>
            </a:xfrm>
            <a:prstGeom prst="line">
              <a:avLst/>
            </a:pr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332" name="new_b__decoded75_to_overwrite_head">
              <a:extLst>
                <a:ext uri="{FF2B5EF4-FFF2-40B4-BE49-F238E27FC236}">
                  <a16:creationId xmlns:a16="http://schemas.microsoft.com/office/drawing/2014/main" id="{999EFB50-40CF-40F7-BE62-BA8FEF628898}"/>
                </a:ext>
              </a:extLst>
            </p:cNvPr>
            <p:cNvSpPr>
              <a:spLocks noGrp="1"/>
            </p:cNvSpPr>
            <p:nvPr/>
          </p:nvSpPr>
          <p:spPr>
            <a:xfrm>
              <a:off x="7019925" y="6381750"/>
              <a:ext cx="76200" cy="76200"/>
            </a:xfrm>
            <a:custGeom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38100" y="7620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  <p:sp>
          <p:nvSpPr>
            <p:cNvPr id="2333" name="new_b__overwrite_card">
              <a:extLst>
                <a:ext uri="{FF2B5EF4-FFF2-40B4-BE49-F238E27FC236}">
                  <a16:creationId xmlns:a16="http://schemas.microsoft.com/office/drawing/2014/main" id="{B28BE802-8954-44D9-ADF1-299836EBE34B}"/>
                </a:ext>
              </a:extLst>
            </p:cNvPr>
            <p:cNvSpPr>
              <a:spLocks noGrp="1"/>
            </p:cNvSpPr>
            <p:nvPr/>
          </p:nvSpPr>
          <p:spPr>
            <a:xfrm>
              <a:off x="6267450" y="6457950"/>
              <a:ext cx="1581150" cy="581025"/>
            </a:xfrm>
            <a:prstGeom prst="roundRect">
              <a:avLst>
                <a:gd name="adj" fmla="val 6557"/>
              </a:avLst>
            </a:prstGeom>
            <a:solidFill>
              <a:srgbClr val="FFF1CC"/>
            </a:solidFill>
            <a:ln w="9049">
              <a:solidFill>
                <a:srgbClr val="E9931D"/>
              </a:solidFill>
              <a:prstDash val="solid"/>
            </a:ln>
          </p:spPr>
        </p:sp>
        <p:sp>
          <p:nvSpPr>
            <p:cNvPr id="2334" name="new_b__overwrite_heading">
              <a:extLst>
                <a:ext uri="{FF2B5EF4-FFF2-40B4-BE49-F238E27FC236}">
                  <a16:creationId xmlns:a16="http://schemas.microsoft.com/office/drawing/2014/main" id="{1322D5E7-7A75-4F9D-86D6-98DAA13ADC7F}"/>
                </a:ext>
              </a:extLst>
            </p:cNvPr>
            <p:cNvSpPr>
              <a:spLocks noGrp="1"/>
            </p:cNvSpPr>
            <p:nvPr/>
          </p:nvSpPr>
          <p:spPr>
            <a:xfrm>
              <a:off x="6324600" y="6515100"/>
              <a:ext cx="14668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Overwrite first 75</a:t>
              </a:r>
            </a:p>
          </p:txBody>
        </p:sp>
        <p:sp>
          <p:nvSpPr>
            <p:cNvPr id="2335" name="new_b__overwrite_order">
              <a:extLst>
                <a:ext uri="{FF2B5EF4-FFF2-40B4-BE49-F238E27FC236}">
                  <a16:creationId xmlns:a16="http://schemas.microsoft.com/office/drawing/2014/main" id="{A39C52B6-F916-4925-ABE0-9A2607C08B2D}"/>
                </a:ext>
              </a:extLst>
            </p:cNvPr>
            <p:cNvSpPr>
              <a:spLocks noGrp="1"/>
            </p:cNvSpPr>
            <p:nvPr/>
          </p:nvSpPr>
          <p:spPr>
            <a:xfrm>
              <a:off x="6305550" y="6753225"/>
              <a:ext cx="15049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positions (raster order)</a:t>
              </a:r>
            </a:p>
          </p:txBody>
        </p:sp>
        <p:sp>
          <p:nvSpPr>
            <p:cNvPr id="2336" name="new_b__predict8_to_overwrite_shaft">
              <a:extLst>
                <a:ext uri="{FF2B5EF4-FFF2-40B4-BE49-F238E27FC236}">
                  <a16:creationId xmlns:a16="http://schemas.microsoft.com/office/drawing/2014/main" id="{B8AD90D3-0BBD-4BCF-B0CD-6631BFF33CC1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5962650" y="6724650"/>
              <a:ext cx="247650" cy="0"/>
            </a:xfrm>
            <a:prstGeom prst="line">
              <a:avLst/>
            </a:pr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337" name="new_b__predict8_to_overwrite_head">
              <a:extLst>
                <a:ext uri="{FF2B5EF4-FFF2-40B4-BE49-F238E27FC236}">
                  <a16:creationId xmlns:a16="http://schemas.microsoft.com/office/drawing/2014/main" id="{020CDE14-C3B6-4861-9117-55FB1C7C78ED}"/>
                </a:ext>
              </a:extLst>
            </p:cNvPr>
            <p:cNvSpPr>
              <a:spLocks noGrp="1"/>
            </p:cNvSpPr>
            <p:nvPr/>
          </p:nvSpPr>
          <p:spPr>
            <a:xfrm>
              <a:off x="6191250" y="6686550"/>
              <a:ext cx="76200" cy="76200"/>
            </a:xfrm>
            <a:custGeom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  <p:sp>
          <p:nvSpPr>
            <p:cNvPr id="2338" name="new_b__overwrite_to_merged8_shaft">
              <a:extLst>
                <a:ext uri="{FF2B5EF4-FFF2-40B4-BE49-F238E27FC236}">
                  <a16:creationId xmlns:a16="http://schemas.microsoft.com/office/drawing/2014/main" id="{D51CD7BF-D293-4D49-80EB-0E77FE2BC5D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7848600" y="6724650"/>
              <a:ext cx="428625" cy="0"/>
            </a:xfrm>
            <a:prstGeom prst="line">
              <a:avLst/>
            </a:pr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339" name="new_b__overwrite_to_merged8_head">
              <a:extLst>
                <a:ext uri="{FF2B5EF4-FFF2-40B4-BE49-F238E27FC236}">
                  <a16:creationId xmlns:a16="http://schemas.microsoft.com/office/drawing/2014/main" id="{A9A7400F-CDB8-4551-8502-9C1ECDDE5D94}"/>
                </a:ext>
              </a:extLst>
            </p:cNvPr>
            <p:cNvSpPr>
              <a:spLocks noGrp="1"/>
            </p:cNvSpPr>
            <p:nvPr/>
          </p:nvSpPr>
          <p:spPr>
            <a:xfrm>
              <a:off x="8258175" y="6686550"/>
              <a:ext cx="76200" cy="76200"/>
            </a:xfrm>
            <a:custGeom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  <p:sp>
          <p:nvSpPr>
            <p:cNvPr id="2340" name="new_b__merged8_heading">
              <a:extLst>
                <a:ext uri="{FF2B5EF4-FFF2-40B4-BE49-F238E27FC236}">
                  <a16:creationId xmlns:a16="http://schemas.microsoft.com/office/drawing/2014/main" id="{9138E26C-328C-4F08-93CC-E3C02BA2B1B6}"/>
                </a:ext>
              </a:extLst>
            </p:cNvPr>
            <p:cNvSpPr>
              <a:spLocks noGrp="1"/>
            </p:cNvSpPr>
            <p:nvPr/>
          </p:nvSpPr>
          <p:spPr>
            <a:xfrm>
              <a:off x="8162925" y="5676900"/>
              <a:ext cx="1533525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88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Scale 8 (merged)</a:t>
              </a:r>
            </a:p>
          </p:txBody>
        </p:sp>
        <p:sp>
          <p:nvSpPr>
            <p:cNvPr id="2341" name="new_b__merged8_cell_000">
              <a:extLst>
                <a:ext uri="{FF2B5EF4-FFF2-40B4-BE49-F238E27FC236}">
                  <a16:creationId xmlns:a16="http://schemas.microsoft.com/office/drawing/2014/main" id="{29063B8A-D9A4-4569-B61F-DA4E6956E6BE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42" name="new_b__merged8_cell_001">
              <a:extLst>
                <a:ext uri="{FF2B5EF4-FFF2-40B4-BE49-F238E27FC236}">
                  <a16:creationId xmlns:a16="http://schemas.microsoft.com/office/drawing/2014/main" id="{6F3BE004-73EC-45B6-AD57-06DECE242046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43" name="new_b__merged8_cell_002">
              <a:extLst>
                <a:ext uri="{FF2B5EF4-FFF2-40B4-BE49-F238E27FC236}">
                  <a16:creationId xmlns:a16="http://schemas.microsoft.com/office/drawing/2014/main" id="{7C7072E0-C369-49D8-B70A-37A7D2C19118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44" name="new_b__merged8_cell_003">
              <a:extLst>
                <a:ext uri="{FF2B5EF4-FFF2-40B4-BE49-F238E27FC236}">
                  <a16:creationId xmlns:a16="http://schemas.microsoft.com/office/drawing/2014/main" id="{1A375E8A-5BCA-418D-9559-E35CCF2C195A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45" name="new_b__merged8_cell_004">
              <a:extLst>
                <a:ext uri="{FF2B5EF4-FFF2-40B4-BE49-F238E27FC236}">
                  <a16:creationId xmlns:a16="http://schemas.microsoft.com/office/drawing/2014/main" id="{3719C342-4016-43F9-97F2-70DC3B909ABF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46" name="new_b__merged8_cell_005">
              <a:extLst>
                <a:ext uri="{FF2B5EF4-FFF2-40B4-BE49-F238E27FC236}">
                  <a16:creationId xmlns:a16="http://schemas.microsoft.com/office/drawing/2014/main" id="{627A9C9E-B3CD-4610-B587-98CFC1B2D52D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47" name="new_b__merged8_cell_006">
              <a:extLst>
                <a:ext uri="{FF2B5EF4-FFF2-40B4-BE49-F238E27FC236}">
                  <a16:creationId xmlns:a16="http://schemas.microsoft.com/office/drawing/2014/main" id="{3B70286A-0BBA-489A-A8F3-4A55D4BD127F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48" name="new_b__merged8_cell_007">
              <a:extLst>
                <a:ext uri="{FF2B5EF4-FFF2-40B4-BE49-F238E27FC236}">
                  <a16:creationId xmlns:a16="http://schemas.microsoft.com/office/drawing/2014/main" id="{02C91F59-D0D9-4CF6-B9D1-9E9B8C2FB3F5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49" name="new_b__merged8_cell_008">
              <a:extLst>
                <a:ext uri="{FF2B5EF4-FFF2-40B4-BE49-F238E27FC236}">
                  <a16:creationId xmlns:a16="http://schemas.microsoft.com/office/drawing/2014/main" id="{35EF7441-0FC2-4789-B261-C4CFE9B10301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0" name="new_b__merged8_cell_009">
              <a:extLst>
                <a:ext uri="{FF2B5EF4-FFF2-40B4-BE49-F238E27FC236}">
                  <a16:creationId xmlns:a16="http://schemas.microsoft.com/office/drawing/2014/main" id="{398509FD-5AF3-42D8-8244-567BC9A0F492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598170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1" name="new_b__merged8_cell_010">
              <a:extLst>
                <a:ext uri="{FF2B5EF4-FFF2-40B4-BE49-F238E27FC236}">
                  <a16:creationId xmlns:a16="http://schemas.microsoft.com/office/drawing/2014/main" id="{208F74F1-A8ED-45F7-8E43-BA047D1DCAB6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2" name="new_b__merged8_cell_011">
              <a:extLst>
                <a:ext uri="{FF2B5EF4-FFF2-40B4-BE49-F238E27FC236}">
                  <a16:creationId xmlns:a16="http://schemas.microsoft.com/office/drawing/2014/main" id="{ED56122F-9790-4D9A-8CB8-9B3941F5B983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3" name="new_b__merged8_cell_012">
              <a:extLst>
                <a:ext uri="{FF2B5EF4-FFF2-40B4-BE49-F238E27FC236}">
                  <a16:creationId xmlns:a16="http://schemas.microsoft.com/office/drawing/2014/main" id="{D911C352-2201-45B3-BD79-49F1186A328B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4" name="new_b__merged8_cell_013">
              <a:extLst>
                <a:ext uri="{FF2B5EF4-FFF2-40B4-BE49-F238E27FC236}">
                  <a16:creationId xmlns:a16="http://schemas.microsoft.com/office/drawing/2014/main" id="{BC9A030F-68AF-4758-966B-EC2AE159E6AD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5" name="new_b__merged8_cell_014">
              <a:extLst>
                <a:ext uri="{FF2B5EF4-FFF2-40B4-BE49-F238E27FC236}">
                  <a16:creationId xmlns:a16="http://schemas.microsoft.com/office/drawing/2014/main" id="{BA0665E7-D125-485D-B797-1135E0752FCA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6" name="new_b__merged8_cell_015">
              <a:extLst>
                <a:ext uri="{FF2B5EF4-FFF2-40B4-BE49-F238E27FC236}">
                  <a16:creationId xmlns:a16="http://schemas.microsoft.com/office/drawing/2014/main" id="{3F9B56C3-78C8-419D-A38B-65EA69CC3B71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7" name="new_b__merged8_cell_016">
              <a:extLst>
                <a:ext uri="{FF2B5EF4-FFF2-40B4-BE49-F238E27FC236}">
                  <a16:creationId xmlns:a16="http://schemas.microsoft.com/office/drawing/2014/main" id="{B8C7E699-F2FA-4506-AF63-475E93A001D9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8" name="new_b__merged8_cell_017">
              <a:extLst>
                <a:ext uri="{FF2B5EF4-FFF2-40B4-BE49-F238E27FC236}">
                  <a16:creationId xmlns:a16="http://schemas.microsoft.com/office/drawing/2014/main" id="{9699CA71-83C8-43CE-992B-49EE5ACDCFAB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59" name="new_b__merged8_cell_018">
              <a:extLst>
                <a:ext uri="{FF2B5EF4-FFF2-40B4-BE49-F238E27FC236}">
                  <a16:creationId xmlns:a16="http://schemas.microsoft.com/office/drawing/2014/main" id="{56799BDC-E92C-49A5-AA66-1F7AEEBA2B83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0" name="new_b__merged8_cell_019">
              <a:extLst>
                <a:ext uri="{FF2B5EF4-FFF2-40B4-BE49-F238E27FC236}">
                  <a16:creationId xmlns:a16="http://schemas.microsoft.com/office/drawing/2014/main" id="{1F66B94D-4C7A-47B3-BC26-1F8BB443D17E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610076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1" name="new_b__merged8_cell_020">
              <a:extLst>
                <a:ext uri="{FF2B5EF4-FFF2-40B4-BE49-F238E27FC236}">
                  <a16:creationId xmlns:a16="http://schemas.microsoft.com/office/drawing/2014/main" id="{347A7D9C-5988-4B78-92B8-E4DE87A45DCF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2" name="new_b__merged8_cell_021">
              <a:extLst>
                <a:ext uri="{FF2B5EF4-FFF2-40B4-BE49-F238E27FC236}">
                  <a16:creationId xmlns:a16="http://schemas.microsoft.com/office/drawing/2014/main" id="{69EA8284-7B70-40BD-9EEF-8EF77EEFB269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3" name="new_b__merged8_cell_022">
              <a:extLst>
                <a:ext uri="{FF2B5EF4-FFF2-40B4-BE49-F238E27FC236}">
                  <a16:creationId xmlns:a16="http://schemas.microsoft.com/office/drawing/2014/main" id="{9F5D494B-52C9-40F6-A816-58119501C643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4" name="new_b__merged8_cell_023">
              <a:extLst>
                <a:ext uri="{FF2B5EF4-FFF2-40B4-BE49-F238E27FC236}">
                  <a16:creationId xmlns:a16="http://schemas.microsoft.com/office/drawing/2014/main" id="{97CC1C75-2B19-4A09-9F04-34EF83D94C6A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5" name="new_b__merged8_cell_024">
              <a:extLst>
                <a:ext uri="{FF2B5EF4-FFF2-40B4-BE49-F238E27FC236}">
                  <a16:creationId xmlns:a16="http://schemas.microsoft.com/office/drawing/2014/main" id="{9A387B7F-B4FF-469C-BEA3-8211EABFA6B5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6" name="new_b__merged8_cell_025">
              <a:extLst>
                <a:ext uri="{FF2B5EF4-FFF2-40B4-BE49-F238E27FC236}">
                  <a16:creationId xmlns:a16="http://schemas.microsoft.com/office/drawing/2014/main" id="{FED36265-9989-4C4B-84A3-2BE36A706F29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7" name="new_b__merged8_cell_026">
              <a:extLst>
                <a:ext uri="{FF2B5EF4-FFF2-40B4-BE49-F238E27FC236}">
                  <a16:creationId xmlns:a16="http://schemas.microsoft.com/office/drawing/2014/main" id="{E5A9CBF2-04A7-459E-97F0-4B95312F2D24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8" name="new_b__merged8_cell_027">
              <a:extLst>
                <a:ext uri="{FF2B5EF4-FFF2-40B4-BE49-F238E27FC236}">
                  <a16:creationId xmlns:a16="http://schemas.microsoft.com/office/drawing/2014/main" id="{018C7FEE-FB14-4E79-8B88-D01B94A8DCA3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69" name="new_b__merged8_cell_028">
              <a:extLst>
                <a:ext uri="{FF2B5EF4-FFF2-40B4-BE49-F238E27FC236}">
                  <a16:creationId xmlns:a16="http://schemas.microsoft.com/office/drawing/2014/main" id="{58C36D1A-C4CD-44FF-929E-D0509C819D77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0" name="new_b__merged8_cell_029">
              <a:extLst>
                <a:ext uri="{FF2B5EF4-FFF2-40B4-BE49-F238E27FC236}">
                  <a16:creationId xmlns:a16="http://schemas.microsoft.com/office/drawing/2014/main" id="{96272EEA-6CEE-429A-934F-69A114E78673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621982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1" name="new_b__merged8_cell_030">
              <a:extLst>
                <a:ext uri="{FF2B5EF4-FFF2-40B4-BE49-F238E27FC236}">
                  <a16:creationId xmlns:a16="http://schemas.microsoft.com/office/drawing/2014/main" id="{1A14F901-15B5-4F74-8F23-BBCE775FCA13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2" name="new_b__merged8_cell_031">
              <a:extLst>
                <a:ext uri="{FF2B5EF4-FFF2-40B4-BE49-F238E27FC236}">
                  <a16:creationId xmlns:a16="http://schemas.microsoft.com/office/drawing/2014/main" id="{920F1475-DF98-4558-95A4-72A50CD7240D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3" name="new_b__merged8_cell_032">
              <a:extLst>
                <a:ext uri="{FF2B5EF4-FFF2-40B4-BE49-F238E27FC236}">
                  <a16:creationId xmlns:a16="http://schemas.microsoft.com/office/drawing/2014/main" id="{5AF0CF2D-9DBD-4B38-95F7-18CF50EA3F4E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4" name="new_b__merged8_cell_033">
              <a:extLst>
                <a:ext uri="{FF2B5EF4-FFF2-40B4-BE49-F238E27FC236}">
                  <a16:creationId xmlns:a16="http://schemas.microsoft.com/office/drawing/2014/main" id="{5291060B-3898-40D0-B6B1-4E999A4B4C40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5" name="new_b__merged8_cell_034">
              <a:extLst>
                <a:ext uri="{FF2B5EF4-FFF2-40B4-BE49-F238E27FC236}">
                  <a16:creationId xmlns:a16="http://schemas.microsoft.com/office/drawing/2014/main" id="{00E04F7F-51E7-40F4-B9BC-D04A7E2EA48F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6" name="new_b__merged8_cell_035">
              <a:extLst>
                <a:ext uri="{FF2B5EF4-FFF2-40B4-BE49-F238E27FC236}">
                  <a16:creationId xmlns:a16="http://schemas.microsoft.com/office/drawing/2014/main" id="{CFA3E638-7327-46C3-8254-C74088C3FADE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7" name="new_b__merged8_cell_036">
              <a:extLst>
                <a:ext uri="{FF2B5EF4-FFF2-40B4-BE49-F238E27FC236}">
                  <a16:creationId xmlns:a16="http://schemas.microsoft.com/office/drawing/2014/main" id="{92B3BAB7-15B2-4190-9595-5BD2B3D25D8F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8" name="new_b__merged8_cell_037">
              <a:extLst>
                <a:ext uri="{FF2B5EF4-FFF2-40B4-BE49-F238E27FC236}">
                  <a16:creationId xmlns:a16="http://schemas.microsoft.com/office/drawing/2014/main" id="{D4A3FE7B-5447-49F9-AAC2-28FEB67413E5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79" name="new_b__merged8_cell_038">
              <a:extLst>
                <a:ext uri="{FF2B5EF4-FFF2-40B4-BE49-F238E27FC236}">
                  <a16:creationId xmlns:a16="http://schemas.microsoft.com/office/drawing/2014/main" id="{55259816-9F1E-485A-A5EC-FBB12022B593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0" name="new_b__merged8_cell_039">
              <a:extLst>
                <a:ext uri="{FF2B5EF4-FFF2-40B4-BE49-F238E27FC236}">
                  <a16:creationId xmlns:a16="http://schemas.microsoft.com/office/drawing/2014/main" id="{68DD67BE-6AD9-4B13-AC40-65AA5007289F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633888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1" name="new_b__merged8_cell_040">
              <a:extLst>
                <a:ext uri="{FF2B5EF4-FFF2-40B4-BE49-F238E27FC236}">
                  <a16:creationId xmlns:a16="http://schemas.microsoft.com/office/drawing/2014/main" id="{12539A66-565A-4464-A6D1-0E44E60118CE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2" name="new_b__merged8_cell_041">
              <a:extLst>
                <a:ext uri="{FF2B5EF4-FFF2-40B4-BE49-F238E27FC236}">
                  <a16:creationId xmlns:a16="http://schemas.microsoft.com/office/drawing/2014/main" id="{010AB91A-B2D0-4573-B7D0-E12A89A7FC4C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3" name="new_b__merged8_cell_042">
              <a:extLst>
                <a:ext uri="{FF2B5EF4-FFF2-40B4-BE49-F238E27FC236}">
                  <a16:creationId xmlns:a16="http://schemas.microsoft.com/office/drawing/2014/main" id="{8FF076AB-3E51-4546-9A95-7A21402CAB65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4" name="new_b__merged8_cell_043">
              <a:extLst>
                <a:ext uri="{FF2B5EF4-FFF2-40B4-BE49-F238E27FC236}">
                  <a16:creationId xmlns:a16="http://schemas.microsoft.com/office/drawing/2014/main" id="{A8471E73-C3B2-46BF-8CE0-08EBE18E6CE8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5" name="new_b__merged8_cell_044">
              <a:extLst>
                <a:ext uri="{FF2B5EF4-FFF2-40B4-BE49-F238E27FC236}">
                  <a16:creationId xmlns:a16="http://schemas.microsoft.com/office/drawing/2014/main" id="{2AD2668B-F4D6-43AC-9E57-4ACAA99212B5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6" name="new_b__merged8_cell_045">
              <a:extLst>
                <a:ext uri="{FF2B5EF4-FFF2-40B4-BE49-F238E27FC236}">
                  <a16:creationId xmlns:a16="http://schemas.microsoft.com/office/drawing/2014/main" id="{6A96A492-ED63-447E-B616-C6D04788125D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7" name="new_b__merged8_cell_046">
              <a:extLst>
                <a:ext uri="{FF2B5EF4-FFF2-40B4-BE49-F238E27FC236}">
                  <a16:creationId xmlns:a16="http://schemas.microsoft.com/office/drawing/2014/main" id="{F2DA9A5B-FDF4-4D10-A35B-B5C2CBF2F152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8" name="new_b__merged8_cell_047">
              <a:extLst>
                <a:ext uri="{FF2B5EF4-FFF2-40B4-BE49-F238E27FC236}">
                  <a16:creationId xmlns:a16="http://schemas.microsoft.com/office/drawing/2014/main" id="{42C44F60-56A6-48F4-B679-6B34A700BC31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89" name="new_b__merged8_cell_048">
              <a:extLst>
                <a:ext uri="{FF2B5EF4-FFF2-40B4-BE49-F238E27FC236}">
                  <a16:creationId xmlns:a16="http://schemas.microsoft.com/office/drawing/2014/main" id="{DE859A88-4527-48DA-A85B-14E9852377AB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0" name="new_b__merged8_cell_049">
              <a:extLst>
                <a:ext uri="{FF2B5EF4-FFF2-40B4-BE49-F238E27FC236}">
                  <a16:creationId xmlns:a16="http://schemas.microsoft.com/office/drawing/2014/main" id="{60E77424-79AA-4726-A8FB-77B1CE33BF2F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6457950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1" name="new_b__merged8_cell_050">
              <a:extLst>
                <a:ext uri="{FF2B5EF4-FFF2-40B4-BE49-F238E27FC236}">
                  <a16:creationId xmlns:a16="http://schemas.microsoft.com/office/drawing/2014/main" id="{08F51360-6B3C-47C0-B6BC-04777AB64294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2" name="new_b__merged8_cell_051">
              <a:extLst>
                <a:ext uri="{FF2B5EF4-FFF2-40B4-BE49-F238E27FC236}">
                  <a16:creationId xmlns:a16="http://schemas.microsoft.com/office/drawing/2014/main" id="{F673F0F1-6BE6-4158-B7FA-CEFCA99A9B3C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3" name="new_b__merged8_cell_052">
              <a:extLst>
                <a:ext uri="{FF2B5EF4-FFF2-40B4-BE49-F238E27FC236}">
                  <a16:creationId xmlns:a16="http://schemas.microsoft.com/office/drawing/2014/main" id="{E65CC4DA-4275-49E2-B05A-8A9B8BCB8CC2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4" name="new_b__merged8_cell_053">
              <a:extLst>
                <a:ext uri="{FF2B5EF4-FFF2-40B4-BE49-F238E27FC236}">
                  <a16:creationId xmlns:a16="http://schemas.microsoft.com/office/drawing/2014/main" id="{D4F7AD2F-F7C4-42C9-ABFD-13FA782F4F4E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5" name="new_b__merged8_cell_054">
              <a:extLst>
                <a:ext uri="{FF2B5EF4-FFF2-40B4-BE49-F238E27FC236}">
                  <a16:creationId xmlns:a16="http://schemas.microsoft.com/office/drawing/2014/main" id="{6885FE04-8AB2-4638-AD97-747DE7CE43B7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6" name="new_b__merged8_cell_055">
              <a:extLst>
                <a:ext uri="{FF2B5EF4-FFF2-40B4-BE49-F238E27FC236}">
                  <a16:creationId xmlns:a16="http://schemas.microsoft.com/office/drawing/2014/main" id="{C362B3E7-E4F5-4614-9EB9-A8B9A1D39CF9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7" name="new_b__merged8_cell_056">
              <a:extLst>
                <a:ext uri="{FF2B5EF4-FFF2-40B4-BE49-F238E27FC236}">
                  <a16:creationId xmlns:a16="http://schemas.microsoft.com/office/drawing/2014/main" id="{4E20465A-F7A1-4D7F-84CE-97866A1D34AC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8" name="new_b__merged8_cell_057">
              <a:extLst>
                <a:ext uri="{FF2B5EF4-FFF2-40B4-BE49-F238E27FC236}">
                  <a16:creationId xmlns:a16="http://schemas.microsoft.com/office/drawing/2014/main" id="{76409668-C384-430F-B220-C55DB3355DAC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399" name="new_b__merged8_cell_058">
              <a:extLst>
                <a:ext uri="{FF2B5EF4-FFF2-40B4-BE49-F238E27FC236}">
                  <a16:creationId xmlns:a16="http://schemas.microsoft.com/office/drawing/2014/main" id="{722EF0DD-9F8E-4190-BBA7-222A7F078339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0" name="new_b__merged8_cell_059">
              <a:extLst>
                <a:ext uri="{FF2B5EF4-FFF2-40B4-BE49-F238E27FC236}">
                  <a16:creationId xmlns:a16="http://schemas.microsoft.com/office/drawing/2014/main" id="{733F771B-EB95-4B2C-A454-1A23CB228B3A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6577013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1" name="new_b__merged8_cell_060">
              <a:extLst>
                <a:ext uri="{FF2B5EF4-FFF2-40B4-BE49-F238E27FC236}">
                  <a16:creationId xmlns:a16="http://schemas.microsoft.com/office/drawing/2014/main" id="{79B0AA34-710E-4D63-BACC-5C06CF5DFA97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2" name="new_b__merged8_cell_061">
              <a:extLst>
                <a:ext uri="{FF2B5EF4-FFF2-40B4-BE49-F238E27FC236}">
                  <a16:creationId xmlns:a16="http://schemas.microsoft.com/office/drawing/2014/main" id="{50647D94-D21B-480C-9E2E-098668536E7A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3" name="new_b__merged8_cell_062">
              <a:extLst>
                <a:ext uri="{FF2B5EF4-FFF2-40B4-BE49-F238E27FC236}">
                  <a16:creationId xmlns:a16="http://schemas.microsoft.com/office/drawing/2014/main" id="{870D9642-5AFB-4D6B-B5B3-99E00C15AEC0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4" name="new_b__merged8_cell_063">
              <a:extLst>
                <a:ext uri="{FF2B5EF4-FFF2-40B4-BE49-F238E27FC236}">
                  <a16:creationId xmlns:a16="http://schemas.microsoft.com/office/drawing/2014/main" id="{03405832-FD4B-4AFE-8D4F-207A49926304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5" name="new_b__merged8_cell_064">
              <a:extLst>
                <a:ext uri="{FF2B5EF4-FFF2-40B4-BE49-F238E27FC236}">
                  <a16:creationId xmlns:a16="http://schemas.microsoft.com/office/drawing/2014/main" id="{37654674-2F43-4EF9-919F-AE21452757DC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6" name="new_b__merged8_cell_065">
              <a:extLst>
                <a:ext uri="{FF2B5EF4-FFF2-40B4-BE49-F238E27FC236}">
                  <a16:creationId xmlns:a16="http://schemas.microsoft.com/office/drawing/2014/main" id="{2FC64CBF-D378-45BD-B6E1-E4B0CF5F503E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7" name="new_b__merged8_cell_066">
              <a:extLst>
                <a:ext uri="{FF2B5EF4-FFF2-40B4-BE49-F238E27FC236}">
                  <a16:creationId xmlns:a16="http://schemas.microsoft.com/office/drawing/2014/main" id="{9D9625DA-0927-4859-AA7A-2F1134E1E72B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8" name="new_b__merged8_cell_067">
              <a:extLst>
                <a:ext uri="{FF2B5EF4-FFF2-40B4-BE49-F238E27FC236}">
                  <a16:creationId xmlns:a16="http://schemas.microsoft.com/office/drawing/2014/main" id="{1F0B27F3-F6AA-43AF-9D87-44EDE6B034BF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09" name="new_b__merged8_cell_068">
              <a:extLst>
                <a:ext uri="{FF2B5EF4-FFF2-40B4-BE49-F238E27FC236}">
                  <a16:creationId xmlns:a16="http://schemas.microsoft.com/office/drawing/2014/main" id="{FA5746F2-D0A2-4A7E-8A1E-0B6E3ABAC5EF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10" name="new_b__merged8_cell_069">
              <a:extLst>
                <a:ext uri="{FF2B5EF4-FFF2-40B4-BE49-F238E27FC236}">
                  <a16:creationId xmlns:a16="http://schemas.microsoft.com/office/drawing/2014/main" id="{40299810-5930-4D8D-B276-2BF461D353F3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6696075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11" name="new_b__merged8_cell_070">
              <a:extLst>
                <a:ext uri="{FF2B5EF4-FFF2-40B4-BE49-F238E27FC236}">
                  <a16:creationId xmlns:a16="http://schemas.microsoft.com/office/drawing/2014/main" id="{1DD8545E-9316-4916-A8FC-C0BA2A604ACC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681513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12" name="new_b__merged8_cell_071">
              <a:extLst>
                <a:ext uri="{FF2B5EF4-FFF2-40B4-BE49-F238E27FC236}">
                  <a16:creationId xmlns:a16="http://schemas.microsoft.com/office/drawing/2014/main" id="{60CC37FC-9CF4-4BB2-8823-C53FF0F1AC03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681513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13" name="new_b__merged8_cell_072">
              <a:extLst>
                <a:ext uri="{FF2B5EF4-FFF2-40B4-BE49-F238E27FC236}">
                  <a16:creationId xmlns:a16="http://schemas.microsoft.com/office/drawing/2014/main" id="{2CF6A059-7E40-4C13-9B77-4FC2F70D5235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681513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14" name="new_b__merged8_cell_073">
              <a:extLst>
                <a:ext uri="{FF2B5EF4-FFF2-40B4-BE49-F238E27FC236}">
                  <a16:creationId xmlns:a16="http://schemas.microsoft.com/office/drawing/2014/main" id="{7D6581F4-DF65-49FB-984E-15EABBC76682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681513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15" name="new_b__merged8_cell_074">
              <a:extLst>
                <a:ext uri="{FF2B5EF4-FFF2-40B4-BE49-F238E27FC236}">
                  <a16:creationId xmlns:a16="http://schemas.microsoft.com/office/drawing/2014/main" id="{9F82FEE6-260A-4C70-A161-2EBEC3733E0A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6815138"/>
              <a:ext cx="119063" cy="119063"/>
            </a:xfrm>
            <a:prstGeom prst="rect">
              <a:avLst/>
            </a:prstGeom>
            <a:solidFill>
              <a:srgbClr val="B9DFFD"/>
            </a:solidFill>
            <a:ln w="4286">
              <a:solidFill>
                <a:srgbClr val="2C6BB0"/>
              </a:solidFill>
              <a:prstDash val="solid"/>
            </a:ln>
          </p:spPr>
        </p:sp>
        <p:sp>
          <p:nvSpPr>
            <p:cNvPr id="2416" name="new_b__merged8_cell_075">
              <a:extLst>
                <a:ext uri="{FF2B5EF4-FFF2-40B4-BE49-F238E27FC236}">
                  <a16:creationId xmlns:a16="http://schemas.microsoft.com/office/drawing/2014/main" id="{A6485646-843C-4411-A77C-A058493B7DD7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6815138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17" name="new_b__merged8_cell_075_hatch">
              <a:extLst>
                <a:ext uri="{FF2B5EF4-FFF2-40B4-BE49-F238E27FC236}">
                  <a16:creationId xmlns:a16="http://schemas.microsoft.com/office/drawing/2014/main" id="{20B839CA-BC51-477E-B2AC-DA25FC07FCF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945166" y="6830616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18" name="new_b__merged8_cell_076">
              <a:extLst>
                <a:ext uri="{FF2B5EF4-FFF2-40B4-BE49-F238E27FC236}">
                  <a16:creationId xmlns:a16="http://schemas.microsoft.com/office/drawing/2014/main" id="{391EFC82-2B25-480C-AF34-6B717ACE318D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6815138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19" name="new_b__merged8_cell_076_hatch">
              <a:extLst>
                <a:ext uri="{FF2B5EF4-FFF2-40B4-BE49-F238E27FC236}">
                  <a16:creationId xmlns:a16="http://schemas.microsoft.com/office/drawing/2014/main" id="{52A97B92-3505-4402-8931-CF7F4BB4E50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064228" y="6830616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20" name="new_b__merged8_cell_077">
              <a:extLst>
                <a:ext uri="{FF2B5EF4-FFF2-40B4-BE49-F238E27FC236}">
                  <a16:creationId xmlns:a16="http://schemas.microsoft.com/office/drawing/2014/main" id="{A6D39828-6E65-4B03-8B99-3E5DA0D4CF9B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6815138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21" name="new_b__merged8_cell_077_hatch">
              <a:extLst>
                <a:ext uri="{FF2B5EF4-FFF2-40B4-BE49-F238E27FC236}">
                  <a16:creationId xmlns:a16="http://schemas.microsoft.com/office/drawing/2014/main" id="{23E7C0EB-CB1C-4100-BA7E-CFDD0B20FD9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183291" y="6830616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22" name="new_b__merged8_cell_078">
              <a:extLst>
                <a:ext uri="{FF2B5EF4-FFF2-40B4-BE49-F238E27FC236}">
                  <a16:creationId xmlns:a16="http://schemas.microsoft.com/office/drawing/2014/main" id="{9016E0B1-E000-475D-9539-E1E3FCF2A3C3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6815138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23" name="new_b__merged8_cell_078_hatch">
              <a:extLst>
                <a:ext uri="{FF2B5EF4-FFF2-40B4-BE49-F238E27FC236}">
                  <a16:creationId xmlns:a16="http://schemas.microsoft.com/office/drawing/2014/main" id="{22F54E1A-78CC-432C-9294-05E1E1B7C1F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302353" y="6830616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24" name="new_b__merged8_cell_079">
              <a:extLst>
                <a:ext uri="{FF2B5EF4-FFF2-40B4-BE49-F238E27FC236}">
                  <a16:creationId xmlns:a16="http://schemas.microsoft.com/office/drawing/2014/main" id="{6F5B59CA-468D-4277-AD32-46E87BDB7107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6815138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25" name="new_b__merged8_cell_079_hatch">
              <a:extLst>
                <a:ext uri="{FF2B5EF4-FFF2-40B4-BE49-F238E27FC236}">
                  <a16:creationId xmlns:a16="http://schemas.microsoft.com/office/drawing/2014/main" id="{CA2EB239-3E60-41BC-8252-9A4C7E9C7F3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421416" y="6830616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26" name="new_b__merged8_cell_080">
              <a:extLst>
                <a:ext uri="{FF2B5EF4-FFF2-40B4-BE49-F238E27FC236}">
                  <a16:creationId xmlns:a16="http://schemas.microsoft.com/office/drawing/2014/main" id="{B8BE85AC-83E6-4F66-BC3E-3F1B69E52158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27" name="new_b__merged8_cell_080_hatch">
              <a:extLst>
                <a:ext uri="{FF2B5EF4-FFF2-40B4-BE49-F238E27FC236}">
                  <a16:creationId xmlns:a16="http://schemas.microsoft.com/office/drawing/2014/main" id="{052A9DD9-A602-433E-8404-1CC692C0C6C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349853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28" name="new_b__merged8_cell_081">
              <a:extLst>
                <a:ext uri="{FF2B5EF4-FFF2-40B4-BE49-F238E27FC236}">
                  <a16:creationId xmlns:a16="http://schemas.microsoft.com/office/drawing/2014/main" id="{EDC3C07B-237D-491B-BE4F-7867DCB0F5CF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29" name="new_b__merged8_cell_081_hatch">
              <a:extLst>
                <a:ext uri="{FF2B5EF4-FFF2-40B4-BE49-F238E27FC236}">
                  <a16:creationId xmlns:a16="http://schemas.microsoft.com/office/drawing/2014/main" id="{20684EAF-45FF-4B67-AD7E-D4AA6C37F18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468916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30" name="new_b__merged8_cell_082">
              <a:extLst>
                <a:ext uri="{FF2B5EF4-FFF2-40B4-BE49-F238E27FC236}">
                  <a16:creationId xmlns:a16="http://schemas.microsoft.com/office/drawing/2014/main" id="{33409811-C967-43D6-AA22-82095808B1BB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31" name="new_b__merged8_cell_082_hatch">
              <a:extLst>
                <a:ext uri="{FF2B5EF4-FFF2-40B4-BE49-F238E27FC236}">
                  <a16:creationId xmlns:a16="http://schemas.microsoft.com/office/drawing/2014/main" id="{74A362F8-38A9-464C-A1D2-8859EDDFDD6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587978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32" name="new_b__merged8_cell_083">
              <a:extLst>
                <a:ext uri="{FF2B5EF4-FFF2-40B4-BE49-F238E27FC236}">
                  <a16:creationId xmlns:a16="http://schemas.microsoft.com/office/drawing/2014/main" id="{BCA508A5-CDCB-475B-9422-1668DFF346EE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33" name="new_b__merged8_cell_083_hatch">
              <a:extLst>
                <a:ext uri="{FF2B5EF4-FFF2-40B4-BE49-F238E27FC236}">
                  <a16:creationId xmlns:a16="http://schemas.microsoft.com/office/drawing/2014/main" id="{AB854CB2-5DA9-4C75-9537-F29DCF11534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707041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34" name="new_b__merged8_cell_084">
              <a:extLst>
                <a:ext uri="{FF2B5EF4-FFF2-40B4-BE49-F238E27FC236}">
                  <a16:creationId xmlns:a16="http://schemas.microsoft.com/office/drawing/2014/main" id="{9F8D968A-0BCA-4079-923F-D5586A850A5A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35" name="new_b__merged8_cell_084_hatch">
              <a:extLst>
                <a:ext uri="{FF2B5EF4-FFF2-40B4-BE49-F238E27FC236}">
                  <a16:creationId xmlns:a16="http://schemas.microsoft.com/office/drawing/2014/main" id="{294DD7CF-C9E0-4E58-95D5-6C7D158DC80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826103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36" name="new_b__merged8_cell_085">
              <a:extLst>
                <a:ext uri="{FF2B5EF4-FFF2-40B4-BE49-F238E27FC236}">
                  <a16:creationId xmlns:a16="http://schemas.microsoft.com/office/drawing/2014/main" id="{1A825183-A406-4780-9B87-A5E1E654B543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37" name="new_b__merged8_cell_085_hatch">
              <a:extLst>
                <a:ext uri="{FF2B5EF4-FFF2-40B4-BE49-F238E27FC236}">
                  <a16:creationId xmlns:a16="http://schemas.microsoft.com/office/drawing/2014/main" id="{42B8DDF2-7BCD-4BCA-A509-B3E4677DB6B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945166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38" name="new_b__merged8_cell_086">
              <a:extLst>
                <a:ext uri="{FF2B5EF4-FFF2-40B4-BE49-F238E27FC236}">
                  <a16:creationId xmlns:a16="http://schemas.microsoft.com/office/drawing/2014/main" id="{31080C08-EBAF-48B9-BF1E-09D84F82D5E5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39" name="new_b__merged8_cell_086_hatch">
              <a:extLst>
                <a:ext uri="{FF2B5EF4-FFF2-40B4-BE49-F238E27FC236}">
                  <a16:creationId xmlns:a16="http://schemas.microsoft.com/office/drawing/2014/main" id="{3D5C692E-DCEE-49D2-BEE2-E02F681FFBF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064228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40" name="new_b__merged8_cell_087">
              <a:extLst>
                <a:ext uri="{FF2B5EF4-FFF2-40B4-BE49-F238E27FC236}">
                  <a16:creationId xmlns:a16="http://schemas.microsoft.com/office/drawing/2014/main" id="{2F6E81BB-1759-4D5C-B1F0-5426B69219E1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41" name="new_b__merged8_cell_087_hatch">
              <a:extLst>
                <a:ext uri="{FF2B5EF4-FFF2-40B4-BE49-F238E27FC236}">
                  <a16:creationId xmlns:a16="http://schemas.microsoft.com/office/drawing/2014/main" id="{D17360E1-EF55-4139-84C7-B38353B7AC7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183291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42" name="new_b__merged8_cell_088">
              <a:extLst>
                <a:ext uri="{FF2B5EF4-FFF2-40B4-BE49-F238E27FC236}">
                  <a16:creationId xmlns:a16="http://schemas.microsoft.com/office/drawing/2014/main" id="{3F3F040D-3F89-4370-8E24-B305A9CF8975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43" name="new_b__merged8_cell_088_hatch">
              <a:extLst>
                <a:ext uri="{FF2B5EF4-FFF2-40B4-BE49-F238E27FC236}">
                  <a16:creationId xmlns:a16="http://schemas.microsoft.com/office/drawing/2014/main" id="{8C3FBAEC-231B-4104-8356-F5BB07218CB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302353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44" name="new_b__merged8_cell_089">
              <a:extLst>
                <a:ext uri="{FF2B5EF4-FFF2-40B4-BE49-F238E27FC236}">
                  <a16:creationId xmlns:a16="http://schemas.microsoft.com/office/drawing/2014/main" id="{F15B69E8-CC4D-469E-972C-4F5367DE1AB7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6934200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45" name="new_b__merged8_cell_089_hatch">
              <a:extLst>
                <a:ext uri="{FF2B5EF4-FFF2-40B4-BE49-F238E27FC236}">
                  <a16:creationId xmlns:a16="http://schemas.microsoft.com/office/drawing/2014/main" id="{73D6A803-8897-4BB7-A9AE-901C998BCE2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421416" y="6949678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46" name="new_b__merged8_cell_090">
              <a:extLst>
                <a:ext uri="{FF2B5EF4-FFF2-40B4-BE49-F238E27FC236}">
                  <a16:creationId xmlns:a16="http://schemas.microsoft.com/office/drawing/2014/main" id="{2C03FEB5-DCA8-44DA-87B8-D60A34C5FE8B}"/>
                </a:ext>
              </a:extLst>
            </p:cNvPr>
            <p:cNvSpPr>
              <a:spLocks noGrp="1"/>
            </p:cNvSpPr>
            <p:nvPr/>
          </p:nvSpPr>
          <p:spPr>
            <a:xfrm>
              <a:off x="8334375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47" name="new_b__merged8_cell_090_hatch">
              <a:extLst>
                <a:ext uri="{FF2B5EF4-FFF2-40B4-BE49-F238E27FC236}">
                  <a16:creationId xmlns:a16="http://schemas.microsoft.com/office/drawing/2014/main" id="{2A410EF6-B2DB-4FED-9698-DB3BA5B4F7B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349853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48" name="new_b__merged8_cell_091">
              <a:extLst>
                <a:ext uri="{FF2B5EF4-FFF2-40B4-BE49-F238E27FC236}">
                  <a16:creationId xmlns:a16="http://schemas.microsoft.com/office/drawing/2014/main" id="{73FFB5DF-6513-4822-91E1-94815937B788}"/>
                </a:ext>
              </a:extLst>
            </p:cNvPr>
            <p:cNvSpPr>
              <a:spLocks noGrp="1"/>
            </p:cNvSpPr>
            <p:nvPr/>
          </p:nvSpPr>
          <p:spPr>
            <a:xfrm>
              <a:off x="8453438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49" name="new_b__merged8_cell_091_hatch">
              <a:extLst>
                <a:ext uri="{FF2B5EF4-FFF2-40B4-BE49-F238E27FC236}">
                  <a16:creationId xmlns:a16="http://schemas.microsoft.com/office/drawing/2014/main" id="{DDC8C11E-5D39-4E73-A566-77B8D4119D5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468916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50" name="new_b__merged8_cell_092">
              <a:extLst>
                <a:ext uri="{FF2B5EF4-FFF2-40B4-BE49-F238E27FC236}">
                  <a16:creationId xmlns:a16="http://schemas.microsoft.com/office/drawing/2014/main" id="{47CEA74C-130B-49CF-9684-8440CC8EA383}"/>
                </a:ext>
              </a:extLst>
            </p:cNvPr>
            <p:cNvSpPr>
              <a:spLocks noGrp="1"/>
            </p:cNvSpPr>
            <p:nvPr/>
          </p:nvSpPr>
          <p:spPr>
            <a:xfrm>
              <a:off x="8572500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51" name="new_b__merged8_cell_092_hatch">
              <a:extLst>
                <a:ext uri="{FF2B5EF4-FFF2-40B4-BE49-F238E27FC236}">
                  <a16:creationId xmlns:a16="http://schemas.microsoft.com/office/drawing/2014/main" id="{9328A8F4-A846-4340-A898-255C7D66E40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587978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52" name="new_b__merged8_cell_093">
              <a:extLst>
                <a:ext uri="{FF2B5EF4-FFF2-40B4-BE49-F238E27FC236}">
                  <a16:creationId xmlns:a16="http://schemas.microsoft.com/office/drawing/2014/main" id="{626F8C87-27E6-46FF-9D76-9CE543917927}"/>
                </a:ext>
              </a:extLst>
            </p:cNvPr>
            <p:cNvSpPr>
              <a:spLocks noGrp="1"/>
            </p:cNvSpPr>
            <p:nvPr/>
          </p:nvSpPr>
          <p:spPr>
            <a:xfrm>
              <a:off x="8691563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53" name="new_b__merged8_cell_093_hatch">
              <a:extLst>
                <a:ext uri="{FF2B5EF4-FFF2-40B4-BE49-F238E27FC236}">
                  <a16:creationId xmlns:a16="http://schemas.microsoft.com/office/drawing/2014/main" id="{CA1E3EDF-AA12-4B79-BE23-58B20B885E8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707041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54" name="new_b__merged8_cell_094">
              <a:extLst>
                <a:ext uri="{FF2B5EF4-FFF2-40B4-BE49-F238E27FC236}">
                  <a16:creationId xmlns:a16="http://schemas.microsoft.com/office/drawing/2014/main" id="{8F0BCE1A-79ED-4AE0-9638-36A839E51595}"/>
                </a:ext>
              </a:extLst>
            </p:cNvPr>
            <p:cNvSpPr>
              <a:spLocks noGrp="1"/>
            </p:cNvSpPr>
            <p:nvPr/>
          </p:nvSpPr>
          <p:spPr>
            <a:xfrm>
              <a:off x="8810625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55" name="new_b__merged8_cell_094_hatch">
              <a:extLst>
                <a:ext uri="{FF2B5EF4-FFF2-40B4-BE49-F238E27FC236}">
                  <a16:creationId xmlns:a16="http://schemas.microsoft.com/office/drawing/2014/main" id="{97D688CB-7328-4CAF-8812-A19EDCD4DA3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826103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56" name="new_b__merged8_cell_095">
              <a:extLst>
                <a:ext uri="{FF2B5EF4-FFF2-40B4-BE49-F238E27FC236}">
                  <a16:creationId xmlns:a16="http://schemas.microsoft.com/office/drawing/2014/main" id="{19FA47F9-49C7-4E51-8AEA-15E14B1DBEF8}"/>
                </a:ext>
              </a:extLst>
            </p:cNvPr>
            <p:cNvSpPr>
              <a:spLocks noGrp="1"/>
            </p:cNvSpPr>
            <p:nvPr/>
          </p:nvSpPr>
          <p:spPr>
            <a:xfrm>
              <a:off x="8929688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57" name="new_b__merged8_cell_095_hatch">
              <a:extLst>
                <a:ext uri="{FF2B5EF4-FFF2-40B4-BE49-F238E27FC236}">
                  <a16:creationId xmlns:a16="http://schemas.microsoft.com/office/drawing/2014/main" id="{DE6A1792-F34D-4774-9C74-CAF5108BFA0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8945166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58" name="new_b__merged8_cell_096">
              <a:extLst>
                <a:ext uri="{FF2B5EF4-FFF2-40B4-BE49-F238E27FC236}">
                  <a16:creationId xmlns:a16="http://schemas.microsoft.com/office/drawing/2014/main" id="{B65CA3B8-03AC-4345-A3E7-EE17E8926CFF}"/>
                </a:ext>
              </a:extLst>
            </p:cNvPr>
            <p:cNvSpPr>
              <a:spLocks noGrp="1"/>
            </p:cNvSpPr>
            <p:nvPr/>
          </p:nvSpPr>
          <p:spPr>
            <a:xfrm>
              <a:off x="9048750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59" name="new_b__merged8_cell_096_hatch">
              <a:extLst>
                <a:ext uri="{FF2B5EF4-FFF2-40B4-BE49-F238E27FC236}">
                  <a16:creationId xmlns:a16="http://schemas.microsoft.com/office/drawing/2014/main" id="{91882DB7-6582-443E-8054-45F149EFA9C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064228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60" name="new_b__merged8_cell_097">
              <a:extLst>
                <a:ext uri="{FF2B5EF4-FFF2-40B4-BE49-F238E27FC236}">
                  <a16:creationId xmlns:a16="http://schemas.microsoft.com/office/drawing/2014/main" id="{64577CCB-7297-45DB-A814-79D14AD81E61}"/>
                </a:ext>
              </a:extLst>
            </p:cNvPr>
            <p:cNvSpPr>
              <a:spLocks noGrp="1"/>
            </p:cNvSpPr>
            <p:nvPr/>
          </p:nvSpPr>
          <p:spPr>
            <a:xfrm>
              <a:off x="9167813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61" name="new_b__merged8_cell_097_hatch">
              <a:extLst>
                <a:ext uri="{FF2B5EF4-FFF2-40B4-BE49-F238E27FC236}">
                  <a16:creationId xmlns:a16="http://schemas.microsoft.com/office/drawing/2014/main" id="{E8E96BC5-D7CA-4411-95DD-E31B52FBB9C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183291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62" name="new_b__merged8_cell_098">
              <a:extLst>
                <a:ext uri="{FF2B5EF4-FFF2-40B4-BE49-F238E27FC236}">
                  <a16:creationId xmlns:a16="http://schemas.microsoft.com/office/drawing/2014/main" id="{FF26F7DE-44C7-42CF-9B4C-462DB5C4792C}"/>
                </a:ext>
              </a:extLst>
            </p:cNvPr>
            <p:cNvSpPr>
              <a:spLocks noGrp="1"/>
            </p:cNvSpPr>
            <p:nvPr/>
          </p:nvSpPr>
          <p:spPr>
            <a:xfrm>
              <a:off x="9286875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63" name="new_b__merged8_cell_098_hatch">
              <a:extLst>
                <a:ext uri="{FF2B5EF4-FFF2-40B4-BE49-F238E27FC236}">
                  <a16:creationId xmlns:a16="http://schemas.microsoft.com/office/drawing/2014/main" id="{340FE69C-5FFA-48E6-8009-2C5C440DC42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302353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64" name="new_b__merged8_cell_099">
              <a:extLst>
                <a:ext uri="{FF2B5EF4-FFF2-40B4-BE49-F238E27FC236}">
                  <a16:creationId xmlns:a16="http://schemas.microsoft.com/office/drawing/2014/main" id="{6529C964-E028-41CB-ADAE-AFEB869EC2EF}"/>
                </a:ext>
              </a:extLst>
            </p:cNvPr>
            <p:cNvSpPr>
              <a:spLocks noGrp="1"/>
            </p:cNvSpPr>
            <p:nvPr/>
          </p:nvSpPr>
          <p:spPr>
            <a:xfrm>
              <a:off x="9405938" y="7053263"/>
              <a:ext cx="119063" cy="119063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65" name="new_b__merged8_cell_099_hatch">
              <a:extLst>
                <a:ext uri="{FF2B5EF4-FFF2-40B4-BE49-F238E27FC236}">
                  <a16:creationId xmlns:a16="http://schemas.microsoft.com/office/drawing/2014/main" id="{5B668DB4-6A18-4641-8BB4-CD405B1BD65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9421416" y="7068741"/>
              <a:ext cx="88106" cy="88106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66" name="new_b__merged8_counts">
              <a:extLst>
                <a:ext uri="{FF2B5EF4-FFF2-40B4-BE49-F238E27FC236}">
                  <a16:creationId xmlns:a16="http://schemas.microsoft.com/office/drawing/2014/main" id="{3567D28B-2281-4806-A70C-4BD5D738E195}"/>
                </a:ext>
              </a:extLst>
            </p:cNvPr>
            <p:cNvSpPr>
              <a:spLocks noGrp="1"/>
            </p:cNvSpPr>
            <p:nvPr/>
          </p:nvSpPr>
          <p:spPr>
            <a:xfrm>
              <a:off x="8077200" y="7219950"/>
              <a:ext cx="171450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75 decoded + 25 predicted</a:t>
              </a:r>
            </a:p>
            <a:p>
              <a:pPr algn="ctr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= 100 tokens (10 × 10)</a:t>
              </a:r>
            </a:p>
          </p:txBody>
        </p:sp>
        <p:sp>
          <p:nvSpPr>
            <p:cNvPr id="2467" name="new_b__merged8_to_state_shaft">
              <a:extLst>
                <a:ext uri="{FF2B5EF4-FFF2-40B4-BE49-F238E27FC236}">
                  <a16:creationId xmlns:a16="http://schemas.microsoft.com/office/drawing/2014/main" id="{411E0AF9-BF6F-4BA0-95B5-A344892F8D1A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9525000" y="6724650"/>
              <a:ext cx="419100" cy="0"/>
            </a:xfrm>
            <a:prstGeom prst="line">
              <a:avLst/>
            </a:pr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468" name="new_b__merged8_to_state_head">
              <a:extLst>
                <a:ext uri="{FF2B5EF4-FFF2-40B4-BE49-F238E27FC236}">
                  <a16:creationId xmlns:a16="http://schemas.microsoft.com/office/drawing/2014/main" id="{73129B46-3DDC-4B3D-AB7E-24260D5A37D4}"/>
                </a:ext>
              </a:extLst>
            </p:cNvPr>
            <p:cNvSpPr>
              <a:spLocks noGrp="1"/>
            </p:cNvSpPr>
            <p:nvPr/>
          </p:nvSpPr>
          <p:spPr>
            <a:xfrm>
              <a:off x="9925050" y="6686550"/>
              <a:ext cx="76200" cy="76200"/>
            </a:xfrm>
            <a:custGeom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  <p:sp>
          <p:nvSpPr>
            <p:cNvPr id="2469" name="new_b__state_card">
              <a:extLst>
                <a:ext uri="{FF2B5EF4-FFF2-40B4-BE49-F238E27FC236}">
                  <a16:creationId xmlns:a16="http://schemas.microsoft.com/office/drawing/2014/main" id="{2D78F819-B6FC-4B44-BC61-F2820D3F9B89}"/>
                </a:ext>
              </a:extLst>
            </p:cNvPr>
            <p:cNvSpPr>
              <a:spLocks noGrp="1"/>
            </p:cNvSpPr>
            <p:nvPr/>
          </p:nvSpPr>
          <p:spPr>
            <a:xfrm>
              <a:off x="10001250" y="6324600"/>
              <a:ext cx="1371600" cy="723900"/>
            </a:xfrm>
            <a:prstGeom prst="roundRect">
              <a:avLst>
                <a:gd name="adj" fmla="val 5263"/>
              </a:avLst>
            </a:prstGeom>
            <a:solidFill>
              <a:srgbClr val="FFF1CC"/>
            </a:solidFill>
            <a:ln w="9049">
              <a:solidFill>
                <a:srgbClr val="E9931D"/>
              </a:solidFill>
              <a:prstDash val="solid"/>
            </a:ln>
          </p:spPr>
        </p:sp>
        <p:sp>
          <p:nvSpPr>
            <p:cNvPr id="2470" name="new_b__state_label">
              <a:extLst>
                <a:ext uri="{FF2B5EF4-FFF2-40B4-BE49-F238E27FC236}">
                  <a16:creationId xmlns:a16="http://schemas.microsoft.com/office/drawing/2014/main" id="{95D91300-3745-4A53-A823-5240151D543F}"/>
                </a:ext>
              </a:extLst>
            </p:cNvPr>
            <p:cNvSpPr>
              <a:spLocks noGrp="1"/>
            </p:cNvSpPr>
            <p:nvPr/>
          </p:nvSpPr>
          <p:spPr>
            <a:xfrm>
              <a:off x="10067925" y="6381750"/>
              <a:ext cx="1238250" cy="609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Advance with</a:t>
              </a:r>
            </a:p>
            <a:p>
              <a:pPr algn="ctr">
                <a:lnSpc>
                  <a:spcPct val="100000"/>
                </a:lnSpc>
                <a:buNone/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merged scale-8</a:t>
              </a:r>
            </a:p>
            <a:p>
              <a:pPr algn="ctr">
                <a:lnSpc>
                  <a:spcPct val="100000"/>
                </a:lnSpc>
                <a:buNone/>
                <a:def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13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state</a:t>
              </a:r>
            </a:p>
          </p:txBody>
        </p:sp>
        <p:sp>
          <p:nvSpPr>
            <p:cNvPr id="2471" name="new_b__state_to_scale9_shaft">
              <a:extLst>
                <a:ext uri="{FF2B5EF4-FFF2-40B4-BE49-F238E27FC236}">
                  <a16:creationId xmlns:a16="http://schemas.microsoft.com/office/drawing/2014/main" id="{D97EE7D6-F8BB-4BDD-8BBF-A98CF5AD8AAE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1372850" y="6724650"/>
              <a:ext cx="190500" cy="0"/>
            </a:xfrm>
            <a:prstGeom prst="line">
              <a:avLst/>
            </a:pr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472" name="new_b__state_to_scale9_head">
              <a:extLst>
                <a:ext uri="{FF2B5EF4-FFF2-40B4-BE49-F238E27FC236}">
                  <a16:creationId xmlns:a16="http://schemas.microsoft.com/office/drawing/2014/main" id="{750670D8-9BD1-4699-8A34-5350EAF9C15C}"/>
                </a:ext>
              </a:extLst>
            </p:cNvPr>
            <p:cNvSpPr>
              <a:spLocks noGrp="1"/>
            </p:cNvSpPr>
            <p:nvPr/>
          </p:nvSpPr>
          <p:spPr>
            <a:xfrm>
              <a:off x="11544300" y="6686550"/>
              <a:ext cx="76200" cy="76200"/>
            </a:xfrm>
            <a:custGeom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  <p:sp>
          <p:nvSpPr>
            <p:cNvPr id="2473" name="new_b__scale9_heading">
              <a:extLst>
                <a:ext uri="{FF2B5EF4-FFF2-40B4-BE49-F238E27FC236}">
                  <a16:creationId xmlns:a16="http://schemas.microsoft.com/office/drawing/2014/main" id="{6C26E031-50A8-44EF-AA57-3A2BD0D6EBC1}"/>
                </a:ext>
              </a:extLst>
            </p:cNvPr>
            <p:cNvSpPr>
              <a:spLocks noGrp="1"/>
            </p:cNvSpPr>
            <p:nvPr/>
          </p:nvSpPr>
          <p:spPr>
            <a:xfrm>
              <a:off x="11430000" y="5676900"/>
              <a:ext cx="16192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Scale 9 (predicted)</a:t>
              </a:r>
            </a:p>
          </p:txBody>
        </p:sp>
        <p:sp>
          <p:nvSpPr>
            <p:cNvPr id="2474" name="new_b__predict9_cell_000">
              <a:extLst>
                <a:ext uri="{FF2B5EF4-FFF2-40B4-BE49-F238E27FC236}">
                  <a16:creationId xmlns:a16="http://schemas.microsoft.com/office/drawing/2014/main" id="{1F1EB888-C519-4073-86E8-CD7339F1D123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75" name="new_b__predict9_cell_000_hatch">
              <a:extLst>
                <a:ext uri="{FF2B5EF4-FFF2-40B4-BE49-F238E27FC236}">
                  <a16:creationId xmlns:a16="http://schemas.microsoft.com/office/drawing/2014/main" id="{6DA4D3E6-D011-4D96-A3E3-4984F5C2C4C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76" name="new_b__predict9_cell_001">
              <a:extLst>
                <a:ext uri="{FF2B5EF4-FFF2-40B4-BE49-F238E27FC236}">
                  <a16:creationId xmlns:a16="http://schemas.microsoft.com/office/drawing/2014/main" id="{A52B29C2-BABC-4DAA-9E1C-5054C7A0B460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77" name="new_b__predict9_cell_001_hatch">
              <a:extLst>
                <a:ext uri="{FF2B5EF4-FFF2-40B4-BE49-F238E27FC236}">
                  <a16:creationId xmlns:a16="http://schemas.microsoft.com/office/drawing/2014/main" id="{3991D014-27D3-4218-A3AC-489C0F4990C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78" name="new_b__predict9_cell_002">
              <a:extLst>
                <a:ext uri="{FF2B5EF4-FFF2-40B4-BE49-F238E27FC236}">
                  <a16:creationId xmlns:a16="http://schemas.microsoft.com/office/drawing/2014/main" id="{43E0E96A-C4A8-4B9D-9686-45C8E9B7C91E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79" name="new_b__predict9_cell_002_hatch">
              <a:extLst>
                <a:ext uri="{FF2B5EF4-FFF2-40B4-BE49-F238E27FC236}">
                  <a16:creationId xmlns:a16="http://schemas.microsoft.com/office/drawing/2014/main" id="{6297770C-3670-4308-9CED-54C3A2A3555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80" name="new_b__predict9_cell_003">
              <a:extLst>
                <a:ext uri="{FF2B5EF4-FFF2-40B4-BE49-F238E27FC236}">
                  <a16:creationId xmlns:a16="http://schemas.microsoft.com/office/drawing/2014/main" id="{18518F13-A998-4EE5-9603-8BB012084957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81" name="new_b__predict9_cell_003_hatch">
              <a:extLst>
                <a:ext uri="{FF2B5EF4-FFF2-40B4-BE49-F238E27FC236}">
                  <a16:creationId xmlns:a16="http://schemas.microsoft.com/office/drawing/2014/main" id="{09CB04EA-609F-4D29-BD29-BEFF91B660A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82" name="new_b__predict9_cell_004">
              <a:extLst>
                <a:ext uri="{FF2B5EF4-FFF2-40B4-BE49-F238E27FC236}">
                  <a16:creationId xmlns:a16="http://schemas.microsoft.com/office/drawing/2014/main" id="{CF6D498E-87BA-42DF-A70E-873BC689A0D7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83" name="new_b__predict9_cell_004_hatch">
              <a:extLst>
                <a:ext uri="{FF2B5EF4-FFF2-40B4-BE49-F238E27FC236}">
                  <a16:creationId xmlns:a16="http://schemas.microsoft.com/office/drawing/2014/main" id="{11C85B07-D3F2-411B-80F2-0442223AFAD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84" name="new_b__predict9_cell_005">
              <a:extLst>
                <a:ext uri="{FF2B5EF4-FFF2-40B4-BE49-F238E27FC236}">
                  <a16:creationId xmlns:a16="http://schemas.microsoft.com/office/drawing/2014/main" id="{8736C843-2CFB-4767-880D-4AC3D6469369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85" name="new_b__predict9_cell_005_hatch">
              <a:extLst>
                <a:ext uri="{FF2B5EF4-FFF2-40B4-BE49-F238E27FC236}">
                  <a16:creationId xmlns:a16="http://schemas.microsoft.com/office/drawing/2014/main" id="{CFCCAEF6-8FE3-4A2A-9FA7-6F08F19A93B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86" name="new_b__predict9_cell_006">
              <a:extLst>
                <a:ext uri="{FF2B5EF4-FFF2-40B4-BE49-F238E27FC236}">
                  <a16:creationId xmlns:a16="http://schemas.microsoft.com/office/drawing/2014/main" id="{B0BBFA42-7052-4A15-B61F-D838A6AC0388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87" name="new_b__predict9_cell_006_hatch">
              <a:extLst>
                <a:ext uri="{FF2B5EF4-FFF2-40B4-BE49-F238E27FC236}">
                  <a16:creationId xmlns:a16="http://schemas.microsoft.com/office/drawing/2014/main" id="{8E8DBE29-F778-40CF-A3B5-A19561D82E8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88" name="new_b__predict9_cell_007">
              <a:extLst>
                <a:ext uri="{FF2B5EF4-FFF2-40B4-BE49-F238E27FC236}">
                  <a16:creationId xmlns:a16="http://schemas.microsoft.com/office/drawing/2014/main" id="{5157DEE0-6C53-40CA-ACBF-ACFE23C9C525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89" name="new_b__predict9_cell_007_hatch">
              <a:extLst>
                <a:ext uri="{FF2B5EF4-FFF2-40B4-BE49-F238E27FC236}">
                  <a16:creationId xmlns:a16="http://schemas.microsoft.com/office/drawing/2014/main" id="{CCAD0B97-E930-4087-9E2E-B362414DADE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90" name="new_b__predict9_cell_008">
              <a:extLst>
                <a:ext uri="{FF2B5EF4-FFF2-40B4-BE49-F238E27FC236}">
                  <a16:creationId xmlns:a16="http://schemas.microsoft.com/office/drawing/2014/main" id="{A286659E-3EE2-4BB3-9FE8-773516C91482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91" name="new_b__predict9_cell_008_hatch">
              <a:extLst>
                <a:ext uri="{FF2B5EF4-FFF2-40B4-BE49-F238E27FC236}">
                  <a16:creationId xmlns:a16="http://schemas.microsoft.com/office/drawing/2014/main" id="{7E061AE1-009B-4BCE-A2A0-B4F80E7DB0A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92" name="new_b__predict9_cell_009">
              <a:extLst>
                <a:ext uri="{FF2B5EF4-FFF2-40B4-BE49-F238E27FC236}">
                  <a16:creationId xmlns:a16="http://schemas.microsoft.com/office/drawing/2014/main" id="{1F81EB8A-4319-43BC-88CF-E84CB24D5C41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93" name="new_b__predict9_cell_009_hatch">
              <a:extLst>
                <a:ext uri="{FF2B5EF4-FFF2-40B4-BE49-F238E27FC236}">
                  <a16:creationId xmlns:a16="http://schemas.microsoft.com/office/drawing/2014/main" id="{80606363-ECF9-48E0-8EF5-CE7BD2E86E4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94" name="new_b__predict9_cell_010">
              <a:extLst>
                <a:ext uri="{FF2B5EF4-FFF2-40B4-BE49-F238E27FC236}">
                  <a16:creationId xmlns:a16="http://schemas.microsoft.com/office/drawing/2014/main" id="{50DEDDB3-5D3C-4E9D-9A87-0F638B42A2F1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95" name="new_b__predict9_cell_010_hatch">
              <a:extLst>
                <a:ext uri="{FF2B5EF4-FFF2-40B4-BE49-F238E27FC236}">
                  <a16:creationId xmlns:a16="http://schemas.microsoft.com/office/drawing/2014/main" id="{B17772CC-0CD7-4C2A-9116-2B849EC9437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96" name="new_b__predict9_cell_011">
              <a:extLst>
                <a:ext uri="{FF2B5EF4-FFF2-40B4-BE49-F238E27FC236}">
                  <a16:creationId xmlns:a16="http://schemas.microsoft.com/office/drawing/2014/main" id="{B341CAA9-93B8-4DA6-8768-96111C016F9A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97" name="new_b__predict9_cell_011_hatch">
              <a:extLst>
                <a:ext uri="{FF2B5EF4-FFF2-40B4-BE49-F238E27FC236}">
                  <a16:creationId xmlns:a16="http://schemas.microsoft.com/office/drawing/2014/main" id="{33C27913-D2E7-4E81-987F-A9BF7F0C136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498" name="new_b__predict9_cell_012">
              <a:extLst>
                <a:ext uri="{FF2B5EF4-FFF2-40B4-BE49-F238E27FC236}">
                  <a16:creationId xmlns:a16="http://schemas.microsoft.com/office/drawing/2014/main" id="{87FD2256-12FB-4C65-A9AD-9ACC6CE65D9A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5981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499" name="new_b__predict9_cell_012_hatch">
              <a:extLst>
                <a:ext uri="{FF2B5EF4-FFF2-40B4-BE49-F238E27FC236}">
                  <a16:creationId xmlns:a16="http://schemas.microsoft.com/office/drawing/2014/main" id="{1C6C2D96-C938-414E-BC9A-5BB2C29C625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5994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00" name="new_b__predict9_cell_013">
              <a:extLst>
                <a:ext uri="{FF2B5EF4-FFF2-40B4-BE49-F238E27FC236}">
                  <a16:creationId xmlns:a16="http://schemas.microsoft.com/office/drawing/2014/main" id="{A69B1255-4556-49A9-B77A-A75DCBAFB11C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01" name="new_b__predict9_cell_013_hatch">
              <a:extLst>
                <a:ext uri="{FF2B5EF4-FFF2-40B4-BE49-F238E27FC236}">
                  <a16:creationId xmlns:a16="http://schemas.microsoft.com/office/drawing/2014/main" id="{B84B2C79-9260-44EF-A76C-FFBA1E22B4D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02" name="new_b__predict9_cell_014">
              <a:extLst>
                <a:ext uri="{FF2B5EF4-FFF2-40B4-BE49-F238E27FC236}">
                  <a16:creationId xmlns:a16="http://schemas.microsoft.com/office/drawing/2014/main" id="{CDB5F10C-EDC2-410C-8EFD-F58C8C198A77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03" name="new_b__predict9_cell_014_hatch">
              <a:extLst>
                <a:ext uri="{FF2B5EF4-FFF2-40B4-BE49-F238E27FC236}">
                  <a16:creationId xmlns:a16="http://schemas.microsoft.com/office/drawing/2014/main" id="{3F09F824-222A-4E03-9137-CF48A6DB35B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04" name="new_b__predict9_cell_015">
              <a:extLst>
                <a:ext uri="{FF2B5EF4-FFF2-40B4-BE49-F238E27FC236}">
                  <a16:creationId xmlns:a16="http://schemas.microsoft.com/office/drawing/2014/main" id="{45A48707-F5B3-457B-A7D5-17E99FECBE7A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05" name="new_b__predict9_cell_015_hatch">
              <a:extLst>
                <a:ext uri="{FF2B5EF4-FFF2-40B4-BE49-F238E27FC236}">
                  <a16:creationId xmlns:a16="http://schemas.microsoft.com/office/drawing/2014/main" id="{42AA50DA-2A05-4DA2-BAB7-8C883750580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06" name="new_b__predict9_cell_016">
              <a:extLst>
                <a:ext uri="{FF2B5EF4-FFF2-40B4-BE49-F238E27FC236}">
                  <a16:creationId xmlns:a16="http://schemas.microsoft.com/office/drawing/2014/main" id="{A9615285-2B7B-4468-AB8F-9302127CA535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07" name="new_b__predict9_cell_016_hatch">
              <a:extLst>
                <a:ext uri="{FF2B5EF4-FFF2-40B4-BE49-F238E27FC236}">
                  <a16:creationId xmlns:a16="http://schemas.microsoft.com/office/drawing/2014/main" id="{29F8ECA7-6FF0-4D5F-B6CF-8C5BB76EFE3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08" name="new_b__predict9_cell_017">
              <a:extLst>
                <a:ext uri="{FF2B5EF4-FFF2-40B4-BE49-F238E27FC236}">
                  <a16:creationId xmlns:a16="http://schemas.microsoft.com/office/drawing/2014/main" id="{2026FA6E-D9DF-4E3D-B399-F6354B7F3060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09" name="new_b__predict9_cell_017_hatch">
              <a:extLst>
                <a:ext uri="{FF2B5EF4-FFF2-40B4-BE49-F238E27FC236}">
                  <a16:creationId xmlns:a16="http://schemas.microsoft.com/office/drawing/2014/main" id="{BDF61669-78C9-4E6C-8F53-E4F67CD1F46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10" name="new_b__predict9_cell_018">
              <a:extLst>
                <a:ext uri="{FF2B5EF4-FFF2-40B4-BE49-F238E27FC236}">
                  <a16:creationId xmlns:a16="http://schemas.microsoft.com/office/drawing/2014/main" id="{CDA66206-7D6A-4D41-A1DD-02B560BF7FC3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11" name="new_b__predict9_cell_018_hatch">
              <a:extLst>
                <a:ext uri="{FF2B5EF4-FFF2-40B4-BE49-F238E27FC236}">
                  <a16:creationId xmlns:a16="http://schemas.microsoft.com/office/drawing/2014/main" id="{342ACEED-4738-4229-842F-8C4DFCDC20D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12" name="new_b__predict9_cell_019">
              <a:extLst>
                <a:ext uri="{FF2B5EF4-FFF2-40B4-BE49-F238E27FC236}">
                  <a16:creationId xmlns:a16="http://schemas.microsoft.com/office/drawing/2014/main" id="{3A5DC8A6-0669-4682-9C22-100561A40926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13" name="new_b__predict9_cell_019_hatch">
              <a:extLst>
                <a:ext uri="{FF2B5EF4-FFF2-40B4-BE49-F238E27FC236}">
                  <a16:creationId xmlns:a16="http://schemas.microsoft.com/office/drawing/2014/main" id="{E58B297D-D585-489A-91F2-A53655B7DE8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14" name="new_b__predict9_cell_020">
              <a:extLst>
                <a:ext uri="{FF2B5EF4-FFF2-40B4-BE49-F238E27FC236}">
                  <a16:creationId xmlns:a16="http://schemas.microsoft.com/office/drawing/2014/main" id="{71547A5A-9AA5-46F0-A8D8-0C946B308B43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15" name="new_b__predict9_cell_020_hatch">
              <a:extLst>
                <a:ext uri="{FF2B5EF4-FFF2-40B4-BE49-F238E27FC236}">
                  <a16:creationId xmlns:a16="http://schemas.microsoft.com/office/drawing/2014/main" id="{BB719710-70FF-4B9B-A7AD-920031A88F2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16" name="new_b__predict9_cell_021">
              <a:extLst>
                <a:ext uri="{FF2B5EF4-FFF2-40B4-BE49-F238E27FC236}">
                  <a16:creationId xmlns:a16="http://schemas.microsoft.com/office/drawing/2014/main" id="{2C088E53-1ABA-428A-87F6-91A71FE68F46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17" name="new_b__predict9_cell_021_hatch">
              <a:extLst>
                <a:ext uri="{FF2B5EF4-FFF2-40B4-BE49-F238E27FC236}">
                  <a16:creationId xmlns:a16="http://schemas.microsoft.com/office/drawing/2014/main" id="{B59EA9D8-06B7-47E3-82AB-517F5B91D9E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18" name="new_b__predict9_cell_022">
              <a:extLst>
                <a:ext uri="{FF2B5EF4-FFF2-40B4-BE49-F238E27FC236}">
                  <a16:creationId xmlns:a16="http://schemas.microsoft.com/office/drawing/2014/main" id="{469DF234-FF16-40C0-B7EC-604595A0E9D1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19" name="new_b__predict9_cell_022_hatch">
              <a:extLst>
                <a:ext uri="{FF2B5EF4-FFF2-40B4-BE49-F238E27FC236}">
                  <a16:creationId xmlns:a16="http://schemas.microsoft.com/office/drawing/2014/main" id="{F4054E2E-96EC-412E-9F39-E69167E0D75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20" name="new_b__predict9_cell_023">
              <a:extLst>
                <a:ext uri="{FF2B5EF4-FFF2-40B4-BE49-F238E27FC236}">
                  <a16:creationId xmlns:a16="http://schemas.microsoft.com/office/drawing/2014/main" id="{7FBCEF46-1761-4D62-ADC4-899868A00276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21" name="new_b__predict9_cell_023_hatch">
              <a:extLst>
                <a:ext uri="{FF2B5EF4-FFF2-40B4-BE49-F238E27FC236}">
                  <a16:creationId xmlns:a16="http://schemas.microsoft.com/office/drawing/2014/main" id="{9E8561AF-FC3B-4DA3-A648-04B9431CB75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22" name="new_b__predict9_cell_024">
              <a:extLst>
                <a:ext uri="{FF2B5EF4-FFF2-40B4-BE49-F238E27FC236}">
                  <a16:creationId xmlns:a16="http://schemas.microsoft.com/office/drawing/2014/main" id="{58F89F4F-C8AA-431B-A9FF-04089D892F66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23" name="new_b__predict9_cell_024_hatch">
              <a:extLst>
                <a:ext uri="{FF2B5EF4-FFF2-40B4-BE49-F238E27FC236}">
                  <a16:creationId xmlns:a16="http://schemas.microsoft.com/office/drawing/2014/main" id="{C2CA47E0-1725-457A-882E-9CFD0AC537C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24" name="new_b__predict9_cell_025">
              <a:extLst>
                <a:ext uri="{FF2B5EF4-FFF2-40B4-BE49-F238E27FC236}">
                  <a16:creationId xmlns:a16="http://schemas.microsoft.com/office/drawing/2014/main" id="{7830C99A-1B44-4A7F-9286-210371AC0BE1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076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25" name="new_b__predict9_cell_025_hatch">
              <a:extLst>
                <a:ext uri="{FF2B5EF4-FFF2-40B4-BE49-F238E27FC236}">
                  <a16:creationId xmlns:a16="http://schemas.microsoft.com/office/drawing/2014/main" id="{9DDAB27B-FB1C-4A7F-B9AF-DE609FE60A9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089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26" name="new_b__predict9_cell_026">
              <a:extLst>
                <a:ext uri="{FF2B5EF4-FFF2-40B4-BE49-F238E27FC236}">
                  <a16:creationId xmlns:a16="http://schemas.microsoft.com/office/drawing/2014/main" id="{8C4B9A38-4445-4A70-8A47-3E31ED9E1D48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27" name="new_b__predict9_cell_026_hatch">
              <a:extLst>
                <a:ext uri="{FF2B5EF4-FFF2-40B4-BE49-F238E27FC236}">
                  <a16:creationId xmlns:a16="http://schemas.microsoft.com/office/drawing/2014/main" id="{2C804792-F6A1-4366-A5FE-AA69A872806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28" name="new_b__predict9_cell_027">
              <a:extLst>
                <a:ext uri="{FF2B5EF4-FFF2-40B4-BE49-F238E27FC236}">
                  <a16:creationId xmlns:a16="http://schemas.microsoft.com/office/drawing/2014/main" id="{463FCF12-8C3E-4C25-94A2-03FF57385886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29" name="new_b__predict9_cell_027_hatch">
              <a:extLst>
                <a:ext uri="{FF2B5EF4-FFF2-40B4-BE49-F238E27FC236}">
                  <a16:creationId xmlns:a16="http://schemas.microsoft.com/office/drawing/2014/main" id="{48E19766-20FC-4A59-B71D-E084E0526F2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30" name="new_b__predict9_cell_028">
              <a:extLst>
                <a:ext uri="{FF2B5EF4-FFF2-40B4-BE49-F238E27FC236}">
                  <a16:creationId xmlns:a16="http://schemas.microsoft.com/office/drawing/2014/main" id="{0F2003B6-A567-4D0A-BB55-38EF9A448A2D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31" name="new_b__predict9_cell_028_hatch">
              <a:extLst>
                <a:ext uri="{FF2B5EF4-FFF2-40B4-BE49-F238E27FC236}">
                  <a16:creationId xmlns:a16="http://schemas.microsoft.com/office/drawing/2014/main" id="{B8796E8A-8C38-4665-9A29-7C9527BF752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32" name="new_b__predict9_cell_029">
              <a:extLst>
                <a:ext uri="{FF2B5EF4-FFF2-40B4-BE49-F238E27FC236}">
                  <a16:creationId xmlns:a16="http://schemas.microsoft.com/office/drawing/2014/main" id="{BC0DE4FE-1207-4CCE-9717-F75B954FFC1E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33" name="new_b__predict9_cell_029_hatch">
              <a:extLst>
                <a:ext uri="{FF2B5EF4-FFF2-40B4-BE49-F238E27FC236}">
                  <a16:creationId xmlns:a16="http://schemas.microsoft.com/office/drawing/2014/main" id="{DF276BC3-79DB-45E6-9A21-692AF8F85E0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34" name="new_b__predict9_cell_030">
              <a:extLst>
                <a:ext uri="{FF2B5EF4-FFF2-40B4-BE49-F238E27FC236}">
                  <a16:creationId xmlns:a16="http://schemas.microsoft.com/office/drawing/2014/main" id="{A159399E-700A-4094-8A19-8D28399D332C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35" name="new_b__predict9_cell_030_hatch">
              <a:extLst>
                <a:ext uri="{FF2B5EF4-FFF2-40B4-BE49-F238E27FC236}">
                  <a16:creationId xmlns:a16="http://schemas.microsoft.com/office/drawing/2014/main" id="{1B418D1C-E663-4A0D-9D92-57AD3324E5D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36" name="new_b__predict9_cell_031">
              <a:extLst>
                <a:ext uri="{FF2B5EF4-FFF2-40B4-BE49-F238E27FC236}">
                  <a16:creationId xmlns:a16="http://schemas.microsoft.com/office/drawing/2014/main" id="{B446811D-037B-425E-83C2-25BA5C9455AF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37" name="new_b__predict9_cell_031_hatch">
              <a:extLst>
                <a:ext uri="{FF2B5EF4-FFF2-40B4-BE49-F238E27FC236}">
                  <a16:creationId xmlns:a16="http://schemas.microsoft.com/office/drawing/2014/main" id="{30670E2D-349A-441A-AE86-7B6DCAB4197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38" name="new_b__predict9_cell_032">
              <a:extLst>
                <a:ext uri="{FF2B5EF4-FFF2-40B4-BE49-F238E27FC236}">
                  <a16:creationId xmlns:a16="http://schemas.microsoft.com/office/drawing/2014/main" id="{D4307357-5E9E-4438-937F-9F50A7D483C3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39" name="new_b__predict9_cell_032_hatch">
              <a:extLst>
                <a:ext uri="{FF2B5EF4-FFF2-40B4-BE49-F238E27FC236}">
                  <a16:creationId xmlns:a16="http://schemas.microsoft.com/office/drawing/2014/main" id="{331D6B63-CB5A-47E7-9651-45B05B35CD6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40" name="new_b__predict9_cell_033">
              <a:extLst>
                <a:ext uri="{FF2B5EF4-FFF2-40B4-BE49-F238E27FC236}">
                  <a16:creationId xmlns:a16="http://schemas.microsoft.com/office/drawing/2014/main" id="{0272D075-3C65-494E-A97E-9B0543AC8F57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41" name="new_b__predict9_cell_033_hatch">
              <a:extLst>
                <a:ext uri="{FF2B5EF4-FFF2-40B4-BE49-F238E27FC236}">
                  <a16:creationId xmlns:a16="http://schemas.microsoft.com/office/drawing/2014/main" id="{423974EA-4A64-4F17-A48A-5857268F428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42" name="new_b__predict9_cell_034">
              <a:extLst>
                <a:ext uri="{FF2B5EF4-FFF2-40B4-BE49-F238E27FC236}">
                  <a16:creationId xmlns:a16="http://schemas.microsoft.com/office/drawing/2014/main" id="{B2280CB1-9DE1-4CE9-B4B4-623F5413451E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43" name="new_b__predict9_cell_034_hatch">
              <a:extLst>
                <a:ext uri="{FF2B5EF4-FFF2-40B4-BE49-F238E27FC236}">
                  <a16:creationId xmlns:a16="http://schemas.microsoft.com/office/drawing/2014/main" id="{79EE5C3C-F5BA-45B6-80B0-A1F6285868A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44" name="new_b__predict9_cell_035">
              <a:extLst>
                <a:ext uri="{FF2B5EF4-FFF2-40B4-BE49-F238E27FC236}">
                  <a16:creationId xmlns:a16="http://schemas.microsoft.com/office/drawing/2014/main" id="{46A6E7FC-1D8F-4DE3-809A-CC116C56C5B5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45" name="new_b__predict9_cell_035_hatch">
              <a:extLst>
                <a:ext uri="{FF2B5EF4-FFF2-40B4-BE49-F238E27FC236}">
                  <a16:creationId xmlns:a16="http://schemas.microsoft.com/office/drawing/2014/main" id="{0B60360D-68FE-4C68-BA09-7AE494931ED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46" name="new_b__predict9_cell_036">
              <a:extLst>
                <a:ext uri="{FF2B5EF4-FFF2-40B4-BE49-F238E27FC236}">
                  <a16:creationId xmlns:a16="http://schemas.microsoft.com/office/drawing/2014/main" id="{13665FA1-597B-4797-B677-3F67A7D9AD3D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47" name="new_b__predict9_cell_036_hatch">
              <a:extLst>
                <a:ext uri="{FF2B5EF4-FFF2-40B4-BE49-F238E27FC236}">
                  <a16:creationId xmlns:a16="http://schemas.microsoft.com/office/drawing/2014/main" id="{E1F4314E-06A8-4C0F-A0EB-8E691F7DBEA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48" name="new_b__predict9_cell_037">
              <a:extLst>
                <a:ext uri="{FF2B5EF4-FFF2-40B4-BE49-F238E27FC236}">
                  <a16:creationId xmlns:a16="http://schemas.microsoft.com/office/drawing/2014/main" id="{01865F82-9E86-490D-98E7-D90687A5FD0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49" name="new_b__predict9_cell_037_hatch">
              <a:extLst>
                <a:ext uri="{FF2B5EF4-FFF2-40B4-BE49-F238E27FC236}">
                  <a16:creationId xmlns:a16="http://schemas.microsoft.com/office/drawing/2014/main" id="{C0B638EE-E783-4DB8-84BC-6D28BF04F41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50" name="new_b__predict9_cell_038">
              <a:extLst>
                <a:ext uri="{FF2B5EF4-FFF2-40B4-BE49-F238E27FC236}">
                  <a16:creationId xmlns:a16="http://schemas.microsoft.com/office/drawing/2014/main" id="{16027746-CC58-408F-98CE-8EA2DB44EB98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172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51" name="new_b__predict9_cell_038_hatch">
              <a:extLst>
                <a:ext uri="{FF2B5EF4-FFF2-40B4-BE49-F238E27FC236}">
                  <a16:creationId xmlns:a16="http://schemas.microsoft.com/office/drawing/2014/main" id="{A385C166-9C46-4A92-9434-E583BF06C69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184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52" name="new_b__predict9_cell_039">
              <a:extLst>
                <a:ext uri="{FF2B5EF4-FFF2-40B4-BE49-F238E27FC236}">
                  <a16:creationId xmlns:a16="http://schemas.microsoft.com/office/drawing/2014/main" id="{D37736C1-4A81-463B-BA13-8D8898254B5A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53" name="new_b__predict9_cell_039_hatch">
              <a:extLst>
                <a:ext uri="{FF2B5EF4-FFF2-40B4-BE49-F238E27FC236}">
                  <a16:creationId xmlns:a16="http://schemas.microsoft.com/office/drawing/2014/main" id="{1C415805-FDF4-41D1-A110-383C4CF60AF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54" name="new_b__predict9_cell_040">
              <a:extLst>
                <a:ext uri="{FF2B5EF4-FFF2-40B4-BE49-F238E27FC236}">
                  <a16:creationId xmlns:a16="http://schemas.microsoft.com/office/drawing/2014/main" id="{9511E581-61E0-4DFB-B8CC-5756A5FE1FDC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55" name="new_b__predict9_cell_040_hatch">
              <a:extLst>
                <a:ext uri="{FF2B5EF4-FFF2-40B4-BE49-F238E27FC236}">
                  <a16:creationId xmlns:a16="http://schemas.microsoft.com/office/drawing/2014/main" id="{EC99079D-FEC9-49F7-B13E-F19FA954C56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56" name="new_b__predict9_cell_041">
              <a:extLst>
                <a:ext uri="{FF2B5EF4-FFF2-40B4-BE49-F238E27FC236}">
                  <a16:creationId xmlns:a16="http://schemas.microsoft.com/office/drawing/2014/main" id="{430A5A58-317B-4B96-A219-09E2F1F4FF2C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57" name="new_b__predict9_cell_041_hatch">
              <a:extLst>
                <a:ext uri="{FF2B5EF4-FFF2-40B4-BE49-F238E27FC236}">
                  <a16:creationId xmlns:a16="http://schemas.microsoft.com/office/drawing/2014/main" id="{8BCDFD21-B60A-4323-9FEF-A9F4BE0B304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58" name="new_b__predict9_cell_042">
              <a:extLst>
                <a:ext uri="{FF2B5EF4-FFF2-40B4-BE49-F238E27FC236}">
                  <a16:creationId xmlns:a16="http://schemas.microsoft.com/office/drawing/2014/main" id="{8C3D8DF0-C42E-4E43-A108-C62A757E1446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59" name="new_b__predict9_cell_042_hatch">
              <a:extLst>
                <a:ext uri="{FF2B5EF4-FFF2-40B4-BE49-F238E27FC236}">
                  <a16:creationId xmlns:a16="http://schemas.microsoft.com/office/drawing/2014/main" id="{4AA6ADF9-495E-40BF-8FA1-BB2EA3A6B8F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60" name="new_b__predict9_cell_043">
              <a:extLst>
                <a:ext uri="{FF2B5EF4-FFF2-40B4-BE49-F238E27FC236}">
                  <a16:creationId xmlns:a16="http://schemas.microsoft.com/office/drawing/2014/main" id="{E2E8BC58-1977-4CC1-B70C-1E6BE4AEEF59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61" name="new_b__predict9_cell_043_hatch">
              <a:extLst>
                <a:ext uri="{FF2B5EF4-FFF2-40B4-BE49-F238E27FC236}">
                  <a16:creationId xmlns:a16="http://schemas.microsoft.com/office/drawing/2014/main" id="{F6CB6E4B-0B85-45ED-AB75-2103F8DC65F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62" name="new_b__predict9_cell_044">
              <a:extLst>
                <a:ext uri="{FF2B5EF4-FFF2-40B4-BE49-F238E27FC236}">
                  <a16:creationId xmlns:a16="http://schemas.microsoft.com/office/drawing/2014/main" id="{6F4DD220-9474-4998-8458-39D13B7B5DCD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63" name="new_b__predict9_cell_044_hatch">
              <a:extLst>
                <a:ext uri="{FF2B5EF4-FFF2-40B4-BE49-F238E27FC236}">
                  <a16:creationId xmlns:a16="http://schemas.microsoft.com/office/drawing/2014/main" id="{ABA664E2-19AF-43EA-8CDF-BE6BFC396E0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64" name="new_b__predict9_cell_045">
              <a:extLst>
                <a:ext uri="{FF2B5EF4-FFF2-40B4-BE49-F238E27FC236}">
                  <a16:creationId xmlns:a16="http://schemas.microsoft.com/office/drawing/2014/main" id="{F2D1BCAC-0676-43D2-94E7-A20F8A0D872D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65" name="new_b__predict9_cell_045_hatch">
              <a:extLst>
                <a:ext uri="{FF2B5EF4-FFF2-40B4-BE49-F238E27FC236}">
                  <a16:creationId xmlns:a16="http://schemas.microsoft.com/office/drawing/2014/main" id="{5BEBDFE5-963B-44C6-8CFB-ECED0F181AC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66" name="new_b__predict9_cell_046">
              <a:extLst>
                <a:ext uri="{FF2B5EF4-FFF2-40B4-BE49-F238E27FC236}">
                  <a16:creationId xmlns:a16="http://schemas.microsoft.com/office/drawing/2014/main" id="{9073B230-88F0-4BDA-906B-4E0951D9D5E9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67" name="new_b__predict9_cell_046_hatch">
              <a:extLst>
                <a:ext uri="{FF2B5EF4-FFF2-40B4-BE49-F238E27FC236}">
                  <a16:creationId xmlns:a16="http://schemas.microsoft.com/office/drawing/2014/main" id="{929469D2-7F52-4BCF-AE13-AE8B859B815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68" name="new_b__predict9_cell_047">
              <a:extLst>
                <a:ext uri="{FF2B5EF4-FFF2-40B4-BE49-F238E27FC236}">
                  <a16:creationId xmlns:a16="http://schemas.microsoft.com/office/drawing/2014/main" id="{A1C85EA8-DC13-48C7-BFDD-114C48A7E5A6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69" name="new_b__predict9_cell_047_hatch">
              <a:extLst>
                <a:ext uri="{FF2B5EF4-FFF2-40B4-BE49-F238E27FC236}">
                  <a16:creationId xmlns:a16="http://schemas.microsoft.com/office/drawing/2014/main" id="{1E97EDE6-5983-45C6-B4B5-39CB98FA843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70" name="new_b__predict9_cell_048">
              <a:extLst>
                <a:ext uri="{FF2B5EF4-FFF2-40B4-BE49-F238E27FC236}">
                  <a16:creationId xmlns:a16="http://schemas.microsoft.com/office/drawing/2014/main" id="{1FE812AE-4D35-4D3B-A04A-89EB4A35F565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71" name="new_b__predict9_cell_048_hatch">
              <a:extLst>
                <a:ext uri="{FF2B5EF4-FFF2-40B4-BE49-F238E27FC236}">
                  <a16:creationId xmlns:a16="http://schemas.microsoft.com/office/drawing/2014/main" id="{1EA1FE9D-F082-460E-9C5C-7737771CCB1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72" name="new_b__predict9_cell_049">
              <a:extLst>
                <a:ext uri="{FF2B5EF4-FFF2-40B4-BE49-F238E27FC236}">
                  <a16:creationId xmlns:a16="http://schemas.microsoft.com/office/drawing/2014/main" id="{4E8D0CA8-ACEA-480C-B4C2-936AD8D73DDA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73" name="new_b__predict9_cell_049_hatch">
              <a:extLst>
                <a:ext uri="{FF2B5EF4-FFF2-40B4-BE49-F238E27FC236}">
                  <a16:creationId xmlns:a16="http://schemas.microsoft.com/office/drawing/2014/main" id="{456DB38B-82A0-4E62-94DA-022075C9F16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74" name="new_b__predict9_cell_050">
              <a:extLst>
                <a:ext uri="{FF2B5EF4-FFF2-40B4-BE49-F238E27FC236}">
                  <a16:creationId xmlns:a16="http://schemas.microsoft.com/office/drawing/2014/main" id="{C7563F6D-F8DD-448B-9014-6CE03F3AAF6A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75" name="new_b__predict9_cell_050_hatch">
              <a:extLst>
                <a:ext uri="{FF2B5EF4-FFF2-40B4-BE49-F238E27FC236}">
                  <a16:creationId xmlns:a16="http://schemas.microsoft.com/office/drawing/2014/main" id="{B254E7F2-228E-41F1-9BF2-99220097F63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76" name="new_b__predict9_cell_051">
              <a:extLst>
                <a:ext uri="{FF2B5EF4-FFF2-40B4-BE49-F238E27FC236}">
                  <a16:creationId xmlns:a16="http://schemas.microsoft.com/office/drawing/2014/main" id="{B3398F7B-EBDF-4E05-A6E9-2F93418C8A0E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267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77" name="new_b__predict9_cell_051_hatch">
              <a:extLst>
                <a:ext uri="{FF2B5EF4-FFF2-40B4-BE49-F238E27FC236}">
                  <a16:creationId xmlns:a16="http://schemas.microsoft.com/office/drawing/2014/main" id="{FD386C2C-BC5D-4A7A-81B4-13166ACB2F1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279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78" name="new_b__predict9_cell_052">
              <a:extLst>
                <a:ext uri="{FF2B5EF4-FFF2-40B4-BE49-F238E27FC236}">
                  <a16:creationId xmlns:a16="http://schemas.microsoft.com/office/drawing/2014/main" id="{002D0006-CD1B-409C-BC7A-632BA4849EC6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79" name="new_b__predict9_cell_052_hatch">
              <a:extLst>
                <a:ext uri="{FF2B5EF4-FFF2-40B4-BE49-F238E27FC236}">
                  <a16:creationId xmlns:a16="http://schemas.microsoft.com/office/drawing/2014/main" id="{82D405D3-7CFA-4F10-92EE-53FA9FF5C38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80" name="new_b__predict9_cell_053">
              <a:extLst>
                <a:ext uri="{FF2B5EF4-FFF2-40B4-BE49-F238E27FC236}">
                  <a16:creationId xmlns:a16="http://schemas.microsoft.com/office/drawing/2014/main" id="{8835A11D-DDE0-4936-82E9-6EB143B9B7AD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81" name="new_b__predict9_cell_053_hatch">
              <a:extLst>
                <a:ext uri="{FF2B5EF4-FFF2-40B4-BE49-F238E27FC236}">
                  <a16:creationId xmlns:a16="http://schemas.microsoft.com/office/drawing/2014/main" id="{E0211984-36C3-49AB-83A5-C7021CEF659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82" name="new_b__predict9_cell_054">
              <a:extLst>
                <a:ext uri="{FF2B5EF4-FFF2-40B4-BE49-F238E27FC236}">
                  <a16:creationId xmlns:a16="http://schemas.microsoft.com/office/drawing/2014/main" id="{93436238-6D3D-4EC7-B3D8-146756F65DBE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83" name="new_b__predict9_cell_054_hatch">
              <a:extLst>
                <a:ext uri="{FF2B5EF4-FFF2-40B4-BE49-F238E27FC236}">
                  <a16:creationId xmlns:a16="http://schemas.microsoft.com/office/drawing/2014/main" id="{08F8F270-2B01-4E7B-AA58-66579CAFDA3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84" name="new_b__predict9_cell_055">
              <a:extLst>
                <a:ext uri="{FF2B5EF4-FFF2-40B4-BE49-F238E27FC236}">
                  <a16:creationId xmlns:a16="http://schemas.microsoft.com/office/drawing/2014/main" id="{AA5A7E67-713E-4ADF-8330-CF83349AB1DB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85" name="new_b__predict9_cell_055_hatch">
              <a:extLst>
                <a:ext uri="{FF2B5EF4-FFF2-40B4-BE49-F238E27FC236}">
                  <a16:creationId xmlns:a16="http://schemas.microsoft.com/office/drawing/2014/main" id="{2AECE12C-BA35-42B1-BAA1-061C94A137D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86" name="new_b__predict9_cell_056">
              <a:extLst>
                <a:ext uri="{FF2B5EF4-FFF2-40B4-BE49-F238E27FC236}">
                  <a16:creationId xmlns:a16="http://schemas.microsoft.com/office/drawing/2014/main" id="{D0BC5AF5-41B7-4B4F-B52C-AD845975A2E1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87" name="new_b__predict9_cell_056_hatch">
              <a:extLst>
                <a:ext uri="{FF2B5EF4-FFF2-40B4-BE49-F238E27FC236}">
                  <a16:creationId xmlns:a16="http://schemas.microsoft.com/office/drawing/2014/main" id="{ED17326D-64F4-4CDA-91AB-30FA8F87460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88" name="new_b__predict9_cell_057">
              <a:extLst>
                <a:ext uri="{FF2B5EF4-FFF2-40B4-BE49-F238E27FC236}">
                  <a16:creationId xmlns:a16="http://schemas.microsoft.com/office/drawing/2014/main" id="{C91A62B1-40D7-48A2-BEEA-E28B3632AA05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89" name="new_b__predict9_cell_057_hatch">
              <a:extLst>
                <a:ext uri="{FF2B5EF4-FFF2-40B4-BE49-F238E27FC236}">
                  <a16:creationId xmlns:a16="http://schemas.microsoft.com/office/drawing/2014/main" id="{DA6DE458-CFFA-4DA4-A3AE-E75033E8FEE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90" name="new_b__predict9_cell_058">
              <a:extLst>
                <a:ext uri="{FF2B5EF4-FFF2-40B4-BE49-F238E27FC236}">
                  <a16:creationId xmlns:a16="http://schemas.microsoft.com/office/drawing/2014/main" id="{3F592D36-A7F2-4BD6-A17F-B3333D873193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91" name="new_b__predict9_cell_058_hatch">
              <a:extLst>
                <a:ext uri="{FF2B5EF4-FFF2-40B4-BE49-F238E27FC236}">
                  <a16:creationId xmlns:a16="http://schemas.microsoft.com/office/drawing/2014/main" id="{F32993C5-0666-4EF9-A074-98FCA583E03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92" name="new_b__predict9_cell_059">
              <a:extLst>
                <a:ext uri="{FF2B5EF4-FFF2-40B4-BE49-F238E27FC236}">
                  <a16:creationId xmlns:a16="http://schemas.microsoft.com/office/drawing/2014/main" id="{51C72639-90DF-4363-9B44-3B7651FEB98D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93" name="new_b__predict9_cell_059_hatch">
              <a:extLst>
                <a:ext uri="{FF2B5EF4-FFF2-40B4-BE49-F238E27FC236}">
                  <a16:creationId xmlns:a16="http://schemas.microsoft.com/office/drawing/2014/main" id="{385387EC-57EF-49FB-B703-6081E4B7EA8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94" name="new_b__predict9_cell_060">
              <a:extLst>
                <a:ext uri="{FF2B5EF4-FFF2-40B4-BE49-F238E27FC236}">
                  <a16:creationId xmlns:a16="http://schemas.microsoft.com/office/drawing/2014/main" id="{6BDE8A71-8BDF-4554-8D3A-16EEC8161DF4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95" name="new_b__predict9_cell_060_hatch">
              <a:extLst>
                <a:ext uri="{FF2B5EF4-FFF2-40B4-BE49-F238E27FC236}">
                  <a16:creationId xmlns:a16="http://schemas.microsoft.com/office/drawing/2014/main" id="{920336F8-4918-4A07-B699-DC36CDBE1F7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96" name="new_b__predict9_cell_061">
              <a:extLst>
                <a:ext uri="{FF2B5EF4-FFF2-40B4-BE49-F238E27FC236}">
                  <a16:creationId xmlns:a16="http://schemas.microsoft.com/office/drawing/2014/main" id="{8AA60474-B9D4-4492-9A97-0E783165D072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97" name="new_b__predict9_cell_061_hatch">
              <a:extLst>
                <a:ext uri="{FF2B5EF4-FFF2-40B4-BE49-F238E27FC236}">
                  <a16:creationId xmlns:a16="http://schemas.microsoft.com/office/drawing/2014/main" id="{AB3D9251-7432-4BC2-BF7F-C5A317915F2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598" name="new_b__predict9_cell_062">
              <a:extLst>
                <a:ext uri="{FF2B5EF4-FFF2-40B4-BE49-F238E27FC236}">
                  <a16:creationId xmlns:a16="http://schemas.microsoft.com/office/drawing/2014/main" id="{7348CA54-7733-4EF5-A619-B6BD12399F7D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599" name="new_b__predict9_cell_062_hatch">
              <a:extLst>
                <a:ext uri="{FF2B5EF4-FFF2-40B4-BE49-F238E27FC236}">
                  <a16:creationId xmlns:a16="http://schemas.microsoft.com/office/drawing/2014/main" id="{4E6D9876-571F-44EE-A883-BBA7C1C63B9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00" name="new_b__predict9_cell_063">
              <a:extLst>
                <a:ext uri="{FF2B5EF4-FFF2-40B4-BE49-F238E27FC236}">
                  <a16:creationId xmlns:a16="http://schemas.microsoft.com/office/drawing/2014/main" id="{C3899B9E-FC54-4F93-AD70-7CF17A458B1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01" name="new_b__predict9_cell_063_hatch">
              <a:extLst>
                <a:ext uri="{FF2B5EF4-FFF2-40B4-BE49-F238E27FC236}">
                  <a16:creationId xmlns:a16="http://schemas.microsoft.com/office/drawing/2014/main" id="{14C70481-302C-4B13-B49F-9098D8B063A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02" name="new_b__predict9_cell_064">
              <a:extLst>
                <a:ext uri="{FF2B5EF4-FFF2-40B4-BE49-F238E27FC236}">
                  <a16:creationId xmlns:a16="http://schemas.microsoft.com/office/drawing/2014/main" id="{06C90EE3-78C1-40DF-A50F-D3F0C735B64E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362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03" name="new_b__predict9_cell_064_hatch">
              <a:extLst>
                <a:ext uri="{FF2B5EF4-FFF2-40B4-BE49-F238E27FC236}">
                  <a16:creationId xmlns:a16="http://schemas.microsoft.com/office/drawing/2014/main" id="{80C10A0D-FD9D-4CA5-8A87-A1D0AC68B7B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375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04" name="new_b__predict9_cell_065">
              <a:extLst>
                <a:ext uri="{FF2B5EF4-FFF2-40B4-BE49-F238E27FC236}">
                  <a16:creationId xmlns:a16="http://schemas.microsoft.com/office/drawing/2014/main" id="{2C46D2A3-1E87-4D61-95AD-D2FD8579AE27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05" name="new_b__predict9_cell_065_hatch">
              <a:extLst>
                <a:ext uri="{FF2B5EF4-FFF2-40B4-BE49-F238E27FC236}">
                  <a16:creationId xmlns:a16="http://schemas.microsoft.com/office/drawing/2014/main" id="{566D11CA-6D0D-4812-BDF6-EC150480D14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06" name="new_b__predict9_cell_066">
              <a:extLst>
                <a:ext uri="{FF2B5EF4-FFF2-40B4-BE49-F238E27FC236}">
                  <a16:creationId xmlns:a16="http://schemas.microsoft.com/office/drawing/2014/main" id="{C1BB7A44-7CE9-4340-B781-A24AFCF76915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07" name="new_b__predict9_cell_066_hatch">
              <a:extLst>
                <a:ext uri="{FF2B5EF4-FFF2-40B4-BE49-F238E27FC236}">
                  <a16:creationId xmlns:a16="http://schemas.microsoft.com/office/drawing/2014/main" id="{502A0E26-8581-4AD9-8A80-A7FB2F4B1E3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08" name="new_b__predict9_cell_067">
              <a:extLst>
                <a:ext uri="{FF2B5EF4-FFF2-40B4-BE49-F238E27FC236}">
                  <a16:creationId xmlns:a16="http://schemas.microsoft.com/office/drawing/2014/main" id="{1DB9B704-606E-4C00-883C-B45C63F7ABBE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09" name="new_b__predict9_cell_067_hatch">
              <a:extLst>
                <a:ext uri="{FF2B5EF4-FFF2-40B4-BE49-F238E27FC236}">
                  <a16:creationId xmlns:a16="http://schemas.microsoft.com/office/drawing/2014/main" id="{BC77B4CE-DC10-4E48-8B21-032F79016AE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10" name="new_b__predict9_cell_068">
              <a:extLst>
                <a:ext uri="{FF2B5EF4-FFF2-40B4-BE49-F238E27FC236}">
                  <a16:creationId xmlns:a16="http://schemas.microsoft.com/office/drawing/2014/main" id="{97803ABE-6211-4325-B32F-B5928637FA02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11" name="new_b__predict9_cell_068_hatch">
              <a:extLst>
                <a:ext uri="{FF2B5EF4-FFF2-40B4-BE49-F238E27FC236}">
                  <a16:creationId xmlns:a16="http://schemas.microsoft.com/office/drawing/2014/main" id="{CC8D0224-09FA-4FB7-B71E-625B6DE340D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12" name="new_b__predict9_cell_069">
              <a:extLst>
                <a:ext uri="{FF2B5EF4-FFF2-40B4-BE49-F238E27FC236}">
                  <a16:creationId xmlns:a16="http://schemas.microsoft.com/office/drawing/2014/main" id="{6B600804-9A9E-41B5-972C-9104AB4C0A97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13" name="new_b__predict9_cell_069_hatch">
              <a:extLst>
                <a:ext uri="{FF2B5EF4-FFF2-40B4-BE49-F238E27FC236}">
                  <a16:creationId xmlns:a16="http://schemas.microsoft.com/office/drawing/2014/main" id="{AD924229-1204-4082-BDDF-EADC8F37E61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14" name="new_b__predict9_cell_070">
              <a:extLst>
                <a:ext uri="{FF2B5EF4-FFF2-40B4-BE49-F238E27FC236}">
                  <a16:creationId xmlns:a16="http://schemas.microsoft.com/office/drawing/2014/main" id="{E714EC33-3800-4837-9BC0-0E4909B5D0B9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15" name="new_b__predict9_cell_070_hatch">
              <a:extLst>
                <a:ext uri="{FF2B5EF4-FFF2-40B4-BE49-F238E27FC236}">
                  <a16:creationId xmlns:a16="http://schemas.microsoft.com/office/drawing/2014/main" id="{5B1418CB-EF92-4566-B4BB-BD5BDF77932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16" name="new_b__predict9_cell_071">
              <a:extLst>
                <a:ext uri="{FF2B5EF4-FFF2-40B4-BE49-F238E27FC236}">
                  <a16:creationId xmlns:a16="http://schemas.microsoft.com/office/drawing/2014/main" id="{608C0370-3309-47FD-B740-955978E5EECD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17" name="new_b__predict9_cell_071_hatch">
              <a:extLst>
                <a:ext uri="{FF2B5EF4-FFF2-40B4-BE49-F238E27FC236}">
                  <a16:creationId xmlns:a16="http://schemas.microsoft.com/office/drawing/2014/main" id="{8B115B85-8012-4269-8C5E-B199A137830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18" name="new_b__predict9_cell_072">
              <a:extLst>
                <a:ext uri="{FF2B5EF4-FFF2-40B4-BE49-F238E27FC236}">
                  <a16:creationId xmlns:a16="http://schemas.microsoft.com/office/drawing/2014/main" id="{42257DA0-0FD9-4E53-9E1B-F881C39DE658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19" name="new_b__predict9_cell_072_hatch">
              <a:extLst>
                <a:ext uri="{FF2B5EF4-FFF2-40B4-BE49-F238E27FC236}">
                  <a16:creationId xmlns:a16="http://schemas.microsoft.com/office/drawing/2014/main" id="{A5226C83-DFC3-4178-A3B5-0F7528C2D3C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20" name="new_b__predict9_cell_073">
              <a:extLst>
                <a:ext uri="{FF2B5EF4-FFF2-40B4-BE49-F238E27FC236}">
                  <a16:creationId xmlns:a16="http://schemas.microsoft.com/office/drawing/2014/main" id="{B48998FA-6456-4EC8-960E-CBE26044525C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21" name="new_b__predict9_cell_073_hatch">
              <a:extLst>
                <a:ext uri="{FF2B5EF4-FFF2-40B4-BE49-F238E27FC236}">
                  <a16:creationId xmlns:a16="http://schemas.microsoft.com/office/drawing/2014/main" id="{C70F9836-615E-4C05-808D-C698780C385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22" name="new_b__predict9_cell_074">
              <a:extLst>
                <a:ext uri="{FF2B5EF4-FFF2-40B4-BE49-F238E27FC236}">
                  <a16:creationId xmlns:a16="http://schemas.microsoft.com/office/drawing/2014/main" id="{08955642-2EC4-4549-97F4-BEBC026425C1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23" name="new_b__predict9_cell_074_hatch">
              <a:extLst>
                <a:ext uri="{FF2B5EF4-FFF2-40B4-BE49-F238E27FC236}">
                  <a16:creationId xmlns:a16="http://schemas.microsoft.com/office/drawing/2014/main" id="{A40D90FD-D070-46B9-8684-8F4BFEDF634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24" name="new_b__predict9_cell_075">
              <a:extLst>
                <a:ext uri="{FF2B5EF4-FFF2-40B4-BE49-F238E27FC236}">
                  <a16:creationId xmlns:a16="http://schemas.microsoft.com/office/drawing/2014/main" id="{3DA8D44E-9A97-47D1-A33D-37A46E0E3A0E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25" name="new_b__predict9_cell_075_hatch">
              <a:extLst>
                <a:ext uri="{FF2B5EF4-FFF2-40B4-BE49-F238E27FC236}">
                  <a16:creationId xmlns:a16="http://schemas.microsoft.com/office/drawing/2014/main" id="{14B36CF3-7D7C-4B26-B3DB-495645EEF27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26" name="new_b__predict9_cell_076">
              <a:extLst>
                <a:ext uri="{FF2B5EF4-FFF2-40B4-BE49-F238E27FC236}">
                  <a16:creationId xmlns:a16="http://schemas.microsoft.com/office/drawing/2014/main" id="{CC440408-F158-4EB0-9458-F845D9B78475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27" name="new_b__predict9_cell_076_hatch">
              <a:extLst>
                <a:ext uri="{FF2B5EF4-FFF2-40B4-BE49-F238E27FC236}">
                  <a16:creationId xmlns:a16="http://schemas.microsoft.com/office/drawing/2014/main" id="{AFFF9F41-2516-447A-BD92-7DCCB832EA2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28" name="new_b__predict9_cell_077">
              <a:extLst>
                <a:ext uri="{FF2B5EF4-FFF2-40B4-BE49-F238E27FC236}">
                  <a16:creationId xmlns:a16="http://schemas.microsoft.com/office/drawing/2014/main" id="{4945980D-12A4-4851-9DD2-6889A0FB2AA7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457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29" name="new_b__predict9_cell_077_hatch">
              <a:extLst>
                <a:ext uri="{FF2B5EF4-FFF2-40B4-BE49-F238E27FC236}">
                  <a16:creationId xmlns:a16="http://schemas.microsoft.com/office/drawing/2014/main" id="{99771406-9FFB-4480-BE06-1E25BFF8443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470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30" name="new_b__predict9_cell_078">
              <a:extLst>
                <a:ext uri="{FF2B5EF4-FFF2-40B4-BE49-F238E27FC236}">
                  <a16:creationId xmlns:a16="http://schemas.microsoft.com/office/drawing/2014/main" id="{1FFC973B-1108-4834-ABD1-581C47DAF763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31" name="new_b__predict9_cell_078_hatch">
              <a:extLst>
                <a:ext uri="{FF2B5EF4-FFF2-40B4-BE49-F238E27FC236}">
                  <a16:creationId xmlns:a16="http://schemas.microsoft.com/office/drawing/2014/main" id="{5A328A10-7017-4358-8E49-ACDAEB32F8F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32" name="new_b__predict9_cell_079">
              <a:extLst>
                <a:ext uri="{FF2B5EF4-FFF2-40B4-BE49-F238E27FC236}">
                  <a16:creationId xmlns:a16="http://schemas.microsoft.com/office/drawing/2014/main" id="{CE8A26EC-3DE4-4A31-801A-2FA1AAF7AEF4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33" name="new_b__predict9_cell_079_hatch">
              <a:extLst>
                <a:ext uri="{FF2B5EF4-FFF2-40B4-BE49-F238E27FC236}">
                  <a16:creationId xmlns:a16="http://schemas.microsoft.com/office/drawing/2014/main" id="{3EA06F56-D4EB-455B-B7C0-B5E6D2B3D77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34" name="new_b__predict9_cell_080">
              <a:extLst>
                <a:ext uri="{FF2B5EF4-FFF2-40B4-BE49-F238E27FC236}">
                  <a16:creationId xmlns:a16="http://schemas.microsoft.com/office/drawing/2014/main" id="{3834FEF8-0A42-4C71-BFC7-B234FDB8405B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35" name="new_b__predict9_cell_080_hatch">
              <a:extLst>
                <a:ext uri="{FF2B5EF4-FFF2-40B4-BE49-F238E27FC236}">
                  <a16:creationId xmlns:a16="http://schemas.microsoft.com/office/drawing/2014/main" id="{93A2EF37-77F1-4074-8618-38C6B77865D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36" name="new_b__predict9_cell_081">
              <a:extLst>
                <a:ext uri="{FF2B5EF4-FFF2-40B4-BE49-F238E27FC236}">
                  <a16:creationId xmlns:a16="http://schemas.microsoft.com/office/drawing/2014/main" id="{F8ED4A2C-3A45-4434-BEB8-E53A75495224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37" name="new_b__predict9_cell_081_hatch">
              <a:extLst>
                <a:ext uri="{FF2B5EF4-FFF2-40B4-BE49-F238E27FC236}">
                  <a16:creationId xmlns:a16="http://schemas.microsoft.com/office/drawing/2014/main" id="{8CCF76D2-CACC-4792-A109-87344F342AD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38" name="new_b__predict9_cell_082">
              <a:extLst>
                <a:ext uri="{FF2B5EF4-FFF2-40B4-BE49-F238E27FC236}">
                  <a16:creationId xmlns:a16="http://schemas.microsoft.com/office/drawing/2014/main" id="{76B84F7E-2493-483E-B37C-E37BDDEE6F73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39" name="new_b__predict9_cell_082_hatch">
              <a:extLst>
                <a:ext uri="{FF2B5EF4-FFF2-40B4-BE49-F238E27FC236}">
                  <a16:creationId xmlns:a16="http://schemas.microsoft.com/office/drawing/2014/main" id="{086F1F93-EDD7-439C-A6F0-5D8DC42577C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40" name="new_b__predict9_cell_083">
              <a:extLst>
                <a:ext uri="{FF2B5EF4-FFF2-40B4-BE49-F238E27FC236}">
                  <a16:creationId xmlns:a16="http://schemas.microsoft.com/office/drawing/2014/main" id="{160327D4-996A-4EA1-AFE8-1EDA4CC2296D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41" name="new_b__predict9_cell_083_hatch">
              <a:extLst>
                <a:ext uri="{FF2B5EF4-FFF2-40B4-BE49-F238E27FC236}">
                  <a16:creationId xmlns:a16="http://schemas.microsoft.com/office/drawing/2014/main" id="{8532B048-5D9F-49F5-9279-18AE135A8C8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42" name="new_b__predict9_cell_084">
              <a:extLst>
                <a:ext uri="{FF2B5EF4-FFF2-40B4-BE49-F238E27FC236}">
                  <a16:creationId xmlns:a16="http://schemas.microsoft.com/office/drawing/2014/main" id="{86A40D60-CAB3-4A12-843B-171ED1C06117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43" name="new_b__predict9_cell_084_hatch">
              <a:extLst>
                <a:ext uri="{FF2B5EF4-FFF2-40B4-BE49-F238E27FC236}">
                  <a16:creationId xmlns:a16="http://schemas.microsoft.com/office/drawing/2014/main" id="{41EAC179-6CD8-423A-A535-DFD34B12F3E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44" name="new_b__predict9_cell_085">
              <a:extLst>
                <a:ext uri="{FF2B5EF4-FFF2-40B4-BE49-F238E27FC236}">
                  <a16:creationId xmlns:a16="http://schemas.microsoft.com/office/drawing/2014/main" id="{DAD9A695-B501-422D-A287-564E23631C6B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45" name="new_b__predict9_cell_085_hatch">
              <a:extLst>
                <a:ext uri="{FF2B5EF4-FFF2-40B4-BE49-F238E27FC236}">
                  <a16:creationId xmlns:a16="http://schemas.microsoft.com/office/drawing/2014/main" id="{A61B52D3-A841-4FB9-884F-BF1F35A5AFC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46" name="new_b__predict9_cell_086">
              <a:extLst>
                <a:ext uri="{FF2B5EF4-FFF2-40B4-BE49-F238E27FC236}">
                  <a16:creationId xmlns:a16="http://schemas.microsoft.com/office/drawing/2014/main" id="{AD4DBB19-ED0D-4E53-8F3A-348CEF0F37B8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47" name="new_b__predict9_cell_086_hatch">
              <a:extLst>
                <a:ext uri="{FF2B5EF4-FFF2-40B4-BE49-F238E27FC236}">
                  <a16:creationId xmlns:a16="http://schemas.microsoft.com/office/drawing/2014/main" id="{481FC597-467B-4F11-9583-5CB09FD849C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48" name="new_b__predict9_cell_087">
              <a:extLst>
                <a:ext uri="{FF2B5EF4-FFF2-40B4-BE49-F238E27FC236}">
                  <a16:creationId xmlns:a16="http://schemas.microsoft.com/office/drawing/2014/main" id="{30F93238-0E7A-4D86-88ED-934103F9C369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49" name="new_b__predict9_cell_087_hatch">
              <a:extLst>
                <a:ext uri="{FF2B5EF4-FFF2-40B4-BE49-F238E27FC236}">
                  <a16:creationId xmlns:a16="http://schemas.microsoft.com/office/drawing/2014/main" id="{AEE5657F-D8A8-44FA-9C9D-86D8CB329C8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50" name="new_b__predict9_cell_088">
              <a:extLst>
                <a:ext uri="{FF2B5EF4-FFF2-40B4-BE49-F238E27FC236}">
                  <a16:creationId xmlns:a16="http://schemas.microsoft.com/office/drawing/2014/main" id="{B4C78BC1-7736-496C-8B85-5F2E443BAEF8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51" name="new_b__predict9_cell_088_hatch">
              <a:extLst>
                <a:ext uri="{FF2B5EF4-FFF2-40B4-BE49-F238E27FC236}">
                  <a16:creationId xmlns:a16="http://schemas.microsoft.com/office/drawing/2014/main" id="{482E2CD9-BD80-4D72-A405-77F6A6C9060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52" name="new_b__predict9_cell_089">
              <a:extLst>
                <a:ext uri="{FF2B5EF4-FFF2-40B4-BE49-F238E27FC236}">
                  <a16:creationId xmlns:a16="http://schemas.microsoft.com/office/drawing/2014/main" id="{5889BC53-7B4A-475B-9DC3-BBF4946B079A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53" name="new_b__predict9_cell_089_hatch">
              <a:extLst>
                <a:ext uri="{FF2B5EF4-FFF2-40B4-BE49-F238E27FC236}">
                  <a16:creationId xmlns:a16="http://schemas.microsoft.com/office/drawing/2014/main" id="{374EFF43-9CE2-4504-A597-BFE0E4319D3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54" name="new_b__predict9_cell_090">
              <a:extLst>
                <a:ext uri="{FF2B5EF4-FFF2-40B4-BE49-F238E27FC236}">
                  <a16:creationId xmlns:a16="http://schemas.microsoft.com/office/drawing/2014/main" id="{B342BC8A-3875-41FA-B3EF-CE8B17F905B0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553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55" name="new_b__predict9_cell_090_hatch">
              <a:extLst>
                <a:ext uri="{FF2B5EF4-FFF2-40B4-BE49-F238E27FC236}">
                  <a16:creationId xmlns:a16="http://schemas.microsoft.com/office/drawing/2014/main" id="{F8D3538A-7CF6-4022-830C-984904184D9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565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56" name="new_b__predict9_cell_091">
              <a:extLst>
                <a:ext uri="{FF2B5EF4-FFF2-40B4-BE49-F238E27FC236}">
                  <a16:creationId xmlns:a16="http://schemas.microsoft.com/office/drawing/2014/main" id="{E74E48DD-5470-4234-9F00-987FA12B2FD7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57" name="new_b__predict9_cell_091_hatch">
              <a:extLst>
                <a:ext uri="{FF2B5EF4-FFF2-40B4-BE49-F238E27FC236}">
                  <a16:creationId xmlns:a16="http://schemas.microsoft.com/office/drawing/2014/main" id="{D9800C57-D55A-4631-98C3-4A269150F4D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58" name="new_b__predict9_cell_092">
              <a:extLst>
                <a:ext uri="{FF2B5EF4-FFF2-40B4-BE49-F238E27FC236}">
                  <a16:creationId xmlns:a16="http://schemas.microsoft.com/office/drawing/2014/main" id="{F08F44EF-C936-41A2-907C-462479994112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59" name="new_b__predict9_cell_092_hatch">
              <a:extLst>
                <a:ext uri="{FF2B5EF4-FFF2-40B4-BE49-F238E27FC236}">
                  <a16:creationId xmlns:a16="http://schemas.microsoft.com/office/drawing/2014/main" id="{AAFD909D-F5B0-461A-9929-18649F0EE6B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60" name="new_b__predict9_cell_093">
              <a:extLst>
                <a:ext uri="{FF2B5EF4-FFF2-40B4-BE49-F238E27FC236}">
                  <a16:creationId xmlns:a16="http://schemas.microsoft.com/office/drawing/2014/main" id="{DDD6C5B8-7257-4722-9900-9844D5B9A0D9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61" name="new_b__predict9_cell_093_hatch">
              <a:extLst>
                <a:ext uri="{FF2B5EF4-FFF2-40B4-BE49-F238E27FC236}">
                  <a16:creationId xmlns:a16="http://schemas.microsoft.com/office/drawing/2014/main" id="{41993551-42B4-4A8B-AFC0-1F638D633A5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62" name="new_b__predict9_cell_094">
              <a:extLst>
                <a:ext uri="{FF2B5EF4-FFF2-40B4-BE49-F238E27FC236}">
                  <a16:creationId xmlns:a16="http://schemas.microsoft.com/office/drawing/2014/main" id="{5DB296A7-5F3B-467B-8061-59B5DB3E8689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63" name="new_b__predict9_cell_094_hatch">
              <a:extLst>
                <a:ext uri="{FF2B5EF4-FFF2-40B4-BE49-F238E27FC236}">
                  <a16:creationId xmlns:a16="http://schemas.microsoft.com/office/drawing/2014/main" id="{83D87980-BA59-48CF-9886-332D3BB595A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64" name="new_b__predict9_cell_095">
              <a:extLst>
                <a:ext uri="{FF2B5EF4-FFF2-40B4-BE49-F238E27FC236}">
                  <a16:creationId xmlns:a16="http://schemas.microsoft.com/office/drawing/2014/main" id="{8F247B87-C25B-43F2-84BC-CCFA2B3A5A9E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65" name="new_b__predict9_cell_095_hatch">
              <a:extLst>
                <a:ext uri="{FF2B5EF4-FFF2-40B4-BE49-F238E27FC236}">
                  <a16:creationId xmlns:a16="http://schemas.microsoft.com/office/drawing/2014/main" id="{0495266C-2706-4A3F-9238-1192460DEB4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66" name="new_b__predict9_cell_096">
              <a:extLst>
                <a:ext uri="{FF2B5EF4-FFF2-40B4-BE49-F238E27FC236}">
                  <a16:creationId xmlns:a16="http://schemas.microsoft.com/office/drawing/2014/main" id="{AB196B83-CAFE-4019-9CFC-1DFA71076307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67" name="new_b__predict9_cell_096_hatch">
              <a:extLst>
                <a:ext uri="{FF2B5EF4-FFF2-40B4-BE49-F238E27FC236}">
                  <a16:creationId xmlns:a16="http://schemas.microsoft.com/office/drawing/2014/main" id="{73BD5E37-2263-4DE1-BE1D-725DC68B8EA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68" name="new_b__predict9_cell_097">
              <a:extLst>
                <a:ext uri="{FF2B5EF4-FFF2-40B4-BE49-F238E27FC236}">
                  <a16:creationId xmlns:a16="http://schemas.microsoft.com/office/drawing/2014/main" id="{9121F8FB-69E1-40BB-82E5-8F4D12EDB519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69" name="new_b__predict9_cell_097_hatch">
              <a:extLst>
                <a:ext uri="{FF2B5EF4-FFF2-40B4-BE49-F238E27FC236}">
                  <a16:creationId xmlns:a16="http://schemas.microsoft.com/office/drawing/2014/main" id="{594BBC82-F474-4CB6-8431-9A4895201BE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70" name="new_b__predict9_cell_098">
              <a:extLst>
                <a:ext uri="{FF2B5EF4-FFF2-40B4-BE49-F238E27FC236}">
                  <a16:creationId xmlns:a16="http://schemas.microsoft.com/office/drawing/2014/main" id="{BC1BB653-ABC2-4FBA-8213-9CFAB4F056F3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71" name="new_b__predict9_cell_098_hatch">
              <a:extLst>
                <a:ext uri="{FF2B5EF4-FFF2-40B4-BE49-F238E27FC236}">
                  <a16:creationId xmlns:a16="http://schemas.microsoft.com/office/drawing/2014/main" id="{0B5C7D3D-411C-4FF0-9BD1-ACA0A3208F0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72" name="new_b__predict9_cell_099">
              <a:extLst>
                <a:ext uri="{FF2B5EF4-FFF2-40B4-BE49-F238E27FC236}">
                  <a16:creationId xmlns:a16="http://schemas.microsoft.com/office/drawing/2014/main" id="{C06042BE-B53D-45E3-92E5-A8E0E1622A27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73" name="new_b__predict9_cell_099_hatch">
              <a:extLst>
                <a:ext uri="{FF2B5EF4-FFF2-40B4-BE49-F238E27FC236}">
                  <a16:creationId xmlns:a16="http://schemas.microsoft.com/office/drawing/2014/main" id="{5337346A-A95D-475C-B57E-1F606734DC6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74" name="new_b__predict9_cell_100">
              <a:extLst>
                <a:ext uri="{FF2B5EF4-FFF2-40B4-BE49-F238E27FC236}">
                  <a16:creationId xmlns:a16="http://schemas.microsoft.com/office/drawing/2014/main" id="{036CBB08-9440-41AC-9637-C247059C8595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75" name="new_b__predict9_cell_100_hatch">
              <a:extLst>
                <a:ext uri="{FF2B5EF4-FFF2-40B4-BE49-F238E27FC236}">
                  <a16:creationId xmlns:a16="http://schemas.microsoft.com/office/drawing/2014/main" id="{65455D73-C0B3-4DBA-A0FE-ADE11AB8943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76" name="new_b__predict9_cell_101">
              <a:extLst>
                <a:ext uri="{FF2B5EF4-FFF2-40B4-BE49-F238E27FC236}">
                  <a16:creationId xmlns:a16="http://schemas.microsoft.com/office/drawing/2014/main" id="{9F4306B2-DD28-471B-AD94-242E6F6FC964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77" name="new_b__predict9_cell_101_hatch">
              <a:extLst>
                <a:ext uri="{FF2B5EF4-FFF2-40B4-BE49-F238E27FC236}">
                  <a16:creationId xmlns:a16="http://schemas.microsoft.com/office/drawing/2014/main" id="{DE0A0119-7B62-406C-8167-6575889FBB2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78" name="new_b__predict9_cell_102">
              <a:extLst>
                <a:ext uri="{FF2B5EF4-FFF2-40B4-BE49-F238E27FC236}">
                  <a16:creationId xmlns:a16="http://schemas.microsoft.com/office/drawing/2014/main" id="{ACAF4905-2E60-4D22-BBA9-FB0CFB596C0A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79" name="new_b__predict9_cell_102_hatch">
              <a:extLst>
                <a:ext uri="{FF2B5EF4-FFF2-40B4-BE49-F238E27FC236}">
                  <a16:creationId xmlns:a16="http://schemas.microsoft.com/office/drawing/2014/main" id="{3FCAED93-F63D-44CD-83FA-B1CBD3B59BC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80" name="new_b__predict9_cell_103">
              <a:extLst>
                <a:ext uri="{FF2B5EF4-FFF2-40B4-BE49-F238E27FC236}">
                  <a16:creationId xmlns:a16="http://schemas.microsoft.com/office/drawing/2014/main" id="{DACAF40B-672B-4573-9D68-B55BB59E58B3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648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81" name="new_b__predict9_cell_103_hatch">
              <a:extLst>
                <a:ext uri="{FF2B5EF4-FFF2-40B4-BE49-F238E27FC236}">
                  <a16:creationId xmlns:a16="http://schemas.microsoft.com/office/drawing/2014/main" id="{3B488A5E-13F0-4413-81D8-9FCF4C49A69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660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82" name="new_b__predict9_cell_104">
              <a:extLst>
                <a:ext uri="{FF2B5EF4-FFF2-40B4-BE49-F238E27FC236}">
                  <a16:creationId xmlns:a16="http://schemas.microsoft.com/office/drawing/2014/main" id="{3133DDF4-0912-4FD2-9E5E-7591071F92C2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83" name="new_b__predict9_cell_104_hatch">
              <a:extLst>
                <a:ext uri="{FF2B5EF4-FFF2-40B4-BE49-F238E27FC236}">
                  <a16:creationId xmlns:a16="http://schemas.microsoft.com/office/drawing/2014/main" id="{0BEA8CF2-A9CB-45E4-8B87-1447570B6F5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84" name="new_b__predict9_cell_105">
              <a:extLst>
                <a:ext uri="{FF2B5EF4-FFF2-40B4-BE49-F238E27FC236}">
                  <a16:creationId xmlns:a16="http://schemas.microsoft.com/office/drawing/2014/main" id="{115D73E0-9282-4E30-AC79-4276048C8865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85" name="new_b__predict9_cell_105_hatch">
              <a:extLst>
                <a:ext uri="{FF2B5EF4-FFF2-40B4-BE49-F238E27FC236}">
                  <a16:creationId xmlns:a16="http://schemas.microsoft.com/office/drawing/2014/main" id="{2B5BB59C-D960-4D3D-BAE2-63770BDB951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86" name="new_b__predict9_cell_106">
              <a:extLst>
                <a:ext uri="{FF2B5EF4-FFF2-40B4-BE49-F238E27FC236}">
                  <a16:creationId xmlns:a16="http://schemas.microsoft.com/office/drawing/2014/main" id="{B2F3EDCB-ADC7-404A-B985-DD269E8D8046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87" name="new_b__predict9_cell_106_hatch">
              <a:extLst>
                <a:ext uri="{FF2B5EF4-FFF2-40B4-BE49-F238E27FC236}">
                  <a16:creationId xmlns:a16="http://schemas.microsoft.com/office/drawing/2014/main" id="{5F24B599-4040-4558-97BA-CE3BAFBF7E9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88" name="new_b__predict9_cell_107">
              <a:extLst>
                <a:ext uri="{FF2B5EF4-FFF2-40B4-BE49-F238E27FC236}">
                  <a16:creationId xmlns:a16="http://schemas.microsoft.com/office/drawing/2014/main" id="{C7F65745-BE44-46AC-A700-FF667E814F3B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89" name="new_b__predict9_cell_107_hatch">
              <a:extLst>
                <a:ext uri="{FF2B5EF4-FFF2-40B4-BE49-F238E27FC236}">
                  <a16:creationId xmlns:a16="http://schemas.microsoft.com/office/drawing/2014/main" id="{3EA16215-BD11-4D5B-8B16-878DC60D56F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90" name="new_b__predict9_cell_108">
              <a:extLst>
                <a:ext uri="{FF2B5EF4-FFF2-40B4-BE49-F238E27FC236}">
                  <a16:creationId xmlns:a16="http://schemas.microsoft.com/office/drawing/2014/main" id="{9C3FE3A5-C396-4BBF-B564-FC6E2D925692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91" name="new_b__predict9_cell_108_hatch">
              <a:extLst>
                <a:ext uri="{FF2B5EF4-FFF2-40B4-BE49-F238E27FC236}">
                  <a16:creationId xmlns:a16="http://schemas.microsoft.com/office/drawing/2014/main" id="{4F9D960D-92F7-4A1F-821D-08E0A4F1AEE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92" name="new_b__predict9_cell_109">
              <a:extLst>
                <a:ext uri="{FF2B5EF4-FFF2-40B4-BE49-F238E27FC236}">
                  <a16:creationId xmlns:a16="http://schemas.microsoft.com/office/drawing/2014/main" id="{2F84D4E1-CD31-47A9-B28D-0312DD72DED9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93" name="new_b__predict9_cell_109_hatch">
              <a:extLst>
                <a:ext uri="{FF2B5EF4-FFF2-40B4-BE49-F238E27FC236}">
                  <a16:creationId xmlns:a16="http://schemas.microsoft.com/office/drawing/2014/main" id="{71FFA727-CF9A-470E-B664-B3093F448DD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94" name="new_b__predict9_cell_110">
              <a:extLst>
                <a:ext uri="{FF2B5EF4-FFF2-40B4-BE49-F238E27FC236}">
                  <a16:creationId xmlns:a16="http://schemas.microsoft.com/office/drawing/2014/main" id="{4AF1BE23-9DE5-4E87-A050-7C4FC7F467ED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95" name="new_b__predict9_cell_110_hatch">
              <a:extLst>
                <a:ext uri="{FF2B5EF4-FFF2-40B4-BE49-F238E27FC236}">
                  <a16:creationId xmlns:a16="http://schemas.microsoft.com/office/drawing/2014/main" id="{1892DD1D-08A7-41C5-B371-49424919D10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96" name="new_b__predict9_cell_111">
              <a:extLst>
                <a:ext uri="{FF2B5EF4-FFF2-40B4-BE49-F238E27FC236}">
                  <a16:creationId xmlns:a16="http://schemas.microsoft.com/office/drawing/2014/main" id="{65D0127B-D5FB-4AE0-8389-A12B27CDC3C3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97" name="new_b__predict9_cell_111_hatch">
              <a:extLst>
                <a:ext uri="{FF2B5EF4-FFF2-40B4-BE49-F238E27FC236}">
                  <a16:creationId xmlns:a16="http://schemas.microsoft.com/office/drawing/2014/main" id="{868D4222-30B0-4865-9947-6FAFAE4582E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698" name="new_b__predict9_cell_112">
              <a:extLst>
                <a:ext uri="{FF2B5EF4-FFF2-40B4-BE49-F238E27FC236}">
                  <a16:creationId xmlns:a16="http://schemas.microsoft.com/office/drawing/2014/main" id="{342D1E33-69AF-48D4-9A4B-421CE0402B3E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699" name="new_b__predict9_cell_112_hatch">
              <a:extLst>
                <a:ext uri="{FF2B5EF4-FFF2-40B4-BE49-F238E27FC236}">
                  <a16:creationId xmlns:a16="http://schemas.microsoft.com/office/drawing/2014/main" id="{E167C678-1E2C-447F-9507-04D8173B38C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00" name="new_b__predict9_cell_113">
              <a:extLst>
                <a:ext uri="{FF2B5EF4-FFF2-40B4-BE49-F238E27FC236}">
                  <a16:creationId xmlns:a16="http://schemas.microsoft.com/office/drawing/2014/main" id="{A25C86AC-B036-4139-B7E8-74DA478F441C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01" name="new_b__predict9_cell_113_hatch">
              <a:extLst>
                <a:ext uri="{FF2B5EF4-FFF2-40B4-BE49-F238E27FC236}">
                  <a16:creationId xmlns:a16="http://schemas.microsoft.com/office/drawing/2014/main" id="{E3472A03-9240-4B69-9859-8E2791E3290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02" name="new_b__predict9_cell_114">
              <a:extLst>
                <a:ext uri="{FF2B5EF4-FFF2-40B4-BE49-F238E27FC236}">
                  <a16:creationId xmlns:a16="http://schemas.microsoft.com/office/drawing/2014/main" id="{B68B72AB-F78D-448F-98A2-444836F40F6C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03" name="new_b__predict9_cell_114_hatch">
              <a:extLst>
                <a:ext uri="{FF2B5EF4-FFF2-40B4-BE49-F238E27FC236}">
                  <a16:creationId xmlns:a16="http://schemas.microsoft.com/office/drawing/2014/main" id="{7C273BA0-58C6-4689-86AC-EF0756F114B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04" name="new_b__predict9_cell_115">
              <a:extLst>
                <a:ext uri="{FF2B5EF4-FFF2-40B4-BE49-F238E27FC236}">
                  <a16:creationId xmlns:a16="http://schemas.microsoft.com/office/drawing/2014/main" id="{9427F7BF-7B31-4755-B36C-43E2B5945E6D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05" name="new_b__predict9_cell_115_hatch">
              <a:extLst>
                <a:ext uri="{FF2B5EF4-FFF2-40B4-BE49-F238E27FC236}">
                  <a16:creationId xmlns:a16="http://schemas.microsoft.com/office/drawing/2014/main" id="{D8A405D0-1240-453C-A3ED-148507CF50F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06" name="new_b__predict9_cell_116">
              <a:extLst>
                <a:ext uri="{FF2B5EF4-FFF2-40B4-BE49-F238E27FC236}">
                  <a16:creationId xmlns:a16="http://schemas.microsoft.com/office/drawing/2014/main" id="{5AE515B7-7D0E-4053-94C2-0AB64ABD8A11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743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07" name="new_b__predict9_cell_116_hatch">
              <a:extLst>
                <a:ext uri="{FF2B5EF4-FFF2-40B4-BE49-F238E27FC236}">
                  <a16:creationId xmlns:a16="http://schemas.microsoft.com/office/drawing/2014/main" id="{230627A1-37FD-4A38-95E5-95CBBE60206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756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08" name="new_b__predict9_cell_117">
              <a:extLst>
                <a:ext uri="{FF2B5EF4-FFF2-40B4-BE49-F238E27FC236}">
                  <a16:creationId xmlns:a16="http://schemas.microsoft.com/office/drawing/2014/main" id="{0BEE068B-B915-4A30-A413-061E43655882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09" name="new_b__predict9_cell_117_hatch">
              <a:extLst>
                <a:ext uri="{FF2B5EF4-FFF2-40B4-BE49-F238E27FC236}">
                  <a16:creationId xmlns:a16="http://schemas.microsoft.com/office/drawing/2014/main" id="{2ACD463D-7E76-400A-BD61-8FE5E814F1C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10" name="new_b__predict9_cell_118">
              <a:extLst>
                <a:ext uri="{FF2B5EF4-FFF2-40B4-BE49-F238E27FC236}">
                  <a16:creationId xmlns:a16="http://schemas.microsoft.com/office/drawing/2014/main" id="{8577ECD6-DE1F-4EE2-BC78-FCAEA0FB185D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11" name="new_b__predict9_cell_118_hatch">
              <a:extLst>
                <a:ext uri="{FF2B5EF4-FFF2-40B4-BE49-F238E27FC236}">
                  <a16:creationId xmlns:a16="http://schemas.microsoft.com/office/drawing/2014/main" id="{7DA84FF4-AD1C-493A-B9AF-C4BF7613FDF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12" name="new_b__predict9_cell_119">
              <a:extLst>
                <a:ext uri="{FF2B5EF4-FFF2-40B4-BE49-F238E27FC236}">
                  <a16:creationId xmlns:a16="http://schemas.microsoft.com/office/drawing/2014/main" id="{0D1D2E4B-9517-48DD-A6C5-62B2BF0FF792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13" name="new_b__predict9_cell_119_hatch">
              <a:extLst>
                <a:ext uri="{FF2B5EF4-FFF2-40B4-BE49-F238E27FC236}">
                  <a16:creationId xmlns:a16="http://schemas.microsoft.com/office/drawing/2014/main" id="{C6B62AD8-4AD8-43D7-AD07-2FD9E10C4E4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14" name="new_b__predict9_cell_120">
              <a:extLst>
                <a:ext uri="{FF2B5EF4-FFF2-40B4-BE49-F238E27FC236}">
                  <a16:creationId xmlns:a16="http://schemas.microsoft.com/office/drawing/2014/main" id="{D280082D-9650-43B2-9331-DB7B084394A3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15" name="new_b__predict9_cell_120_hatch">
              <a:extLst>
                <a:ext uri="{FF2B5EF4-FFF2-40B4-BE49-F238E27FC236}">
                  <a16:creationId xmlns:a16="http://schemas.microsoft.com/office/drawing/2014/main" id="{61DE6352-3968-4751-87E0-504B9B2740A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16" name="new_b__predict9_cell_121">
              <a:extLst>
                <a:ext uri="{FF2B5EF4-FFF2-40B4-BE49-F238E27FC236}">
                  <a16:creationId xmlns:a16="http://schemas.microsoft.com/office/drawing/2014/main" id="{0CC67B9A-DEF8-4CF2-82DA-CDD20F100002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17" name="new_b__predict9_cell_121_hatch">
              <a:extLst>
                <a:ext uri="{FF2B5EF4-FFF2-40B4-BE49-F238E27FC236}">
                  <a16:creationId xmlns:a16="http://schemas.microsoft.com/office/drawing/2014/main" id="{DAD67D4A-CAED-4FCD-97DC-A62761D1E50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18" name="new_b__predict9_cell_122">
              <a:extLst>
                <a:ext uri="{FF2B5EF4-FFF2-40B4-BE49-F238E27FC236}">
                  <a16:creationId xmlns:a16="http://schemas.microsoft.com/office/drawing/2014/main" id="{BF8E8ADC-C8C8-44BE-BC0B-08B7F58E1651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19" name="new_b__predict9_cell_122_hatch">
              <a:extLst>
                <a:ext uri="{FF2B5EF4-FFF2-40B4-BE49-F238E27FC236}">
                  <a16:creationId xmlns:a16="http://schemas.microsoft.com/office/drawing/2014/main" id="{3A500A01-2ED4-44F2-9814-4434CA813E1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20" name="new_b__predict9_cell_123">
              <a:extLst>
                <a:ext uri="{FF2B5EF4-FFF2-40B4-BE49-F238E27FC236}">
                  <a16:creationId xmlns:a16="http://schemas.microsoft.com/office/drawing/2014/main" id="{FA23739D-01A7-4A73-9857-7DB81E1CC653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21" name="new_b__predict9_cell_123_hatch">
              <a:extLst>
                <a:ext uri="{FF2B5EF4-FFF2-40B4-BE49-F238E27FC236}">
                  <a16:creationId xmlns:a16="http://schemas.microsoft.com/office/drawing/2014/main" id="{0AD22F31-42EE-4EAE-8F98-539F345CEEC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22" name="new_b__predict9_cell_124">
              <a:extLst>
                <a:ext uri="{FF2B5EF4-FFF2-40B4-BE49-F238E27FC236}">
                  <a16:creationId xmlns:a16="http://schemas.microsoft.com/office/drawing/2014/main" id="{0CF8A307-F9D2-4B17-A196-AD9D5A451219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23" name="new_b__predict9_cell_124_hatch">
              <a:extLst>
                <a:ext uri="{FF2B5EF4-FFF2-40B4-BE49-F238E27FC236}">
                  <a16:creationId xmlns:a16="http://schemas.microsoft.com/office/drawing/2014/main" id="{FDF4B06C-8BBA-4851-B20E-282F724F87D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24" name="new_b__predict9_cell_125">
              <a:extLst>
                <a:ext uri="{FF2B5EF4-FFF2-40B4-BE49-F238E27FC236}">
                  <a16:creationId xmlns:a16="http://schemas.microsoft.com/office/drawing/2014/main" id="{ED8D801F-1E72-4C10-8C59-E4598230BC86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25" name="new_b__predict9_cell_125_hatch">
              <a:extLst>
                <a:ext uri="{FF2B5EF4-FFF2-40B4-BE49-F238E27FC236}">
                  <a16:creationId xmlns:a16="http://schemas.microsoft.com/office/drawing/2014/main" id="{97A37716-4EB4-4F9B-8605-1042CE86DEB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26" name="new_b__predict9_cell_126">
              <a:extLst>
                <a:ext uri="{FF2B5EF4-FFF2-40B4-BE49-F238E27FC236}">
                  <a16:creationId xmlns:a16="http://schemas.microsoft.com/office/drawing/2014/main" id="{0A6C8C79-25F2-45A3-826B-7FF42DE06B6C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27" name="new_b__predict9_cell_126_hatch">
              <a:extLst>
                <a:ext uri="{FF2B5EF4-FFF2-40B4-BE49-F238E27FC236}">
                  <a16:creationId xmlns:a16="http://schemas.microsoft.com/office/drawing/2014/main" id="{4DD02C06-3710-473C-B2EC-EC812665C7F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28" name="new_b__predict9_cell_127">
              <a:extLst>
                <a:ext uri="{FF2B5EF4-FFF2-40B4-BE49-F238E27FC236}">
                  <a16:creationId xmlns:a16="http://schemas.microsoft.com/office/drawing/2014/main" id="{35C1D571-8475-4C8D-BD03-BBB01B23903E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29" name="new_b__predict9_cell_127_hatch">
              <a:extLst>
                <a:ext uri="{FF2B5EF4-FFF2-40B4-BE49-F238E27FC236}">
                  <a16:creationId xmlns:a16="http://schemas.microsoft.com/office/drawing/2014/main" id="{8E45B88B-62C6-4D96-865C-6FEA7969EBA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30" name="new_b__predict9_cell_128">
              <a:extLst>
                <a:ext uri="{FF2B5EF4-FFF2-40B4-BE49-F238E27FC236}">
                  <a16:creationId xmlns:a16="http://schemas.microsoft.com/office/drawing/2014/main" id="{B62ACFB3-677D-4AC0-B1AA-56BCAD9BACE6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31" name="new_b__predict9_cell_128_hatch">
              <a:extLst>
                <a:ext uri="{FF2B5EF4-FFF2-40B4-BE49-F238E27FC236}">
                  <a16:creationId xmlns:a16="http://schemas.microsoft.com/office/drawing/2014/main" id="{C5ACF145-A851-4B3B-AA74-6FA1AE6E7B9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32" name="new_b__predict9_cell_129">
              <a:extLst>
                <a:ext uri="{FF2B5EF4-FFF2-40B4-BE49-F238E27FC236}">
                  <a16:creationId xmlns:a16="http://schemas.microsoft.com/office/drawing/2014/main" id="{DC9F07EA-9203-49D9-8D4D-27DF74CC8E2C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8389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33" name="new_b__predict9_cell_129_hatch">
              <a:extLst>
                <a:ext uri="{FF2B5EF4-FFF2-40B4-BE49-F238E27FC236}">
                  <a16:creationId xmlns:a16="http://schemas.microsoft.com/office/drawing/2014/main" id="{181CF6DE-C450-42E2-AA8B-136553678F5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8513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34" name="new_b__predict9_cell_130">
              <a:extLst>
                <a:ext uri="{FF2B5EF4-FFF2-40B4-BE49-F238E27FC236}">
                  <a16:creationId xmlns:a16="http://schemas.microsoft.com/office/drawing/2014/main" id="{E92CB47F-CB7F-4E9C-912C-34FB3FA901D5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35" name="new_b__predict9_cell_130_hatch">
              <a:extLst>
                <a:ext uri="{FF2B5EF4-FFF2-40B4-BE49-F238E27FC236}">
                  <a16:creationId xmlns:a16="http://schemas.microsoft.com/office/drawing/2014/main" id="{4961EAEC-19A4-4871-9DDE-D6358DEB878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36" name="new_b__predict9_cell_131">
              <a:extLst>
                <a:ext uri="{FF2B5EF4-FFF2-40B4-BE49-F238E27FC236}">
                  <a16:creationId xmlns:a16="http://schemas.microsoft.com/office/drawing/2014/main" id="{45FB1D14-1BD1-4427-8680-8F970FE5FDF1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37" name="new_b__predict9_cell_131_hatch">
              <a:extLst>
                <a:ext uri="{FF2B5EF4-FFF2-40B4-BE49-F238E27FC236}">
                  <a16:creationId xmlns:a16="http://schemas.microsoft.com/office/drawing/2014/main" id="{915C9ACB-7472-4866-9A2F-74E81D88C7F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38" name="new_b__predict9_cell_132">
              <a:extLst>
                <a:ext uri="{FF2B5EF4-FFF2-40B4-BE49-F238E27FC236}">
                  <a16:creationId xmlns:a16="http://schemas.microsoft.com/office/drawing/2014/main" id="{8C86FC74-78BD-43A5-A454-12ABF26D867E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39" name="new_b__predict9_cell_132_hatch">
              <a:extLst>
                <a:ext uri="{FF2B5EF4-FFF2-40B4-BE49-F238E27FC236}">
                  <a16:creationId xmlns:a16="http://schemas.microsoft.com/office/drawing/2014/main" id="{D83222AA-9EF5-472B-A6E8-4D2FA692D42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40" name="new_b__predict9_cell_133">
              <a:extLst>
                <a:ext uri="{FF2B5EF4-FFF2-40B4-BE49-F238E27FC236}">
                  <a16:creationId xmlns:a16="http://schemas.microsoft.com/office/drawing/2014/main" id="{C49E3CBF-6DEE-45E5-9952-C0C4066D9CE8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41" name="new_b__predict9_cell_133_hatch">
              <a:extLst>
                <a:ext uri="{FF2B5EF4-FFF2-40B4-BE49-F238E27FC236}">
                  <a16:creationId xmlns:a16="http://schemas.microsoft.com/office/drawing/2014/main" id="{43560491-1117-44EC-9435-35A4DA9C9FA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42" name="new_b__predict9_cell_134">
              <a:extLst>
                <a:ext uri="{FF2B5EF4-FFF2-40B4-BE49-F238E27FC236}">
                  <a16:creationId xmlns:a16="http://schemas.microsoft.com/office/drawing/2014/main" id="{FF84B060-24A5-4CD3-B15D-DF4560129478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43" name="new_b__predict9_cell_134_hatch">
              <a:extLst>
                <a:ext uri="{FF2B5EF4-FFF2-40B4-BE49-F238E27FC236}">
                  <a16:creationId xmlns:a16="http://schemas.microsoft.com/office/drawing/2014/main" id="{F72BC758-F63F-4231-A6E4-47B351CC3D4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44" name="new_b__predict9_cell_135">
              <a:extLst>
                <a:ext uri="{FF2B5EF4-FFF2-40B4-BE49-F238E27FC236}">
                  <a16:creationId xmlns:a16="http://schemas.microsoft.com/office/drawing/2014/main" id="{E99266B2-7CAF-4C72-AC18-1EE46CF29FFB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45" name="new_b__predict9_cell_135_hatch">
              <a:extLst>
                <a:ext uri="{FF2B5EF4-FFF2-40B4-BE49-F238E27FC236}">
                  <a16:creationId xmlns:a16="http://schemas.microsoft.com/office/drawing/2014/main" id="{517EFF72-CDFC-408E-94B0-EB71B7A61C3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46" name="new_b__predict9_cell_136">
              <a:extLst>
                <a:ext uri="{FF2B5EF4-FFF2-40B4-BE49-F238E27FC236}">
                  <a16:creationId xmlns:a16="http://schemas.microsoft.com/office/drawing/2014/main" id="{9680481D-813A-461B-AFBE-C14AD8F7DF81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47" name="new_b__predict9_cell_136_hatch">
              <a:extLst>
                <a:ext uri="{FF2B5EF4-FFF2-40B4-BE49-F238E27FC236}">
                  <a16:creationId xmlns:a16="http://schemas.microsoft.com/office/drawing/2014/main" id="{5E627B35-0755-4CCF-AB59-02F3A05771E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48" name="new_b__predict9_cell_137">
              <a:extLst>
                <a:ext uri="{FF2B5EF4-FFF2-40B4-BE49-F238E27FC236}">
                  <a16:creationId xmlns:a16="http://schemas.microsoft.com/office/drawing/2014/main" id="{B55ABFFA-4397-4EE9-AB5B-8924A7F6A648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49" name="new_b__predict9_cell_137_hatch">
              <a:extLst>
                <a:ext uri="{FF2B5EF4-FFF2-40B4-BE49-F238E27FC236}">
                  <a16:creationId xmlns:a16="http://schemas.microsoft.com/office/drawing/2014/main" id="{12320E6B-47B5-4402-AB59-E0F530D3B42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50" name="new_b__predict9_cell_138">
              <a:extLst>
                <a:ext uri="{FF2B5EF4-FFF2-40B4-BE49-F238E27FC236}">
                  <a16:creationId xmlns:a16="http://schemas.microsoft.com/office/drawing/2014/main" id="{27F7A6BE-9363-4EF2-887B-A559B94E8ACF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51" name="new_b__predict9_cell_138_hatch">
              <a:extLst>
                <a:ext uri="{FF2B5EF4-FFF2-40B4-BE49-F238E27FC236}">
                  <a16:creationId xmlns:a16="http://schemas.microsoft.com/office/drawing/2014/main" id="{D0439109-A0DC-4596-81BE-370B884BD29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52" name="new_b__predict9_cell_139">
              <a:extLst>
                <a:ext uri="{FF2B5EF4-FFF2-40B4-BE49-F238E27FC236}">
                  <a16:creationId xmlns:a16="http://schemas.microsoft.com/office/drawing/2014/main" id="{4BDE1793-D8DA-4181-B267-2FAF32A3377B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53" name="new_b__predict9_cell_139_hatch">
              <a:extLst>
                <a:ext uri="{FF2B5EF4-FFF2-40B4-BE49-F238E27FC236}">
                  <a16:creationId xmlns:a16="http://schemas.microsoft.com/office/drawing/2014/main" id="{C50127C5-B44A-44DE-A559-1549DBAD86F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54" name="new_b__predict9_cell_140">
              <a:extLst>
                <a:ext uri="{FF2B5EF4-FFF2-40B4-BE49-F238E27FC236}">
                  <a16:creationId xmlns:a16="http://schemas.microsoft.com/office/drawing/2014/main" id="{99F34256-4027-4805-B1B0-B94E74235228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55" name="new_b__predict9_cell_140_hatch">
              <a:extLst>
                <a:ext uri="{FF2B5EF4-FFF2-40B4-BE49-F238E27FC236}">
                  <a16:creationId xmlns:a16="http://schemas.microsoft.com/office/drawing/2014/main" id="{19FEA08A-BED4-4545-9059-35AFCFE4B91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56" name="new_b__predict9_cell_141">
              <a:extLst>
                <a:ext uri="{FF2B5EF4-FFF2-40B4-BE49-F238E27FC236}">
                  <a16:creationId xmlns:a16="http://schemas.microsoft.com/office/drawing/2014/main" id="{FACC56BB-FAC8-4897-ABC1-B68360405740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57" name="new_b__predict9_cell_141_hatch">
              <a:extLst>
                <a:ext uri="{FF2B5EF4-FFF2-40B4-BE49-F238E27FC236}">
                  <a16:creationId xmlns:a16="http://schemas.microsoft.com/office/drawing/2014/main" id="{C2F5F256-9DDE-4A97-A473-54379F00737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58" name="new_b__predict9_cell_142">
              <a:extLst>
                <a:ext uri="{FF2B5EF4-FFF2-40B4-BE49-F238E27FC236}">
                  <a16:creationId xmlns:a16="http://schemas.microsoft.com/office/drawing/2014/main" id="{D6FC7C9A-1FAF-4617-AAB3-1F99B7BE07A4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69342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59" name="new_b__predict9_cell_142_hatch">
              <a:extLst>
                <a:ext uri="{FF2B5EF4-FFF2-40B4-BE49-F238E27FC236}">
                  <a16:creationId xmlns:a16="http://schemas.microsoft.com/office/drawing/2014/main" id="{0A0D146A-9AC9-4139-AAA1-4D27233032E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69465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60" name="new_b__predict9_cell_143">
              <a:extLst>
                <a:ext uri="{FF2B5EF4-FFF2-40B4-BE49-F238E27FC236}">
                  <a16:creationId xmlns:a16="http://schemas.microsoft.com/office/drawing/2014/main" id="{A2459209-DF00-48CD-813A-6CF20328FA5A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61" name="new_b__predict9_cell_143_hatch">
              <a:extLst>
                <a:ext uri="{FF2B5EF4-FFF2-40B4-BE49-F238E27FC236}">
                  <a16:creationId xmlns:a16="http://schemas.microsoft.com/office/drawing/2014/main" id="{8BFFBE78-523B-4039-96DD-9A8693D4A17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62" name="new_b__predict9_cell_144">
              <a:extLst>
                <a:ext uri="{FF2B5EF4-FFF2-40B4-BE49-F238E27FC236}">
                  <a16:creationId xmlns:a16="http://schemas.microsoft.com/office/drawing/2014/main" id="{398AD566-43C8-4B6D-B73F-B967DF3D0331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63" name="new_b__predict9_cell_144_hatch">
              <a:extLst>
                <a:ext uri="{FF2B5EF4-FFF2-40B4-BE49-F238E27FC236}">
                  <a16:creationId xmlns:a16="http://schemas.microsoft.com/office/drawing/2014/main" id="{1D62F55A-885B-47CF-8AB9-CB6175EFD96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64" name="new_b__predict9_cell_145">
              <a:extLst>
                <a:ext uri="{FF2B5EF4-FFF2-40B4-BE49-F238E27FC236}">
                  <a16:creationId xmlns:a16="http://schemas.microsoft.com/office/drawing/2014/main" id="{FE8D3BAA-C15A-4CC4-A1C6-A0471C68A596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65" name="new_b__predict9_cell_145_hatch">
              <a:extLst>
                <a:ext uri="{FF2B5EF4-FFF2-40B4-BE49-F238E27FC236}">
                  <a16:creationId xmlns:a16="http://schemas.microsoft.com/office/drawing/2014/main" id="{E29AE875-7A5B-4051-A835-DEAA6483F1B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66" name="new_b__predict9_cell_146">
              <a:extLst>
                <a:ext uri="{FF2B5EF4-FFF2-40B4-BE49-F238E27FC236}">
                  <a16:creationId xmlns:a16="http://schemas.microsoft.com/office/drawing/2014/main" id="{D9EE4DB7-F14F-4435-82B3-20E2D65C3B35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67" name="new_b__predict9_cell_146_hatch">
              <a:extLst>
                <a:ext uri="{FF2B5EF4-FFF2-40B4-BE49-F238E27FC236}">
                  <a16:creationId xmlns:a16="http://schemas.microsoft.com/office/drawing/2014/main" id="{9D9262B3-16C5-4E83-A9A6-595461C4C96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68" name="new_b__predict9_cell_147">
              <a:extLst>
                <a:ext uri="{FF2B5EF4-FFF2-40B4-BE49-F238E27FC236}">
                  <a16:creationId xmlns:a16="http://schemas.microsoft.com/office/drawing/2014/main" id="{8B56991C-2B38-483E-BB82-8F496AD74B62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69" name="new_b__predict9_cell_147_hatch">
              <a:extLst>
                <a:ext uri="{FF2B5EF4-FFF2-40B4-BE49-F238E27FC236}">
                  <a16:creationId xmlns:a16="http://schemas.microsoft.com/office/drawing/2014/main" id="{B6E2F502-8868-43D6-B144-DFC62583CD8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70" name="new_b__predict9_cell_148">
              <a:extLst>
                <a:ext uri="{FF2B5EF4-FFF2-40B4-BE49-F238E27FC236}">
                  <a16:creationId xmlns:a16="http://schemas.microsoft.com/office/drawing/2014/main" id="{433F4878-AB9E-426E-8BD5-6890EB178759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71" name="new_b__predict9_cell_148_hatch">
              <a:extLst>
                <a:ext uri="{FF2B5EF4-FFF2-40B4-BE49-F238E27FC236}">
                  <a16:creationId xmlns:a16="http://schemas.microsoft.com/office/drawing/2014/main" id="{B958F650-7B58-42B9-A0FC-838609FA0E1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72" name="new_b__predict9_cell_149">
              <a:extLst>
                <a:ext uri="{FF2B5EF4-FFF2-40B4-BE49-F238E27FC236}">
                  <a16:creationId xmlns:a16="http://schemas.microsoft.com/office/drawing/2014/main" id="{99DC7DE5-4F51-4F1B-9268-7E6723FCAE9D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73" name="new_b__predict9_cell_149_hatch">
              <a:extLst>
                <a:ext uri="{FF2B5EF4-FFF2-40B4-BE49-F238E27FC236}">
                  <a16:creationId xmlns:a16="http://schemas.microsoft.com/office/drawing/2014/main" id="{4D2ABF3C-7230-4FB3-AB57-CD09E6C55ED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74" name="new_b__predict9_cell_150">
              <a:extLst>
                <a:ext uri="{FF2B5EF4-FFF2-40B4-BE49-F238E27FC236}">
                  <a16:creationId xmlns:a16="http://schemas.microsoft.com/office/drawing/2014/main" id="{324CD23A-0537-4B7E-9808-141C8250989A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75" name="new_b__predict9_cell_150_hatch">
              <a:extLst>
                <a:ext uri="{FF2B5EF4-FFF2-40B4-BE49-F238E27FC236}">
                  <a16:creationId xmlns:a16="http://schemas.microsoft.com/office/drawing/2014/main" id="{75BB037D-A1F5-470D-A7CD-8E9D0F214AD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76" name="new_b__predict9_cell_151">
              <a:extLst>
                <a:ext uri="{FF2B5EF4-FFF2-40B4-BE49-F238E27FC236}">
                  <a16:creationId xmlns:a16="http://schemas.microsoft.com/office/drawing/2014/main" id="{E7F99BDB-6E05-4112-BCCD-10B82496336F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77" name="new_b__predict9_cell_151_hatch">
              <a:extLst>
                <a:ext uri="{FF2B5EF4-FFF2-40B4-BE49-F238E27FC236}">
                  <a16:creationId xmlns:a16="http://schemas.microsoft.com/office/drawing/2014/main" id="{F1F025F5-7C3E-4CD9-B85E-6751FA8978F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78" name="new_b__predict9_cell_152">
              <a:extLst>
                <a:ext uri="{FF2B5EF4-FFF2-40B4-BE49-F238E27FC236}">
                  <a16:creationId xmlns:a16="http://schemas.microsoft.com/office/drawing/2014/main" id="{1E16D112-DC5B-4459-839D-8C70D8F5E151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79" name="new_b__predict9_cell_152_hatch">
              <a:extLst>
                <a:ext uri="{FF2B5EF4-FFF2-40B4-BE49-F238E27FC236}">
                  <a16:creationId xmlns:a16="http://schemas.microsoft.com/office/drawing/2014/main" id="{9CD11194-D7FA-47AC-AA9B-FF26178E155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80" name="new_b__predict9_cell_153">
              <a:extLst>
                <a:ext uri="{FF2B5EF4-FFF2-40B4-BE49-F238E27FC236}">
                  <a16:creationId xmlns:a16="http://schemas.microsoft.com/office/drawing/2014/main" id="{3353CCDC-B2DF-4BFD-A111-2D52F67D9EC6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81" name="new_b__predict9_cell_153_hatch">
              <a:extLst>
                <a:ext uri="{FF2B5EF4-FFF2-40B4-BE49-F238E27FC236}">
                  <a16:creationId xmlns:a16="http://schemas.microsoft.com/office/drawing/2014/main" id="{D29D2B05-7047-4C4E-BD04-799607546B9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82" name="new_b__predict9_cell_154">
              <a:extLst>
                <a:ext uri="{FF2B5EF4-FFF2-40B4-BE49-F238E27FC236}">
                  <a16:creationId xmlns:a16="http://schemas.microsoft.com/office/drawing/2014/main" id="{74E7A74E-35CD-4464-8306-F5154892F413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83" name="new_b__predict9_cell_154_hatch">
              <a:extLst>
                <a:ext uri="{FF2B5EF4-FFF2-40B4-BE49-F238E27FC236}">
                  <a16:creationId xmlns:a16="http://schemas.microsoft.com/office/drawing/2014/main" id="{2A0FB04A-3798-44A7-9BD9-A246A4ED71B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84" name="new_b__predict9_cell_155">
              <a:extLst>
                <a:ext uri="{FF2B5EF4-FFF2-40B4-BE49-F238E27FC236}">
                  <a16:creationId xmlns:a16="http://schemas.microsoft.com/office/drawing/2014/main" id="{019849AB-1D51-4B3E-BE3E-4C153B28739D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702945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85" name="new_b__predict9_cell_155_hatch">
              <a:extLst>
                <a:ext uri="{FF2B5EF4-FFF2-40B4-BE49-F238E27FC236}">
                  <a16:creationId xmlns:a16="http://schemas.microsoft.com/office/drawing/2014/main" id="{9AC45FA6-2436-4388-A758-CF705F6676B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704183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86" name="new_b__predict9_cell_156">
              <a:extLst>
                <a:ext uri="{FF2B5EF4-FFF2-40B4-BE49-F238E27FC236}">
                  <a16:creationId xmlns:a16="http://schemas.microsoft.com/office/drawing/2014/main" id="{E23CA5A9-E99E-49F9-AFB2-95E86BFA242B}"/>
                </a:ext>
              </a:extLst>
            </p:cNvPr>
            <p:cNvSpPr>
              <a:spLocks noGrp="1"/>
            </p:cNvSpPr>
            <p:nvPr/>
          </p:nvSpPr>
          <p:spPr>
            <a:xfrm>
              <a:off x="1162050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87" name="new_b__predict9_cell_156_hatch">
              <a:extLst>
                <a:ext uri="{FF2B5EF4-FFF2-40B4-BE49-F238E27FC236}">
                  <a16:creationId xmlns:a16="http://schemas.microsoft.com/office/drawing/2014/main" id="{1613AF86-E464-4816-8E04-AAE41D7480A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63288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88" name="new_b__predict9_cell_157">
              <a:extLst>
                <a:ext uri="{FF2B5EF4-FFF2-40B4-BE49-F238E27FC236}">
                  <a16:creationId xmlns:a16="http://schemas.microsoft.com/office/drawing/2014/main" id="{D118A462-6D9D-439C-AA03-8F9CFAC2C6C0}"/>
                </a:ext>
              </a:extLst>
            </p:cNvPr>
            <p:cNvSpPr>
              <a:spLocks noGrp="1"/>
            </p:cNvSpPr>
            <p:nvPr/>
          </p:nvSpPr>
          <p:spPr>
            <a:xfrm>
              <a:off x="1171575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89" name="new_b__predict9_cell_157_hatch">
              <a:extLst>
                <a:ext uri="{FF2B5EF4-FFF2-40B4-BE49-F238E27FC236}">
                  <a16:creationId xmlns:a16="http://schemas.microsoft.com/office/drawing/2014/main" id="{03BBAC7D-BBD4-420E-B029-0C0CD99A2CA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72813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90" name="new_b__predict9_cell_158">
              <a:extLst>
                <a:ext uri="{FF2B5EF4-FFF2-40B4-BE49-F238E27FC236}">
                  <a16:creationId xmlns:a16="http://schemas.microsoft.com/office/drawing/2014/main" id="{2CA80110-6C6E-4637-91CF-F6418EAF6D15}"/>
                </a:ext>
              </a:extLst>
            </p:cNvPr>
            <p:cNvSpPr>
              <a:spLocks noGrp="1"/>
            </p:cNvSpPr>
            <p:nvPr/>
          </p:nvSpPr>
          <p:spPr>
            <a:xfrm>
              <a:off x="1181100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91" name="new_b__predict9_cell_158_hatch">
              <a:extLst>
                <a:ext uri="{FF2B5EF4-FFF2-40B4-BE49-F238E27FC236}">
                  <a16:creationId xmlns:a16="http://schemas.microsoft.com/office/drawing/2014/main" id="{BCED123E-DEBD-4624-80A8-BEEED01CEE0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82338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92" name="new_b__predict9_cell_159">
              <a:extLst>
                <a:ext uri="{FF2B5EF4-FFF2-40B4-BE49-F238E27FC236}">
                  <a16:creationId xmlns:a16="http://schemas.microsoft.com/office/drawing/2014/main" id="{8310022F-BFAC-48C7-8CE3-84D672F8F47F}"/>
                </a:ext>
              </a:extLst>
            </p:cNvPr>
            <p:cNvSpPr>
              <a:spLocks noGrp="1"/>
            </p:cNvSpPr>
            <p:nvPr/>
          </p:nvSpPr>
          <p:spPr>
            <a:xfrm>
              <a:off x="1190625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93" name="new_b__predict9_cell_159_hatch">
              <a:extLst>
                <a:ext uri="{FF2B5EF4-FFF2-40B4-BE49-F238E27FC236}">
                  <a16:creationId xmlns:a16="http://schemas.microsoft.com/office/drawing/2014/main" id="{4F0877F1-E813-4C70-B7B5-24752BDDF51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191863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94" name="new_b__predict9_cell_160">
              <a:extLst>
                <a:ext uri="{FF2B5EF4-FFF2-40B4-BE49-F238E27FC236}">
                  <a16:creationId xmlns:a16="http://schemas.microsoft.com/office/drawing/2014/main" id="{A73E8A88-B364-440B-8753-ECA89338146A}"/>
                </a:ext>
              </a:extLst>
            </p:cNvPr>
            <p:cNvSpPr>
              <a:spLocks noGrp="1"/>
            </p:cNvSpPr>
            <p:nvPr/>
          </p:nvSpPr>
          <p:spPr>
            <a:xfrm>
              <a:off x="1200150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95" name="new_b__predict9_cell_160_hatch">
              <a:extLst>
                <a:ext uri="{FF2B5EF4-FFF2-40B4-BE49-F238E27FC236}">
                  <a16:creationId xmlns:a16="http://schemas.microsoft.com/office/drawing/2014/main" id="{5DDAFA59-480C-4A00-AE40-94B95B7285B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01388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96" name="new_b__predict9_cell_161">
              <a:extLst>
                <a:ext uri="{FF2B5EF4-FFF2-40B4-BE49-F238E27FC236}">
                  <a16:creationId xmlns:a16="http://schemas.microsoft.com/office/drawing/2014/main" id="{81E77BC2-82BF-45FE-A04F-F6AF76AB5381}"/>
                </a:ext>
              </a:extLst>
            </p:cNvPr>
            <p:cNvSpPr>
              <a:spLocks noGrp="1"/>
            </p:cNvSpPr>
            <p:nvPr/>
          </p:nvSpPr>
          <p:spPr>
            <a:xfrm>
              <a:off x="1209675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97" name="new_b__predict9_cell_161_hatch">
              <a:extLst>
                <a:ext uri="{FF2B5EF4-FFF2-40B4-BE49-F238E27FC236}">
                  <a16:creationId xmlns:a16="http://schemas.microsoft.com/office/drawing/2014/main" id="{3C11F9C9-3088-4B8A-87DD-8C883641117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10913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798" name="new_b__predict9_cell_162">
              <a:extLst>
                <a:ext uri="{FF2B5EF4-FFF2-40B4-BE49-F238E27FC236}">
                  <a16:creationId xmlns:a16="http://schemas.microsoft.com/office/drawing/2014/main" id="{3F3CAD39-599A-42B0-ACAE-7C4EEB7690FF}"/>
                </a:ext>
              </a:extLst>
            </p:cNvPr>
            <p:cNvSpPr>
              <a:spLocks noGrp="1"/>
            </p:cNvSpPr>
            <p:nvPr/>
          </p:nvSpPr>
          <p:spPr>
            <a:xfrm>
              <a:off x="1219200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799" name="new_b__predict9_cell_162_hatch">
              <a:extLst>
                <a:ext uri="{FF2B5EF4-FFF2-40B4-BE49-F238E27FC236}">
                  <a16:creationId xmlns:a16="http://schemas.microsoft.com/office/drawing/2014/main" id="{A3254F20-8E2F-4259-81D3-339FFB87B16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0438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00" name="new_b__predict9_cell_163">
              <a:extLst>
                <a:ext uri="{FF2B5EF4-FFF2-40B4-BE49-F238E27FC236}">
                  <a16:creationId xmlns:a16="http://schemas.microsoft.com/office/drawing/2014/main" id="{0DA748CA-FB37-469C-BB2E-AFA7D7886B15}"/>
                </a:ext>
              </a:extLst>
            </p:cNvPr>
            <p:cNvSpPr>
              <a:spLocks noGrp="1"/>
            </p:cNvSpPr>
            <p:nvPr/>
          </p:nvSpPr>
          <p:spPr>
            <a:xfrm>
              <a:off x="1228725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01" name="new_b__predict9_cell_163_hatch">
              <a:extLst>
                <a:ext uri="{FF2B5EF4-FFF2-40B4-BE49-F238E27FC236}">
                  <a16:creationId xmlns:a16="http://schemas.microsoft.com/office/drawing/2014/main" id="{CA626038-70F8-43E1-AFE1-01D52DA07C7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29963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02" name="new_b__predict9_cell_164">
              <a:extLst>
                <a:ext uri="{FF2B5EF4-FFF2-40B4-BE49-F238E27FC236}">
                  <a16:creationId xmlns:a16="http://schemas.microsoft.com/office/drawing/2014/main" id="{E026EA67-2722-4EA8-9526-623558DF34B3}"/>
                </a:ext>
              </a:extLst>
            </p:cNvPr>
            <p:cNvSpPr>
              <a:spLocks noGrp="1"/>
            </p:cNvSpPr>
            <p:nvPr/>
          </p:nvSpPr>
          <p:spPr>
            <a:xfrm>
              <a:off x="1238250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03" name="new_b__predict9_cell_164_hatch">
              <a:extLst>
                <a:ext uri="{FF2B5EF4-FFF2-40B4-BE49-F238E27FC236}">
                  <a16:creationId xmlns:a16="http://schemas.microsoft.com/office/drawing/2014/main" id="{F3B3898D-4007-486A-923F-6ED1A367046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39488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04" name="new_b__predict9_cell_165">
              <a:extLst>
                <a:ext uri="{FF2B5EF4-FFF2-40B4-BE49-F238E27FC236}">
                  <a16:creationId xmlns:a16="http://schemas.microsoft.com/office/drawing/2014/main" id="{FCCCA865-3358-4216-80D5-CD0469839B34}"/>
                </a:ext>
              </a:extLst>
            </p:cNvPr>
            <p:cNvSpPr>
              <a:spLocks noGrp="1"/>
            </p:cNvSpPr>
            <p:nvPr/>
          </p:nvSpPr>
          <p:spPr>
            <a:xfrm>
              <a:off x="1247775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05" name="new_b__predict9_cell_165_hatch">
              <a:extLst>
                <a:ext uri="{FF2B5EF4-FFF2-40B4-BE49-F238E27FC236}">
                  <a16:creationId xmlns:a16="http://schemas.microsoft.com/office/drawing/2014/main" id="{9E38F649-9366-4E46-B761-C4BBD5A1E0D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49013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06" name="new_b__predict9_cell_166">
              <a:extLst>
                <a:ext uri="{FF2B5EF4-FFF2-40B4-BE49-F238E27FC236}">
                  <a16:creationId xmlns:a16="http://schemas.microsoft.com/office/drawing/2014/main" id="{0DE64297-B282-4B86-999A-70ECD2CF85A1}"/>
                </a:ext>
              </a:extLst>
            </p:cNvPr>
            <p:cNvSpPr>
              <a:spLocks noGrp="1"/>
            </p:cNvSpPr>
            <p:nvPr/>
          </p:nvSpPr>
          <p:spPr>
            <a:xfrm>
              <a:off x="1257300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07" name="new_b__predict9_cell_166_hatch">
              <a:extLst>
                <a:ext uri="{FF2B5EF4-FFF2-40B4-BE49-F238E27FC236}">
                  <a16:creationId xmlns:a16="http://schemas.microsoft.com/office/drawing/2014/main" id="{4456A236-FF78-41E3-8974-F74EEC9AAAC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58538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08" name="new_b__predict9_cell_167">
              <a:extLst>
                <a:ext uri="{FF2B5EF4-FFF2-40B4-BE49-F238E27FC236}">
                  <a16:creationId xmlns:a16="http://schemas.microsoft.com/office/drawing/2014/main" id="{55336379-8D16-4EF9-B807-E360F16FC0E0}"/>
                </a:ext>
              </a:extLst>
            </p:cNvPr>
            <p:cNvSpPr>
              <a:spLocks noGrp="1"/>
            </p:cNvSpPr>
            <p:nvPr/>
          </p:nvSpPr>
          <p:spPr>
            <a:xfrm>
              <a:off x="1266825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09" name="new_b__predict9_cell_167_hatch">
              <a:extLst>
                <a:ext uri="{FF2B5EF4-FFF2-40B4-BE49-F238E27FC236}">
                  <a16:creationId xmlns:a16="http://schemas.microsoft.com/office/drawing/2014/main" id="{12A82D0E-5726-48A6-A373-2ADC88A46CA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68063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10" name="new_b__predict9_cell_168">
              <a:extLst>
                <a:ext uri="{FF2B5EF4-FFF2-40B4-BE49-F238E27FC236}">
                  <a16:creationId xmlns:a16="http://schemas.microsoft.com/office/drawing/2014/main" id="{3DD4B168-85F3-4B76-B036-71C776FFCF49}"/>
                </a:ext>
              </a:extLst>
            </p:cNvPr>
            <p:cNvSpPr>
              <a:spLocks noGrp="1"/>
            </p:cNvSpPr>
            <p:nvPr/>
          </p:nvSpPr>
          <p:spPr>
            <a:xfrm>
              <a:off x="12763500" y="7124700"/>
              <a:ext cx="95250" cy="95250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11" name="new_b__predict9_cell_168_hatch">
              <a:extLst>
                <a:ext uri="{FF2B5EF4-FFF2-40B4-BE49-F238E27FC236}">
                  <a16:creationId xmlns:a16="http://schemas.microsoft.com/office/drawing/2014/main" id="{791EFCE1-0C98-4DE0-A4AB-9786CDA971A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2775883" y="7137083"/>
              <a:ext cx="70485" cy="70485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12" name="new_b__scale9_counts">
              <a:extLst>
                <a:ext uri="{FF2B5EF4-FFF2-40B4-BE49-F238E27FC236}">
                  <a16:creationId xmlns:a16="http://schemas.microsoft.com/office/drawing/2014/main" id="{C8179DC1-3BE2-4B83-AC36-15C7599D751D}"/>
                </a:ext>
              </a:extLst>
            </p:cNvPr>
            <p:cNvSpPr>
              <a:spLocks noGrp="1"/>
            </p:cNvSpPr>
            <p:nvPr/>
          </p:nvSpPr>
          <p:spPr>
            <a:xfrm>
              <a:off x="11496675" y="7286625"/>
              <a:ext cx="1485900" cy="342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13 × 13 = 169</a:t>
              </a:r>
            </a:p>
            <a:p>
              <a:pPr algn="ctr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(all predicted)</a:t>
              </a:r>
            </a:p>
          </p:txBody>
        </p:sp>
        <p:sp>
          <p:nvSpPr>
            <p:cNvPr id="2813" name="new_b__scale9_to_scale10_shaft">
              <a:extLst>
                <a:ext uri="{FF2B5EF4-FFF2-40B4-BE49-F238E27FC236}">
                  <a16:creationId xmlns:a16="http://schemas.microsoft.com/office/drawing/2014/main" id="{9362F9CC-64A9-485E-BA20-A51E46686259}"/>
                </a:ext>
              </a:extLst>
            </p:cNvPr>
            <p:cNvSpPr>
              <a:spLocks noGrp="1"/>
            </p:cNvSpPr>
            <p:nvPr/>
          </p:nvSpPr>
          <p:spPr>
            <a:xfrm flipV="0">
              <a:off x="12858750" y="6724650"/>
              <a:ext cx="800100" cy="0"/>
            </a:xfrm>
            <a:prstGeom prst="line">
              <a:avLst/>
            </a:pr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814" name="new_b__scale9_to_scale10_head">
              <a:extLst>
                <a:ext uri="{FF2B5EF4-FFF2-40B4-BE49-F238E27FC236}">
                  <a16:creationId xmlns:a16="http://schemas.microsoft.com/office/drawing/2014/main" id="{9F382DB1-944E-44C2-B656-DA51A7A171D7}"/>
                </a:ext>
              </a:extLst>
            </p:cNvPr>
            <p:cNvSpPr>
              <a:spLocks noGrp="1"/>
            </p:cNvSpPr>
            <p:nvPr/>
          </p:nvSpPr>
          <p:spPr>
            <a:xfrm>
              <a:off x="13639800" y="6686550"/>
              <a:ext cx="76200" cy="76200"/>
            </a:xfrm>
            <a:custGeom>
              <a:pathLst>
                <a:path w="76200" h="76200">
                  <a:moveTo>
                    <a:pt x="0" y="0"/>
                  </a:moveTo>
                  <a:lnTo>
                    <a:pt x="76200" y="381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  <p:sp>
          <p:nvSpPr>
            <p:cNvPr id="2815" name="new_b__scale10_heading">
              <a:extLst>
                <a:ext uri="{FF2B5EF4-FFF2-40B4-BE49-F238E27FC236}">
                  <a16:creationId xmlns:a16="http://schemas.microsoft.com/office/drawing/2014/main" id="{D281271A-872F-4DD6-B726-1C1D1D6185A1}"/>
                </a:ext>
              </a:extLst>
            </p:cNvPr>
            <p:cNvSpPr>
              <a:spLocks noGrp="1"/>
            </p:cNvSpPr>
            <p:nvPr/>
          </p:nvSpPr>
          <p:spPr>
            <a:xfrm>
              <a:off x="13525500" y="5676900"/>
              <a:ext cx="16192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Scale 10 (predicted)</a:t>
              </a:r>
            </a:p>
          </p:txBody>
        </p:sp>
        <p:sp>
          <p:nvSpPr>
            <p:cNvPr id="2816" name="new_b__predict10_cell_000">
              <a:extLst>
                <a:ext uri="{FF2B5EF4-FFF2-40B4-BE49-F238E27FC236}">
                  <a16:creationId xmlns:a16="http://schemas.microsoft.com/office/drawing/2014/main" id="{14DB4384-9C0A-46B9-B1F9-59A6E47E0234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17" name="new_b__predict10_cell_000_hatch">
              <a:extLst>
                <a:ext uri="{FF2B5EF4-FFF2-40B4-BE49-F238E27FC236}">
                  <a16:creationId xmlns:a16="http://schemas.microsoft.com/office/drawing/2014/main" id="{230D72BD-7FAA-4218-887C-8DAEE4CEBFB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18" name="new_b__predict10_cell_001">
              <a:extLst>
                <a:ext uri="{FF2B5EF4-FFF2-40B4-BE49-F238E27FC236}">
                  <a16:creationId xmlns:a16="http://schemas.microsoft.com/office/drawing/2014/main" id="{69CADE82-E3DD-4E11-877C-BAD3F555A185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19" name="new_b__predict10_cell_001_hatch">
              <a:extLst>
                <a:ext uri="{FF2B5EF4-FFF2-40B4-BE49-F238E27FC236}">
                  <a16:creationId xmlns:a16="http://schemas.microsoft.com/office/drawing/2014/main" id="{09477971-4568-4B05-BED0-AF5AEDB6FA1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20" name="new_b__predict10_cell_002">
              <a:extLst>
                <a:ext uri="{FF2B5EF4-FFF2-40B4-BE49-F238E27FC236}">
                  <a16:creationId xmlns:a16="http://schemas.microsoft.com/office/drawing/2014/main" id="{25599531-4324-49D4-8453-07A5B33E8E8D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21" name="new_b__predict10_cell_002_hatch">
              <a:extLst>
                <a:ext uri="{FF2B5EF4-FFF2-40B4-BE49-F238E27FC236}">
                  <a16:creationId xmlns:a16="http://schemas.microsoft.com/office/drawing/2014/main" id="{FA63034E-71C2-49E0-A43F-144022E1820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22" name="new_b__predict10_cell_003">
              <a:extLst>
                <a:ext uri="{FF2B5EF4-FFF2-40B4-BE49-F238E27FC236}">
                  <a16:creationId xmlns:a16="http://schemas.microsoft.com/office/drawing/2014/main" id="{4AFB4195-B4F8-45A6-9C54-F2625DC3726C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23" name="new_b__predict10_cell_003_hatch">
              <a:extLst>
                <a:ext uri="{FF2B5EF4-FFF2-40B4-BE49-F238E27FC236}">
                  <a16:creationId xmlns:a16="http://schemas.microsoft.com/office/drawing/2014/main" id="{B0059BA6-8607-40D6-8203-249B01095A7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24" name="new_b__predict10_cell_004">
              <a:extLst>
                <a:ext uri="{FF2B5EF4-FFF2-40B4-BE49-F238E27FC236}">
                  <a16:creationId xmlns:a16="http://schemas.microsoft.com/office/drawing/2014/main" id="{DCA83452-B97B-4A85-8B2C-84CE712B8694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25" name="new_b__predict10_cell_004_hatch">
              <a:extLst>
                <a:ext uri="{FF2B5EF4-FFF2-40B4-BE49-F238E27FC236}">
                  <a16:creationId xmlns:a16="http://schemas.microsoft.com/office/drawing/2014/main" id="{F05106EA-BF9E-4322-BADA-9D169A69CCB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26" name="new_b__predict10_cell_005">
              <a:extLst>
                <a:ext uri="{FF2B5EF4-FFF2-40B4-BE49-F238E27FC236}">
                  <a16:creationId xmlns:a16="http://schemas.microsoft.com/office/drawing/2014/main" id="{748201DF-ED11-48BB-950E-B1DA586D82D7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27" name="new_b__predict10_cell_005_hatch">
              <a:extLst>
                <a:ext uri="{FF2B5EF4-FFF2-40B4-BE49-F238E27FC236}">
                  <a16:creationId xmlns:a16="http://schemas.microsoft.com/office/drawing/2014/main" id="{0B0BF31A-3D07-4404-8C8D-AC4B334CD64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28" name="new_b__predict10_cell_006">
              <a:extLst>
                <a:ext uri="{FF2B5EF4-FFF2-40B4-BE49-F238E27FC236}">
                  <a16:creationId xmlns:a16="http://schemas.microsoft.com/office/drawing/2014/main" id="{627AF010-1CDB-41D9-A32F-57D8944CD992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29" name="new_b__predict10_cell_006_hatch">
              <a:extLst>
                <a:ext uri="{FF2B5EF4-FFF2-40B4-BE49-F238E27FC236}">
                  <a16:creationId xmlns:a16="http://schemas.microsoft.com/office/drawing/2014/main" id="{0564FA7A-9243-4D2D-A561-36144F1CBA7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30" name="new_b__predict10_cell_007">
              <a:extLst>
                <a:ext uri="{FF2B5EF4-FFF2-40B4-BE49-F238E27FC236}">
                  <a16:creationId xmlns:a16="http://schemas.microsoft.com/office/drawing/2014/main" id="{3F009642-CDBF-4922-87A2-CDFFF606EB47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31" name="new_b__predict10_cell_007_hatch">
              <a:extLst>
                <a:ext uri="{FF2B5EF4-FFF2-40B4-BE49-F238E27FC236}">
                  <a16:creationId xmlns:a16="http://schemas.microsoft.com/office/drawing/2014/main" id="{D65B3EF7-10AB-4D9E-AC35-AF0E25E89FD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32" name="new_b__predict10_cell_008">
              <a:extLst>
                <a:ext uri="{FF2B5EF4-FFF2-40B4-BE49-F238E27FC236}">
                  <a16:creationId xmlns:a16="http://schemas.microsoft.com/office/drawing/2014/main" id="{2AF06AA7-821B-43C7-8A3D-09F39328444C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33" name="new_b__predict10_cell_008_hatch">
              <a:extLst>
                <a:ext uri="{FF2B5EF4-FFF2-40B4-BE49-F238E27FC236}">
                  <a16:creationId xmlns:a16="http://schemas.microsoft.com/office/drawing/2014/main" id="{29A7A55F-A3C2-417E-915A-89D336F524C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34" name="new_b__predict10_cell_009">
              <a:extLst>
                <a:ext uri="{FF2B5EF4-FFF2-40B4-BE49-F238E27FC236}">
                  <a16:creationId xmlns:a16="http://schemas.microsoft.com/office/drawing/2014/main" id="{AA88FCAB-AB48-4AA4-9C92-C20E8C4848D6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35" name="new_b__predict10_cell_009_hatch">
              <a:extLst>
                <a:ext uri="{FF2B5EF4-FFF2-40B4-BE49-F238E27FC236}">
                  <a16:creationId xmlns:a16="http://schemas.microsoft.com/office/drawing/2014/main" id="{27B43C5D-6726-4A2D-8ECA-AA9BDA9FCD4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36" name="new_b__predict10_cell_010">
              <a:extLst>
                <a:ext uri="{FF2B5EF4-FFF2-40B4-BE49-F238E27FC236}">
                  <a16:creationId xmlns:a16="http://schemas.microsoft.com/office/drawing/2014/main" id="{BC9D170B-E6A2-44F1-B5A3-9880F316DEAB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37" name="new_b__predict10_cell_010_hatch">
              <a:extLst>
                <a:ext uri="{FF2B5EF4-FFF2-40B4-BE49-F238E27FC236}">
                  <a16:creationId xmlns:a16="http://schemas.microsoft.com/office/drawing/2014/main" id="{63509194-66C5-4E18-A66D-623A8E49216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38" name="new_b__predict10_cell_011">
              <a:extLst>
                <a:ext uri="{FF2B5EF4-FFF2-40B4-BE49-F238E27FC236}">
                  <a16:creationId xmlns:a16="http://schemas.microsoft.com/office/drawing/2014/main" id="{F04ADF53-6878-463F-8E33-C8AE6333570E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39" name="new_b__predict10_cell_011_hatch">
              <a:extLst>
                <a:ext uri="{FF2B5EF4-FFF2-40B4-BE49-F238E27FC236}">
                  <a16:creationId xmlns:a16="http://schemas.microsoft.com/office/drawing/2014/main" id="{4BB19DE8-DCD6-4FB1-A858-003B6EE0BF2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40" name="new_b__predict10_cell_012">
              <a:extLst>
                <a:ext uri="{FF2B5EF4-FFF2-40B4-BE49-F238E27FC236}">
                  <a16:creationId xmlns:a16="http://schemas.microsoft.com/office/drawing/2014/main" id="{E488B689-4CCE-4684-8162-4422EFD3B051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41" name="new_b__predict10_cell_012_hatch">
              <a:extLst>
                <a:ext uri="{FF2B5EF4-FFF2-40B4-BE49-F238E27FC236}">
                  <a16:creationId xmlns:a16="http://schemas.microsoft.com/office/drawing/2014/main" id="{E11BA291-3E17-4F00-9445-75B6ACF3593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42" name="new_b__predict10_cell_013">
              <a:extLst>
                <a:ext uri="{FF2B5EF4-FFF2-40B4-BE49-F238E27FC236}">
                  <a16:creationId xmlns:a16="http://schemas.microsoft.com/office/drawing/2014/main" id="{DDA05B40-FC00-4F8C-B09E-CB27F4D739F2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43" name="new_b__predict10_cell_013_hatch">
              <a:extLst>
                <a:ext uri="{FF2B5EF4-FFF2-40B4-BE49-F238E27FC236}">
                  <a16:creationId xmlns:a16="http://schemas.microsoft.com/office/drawing/2014/main" id="{79A616FF-55D4-4740-AFA7-D3AB1B9413D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44" name="new_b__predict10_cell_014">
              <a:extLst>
                <a:ext uri="{FF2B5EF4-FFF2-40B4-BE49-F238E27FC236}">
                  <a16:creationId xmlns:a16="http://schemas.microsoft.com/office/drawing/2014/main" id="{DC986DB8-FEBA-432A-9086-10356B6DD7F8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45" name="new_b__predict10_cell_014_hatch">
              <a:extLst>
                <a:ext uri="{FF2B5EF4-FFF2-40B4-BE49-F238E27FC236}">
                  <a16:creationId xmlns:a16="http://schemas.microsoft.com/office/drawing/2014/main" id="{35C416BE-F662-4905-BD67-FE89EE26F7B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46" name="new_b__predict10_cell_015">
              <a:extLst>
                <a:ext uri="{FF2B5EF4-FFF2-40B4-BE49-F238E27FC236}">
                  <a16:creationId xmlns:a16="http://schemas.microsoft.com/office/drawing/2014/main" id="{974DE272-5EDF-403A-9969-6FD9C1E10889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5981700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47" name="new_b__predict10_cell_015_hatch">
              <a:extLst>
                <a:ext uri="{FF2B5EF4-FFF2-40B4-BE49-F238E27FC236}">
                  <a16:creationId xmlns:a16="http://schemas.microsoft.com/office/drawing/2014/main" id="{27EC0902-2DBC-4FE9-AEAB-093F7F4647F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599176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48" name="new_b__predict10_cell_016">
              <a:extLst>
                <a:ext uri="{FF2B5EF4-FFF2-40B4-BE49-F238E27FC236}">
                  <a16:creationId xmlns:a16="http://schemas.microsoft.com/office/drawing/2014/main" id="{FA0C7CBE-C363-4110-AC87-7A39602B11D2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49" name="new_b__predict10_cell_016_hatch">
              <a:extLst>
                <a:ext uri="{FF2B5EF4-FFF2-40B4-BE49-F238E27FC236}">
                  <a16:creationId xmlns:a16="http://schemas.microsoft.com/office/drawing/2014/main" id="{A347AED8-4D37-4C4D-BF7E-15CC7D2B434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50" name="new_b__predict10_cell_017">
              <a:extLst>
                <a:ext uri="{FF2B5EF4-FFF2-40B4-BE49-F238E27FC236}">
                  <a16:creationId xmlns:a16="http://schemas.microsoft.com/office/drawing/2014/main" id="{0CB7D19A-F583-42E7-A314-D009A437F762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51" name="new_b__predict10_cell_017_hatch">
              <a:extLst>
                <a:ext uri="{FF2B5EF4-FFF2-40B4-BE49-F238E27FC236}">
                  <a16:creationId xmlns:a16="http://schemas.microsoft.com/office/drawing/2014/main" id="{6FB3A77C-7036-49EB-8E61-F428AF721A2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52" name="new_b__predict10_cell_018">
              <a:extLst>
                <a:ext uri="{FF2B5EF4-FFF2-40B4-BE49-F238E27FC236}">
                  <a16:creationId xmlns:a16="http://schemas.microsoft.com/office/drawing/2014/main" id="{2F81B913-9BC4-4FB6-A197-CABBBE67DDC3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53" name="new_b__predict10_cell_018_hatch">
              <a:extLst>
                <a:ext uri="{FF2B5EF4-FFF2-40B4-BE49-F238E27FC236}">
                  <a16:creationId xmlns:a16="http://schemas.microsoft.com/office/drawing/2014/main" id="{7B1EF701-B871-4330-9B98-CAF8E0E2BC9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54" name="new_b__predict10_cell_019">
              <a:extLst>
                <a:ext uri="{FF2B5EF4-FFF2-40B4-BE49-F238E27FC236}">
                  <a16:creationId xmlns:a16="http://schemas.microsoft.com/office/drawing/2014/main" id="{8C7DC175-AF68-4B0F-8662-B37EDBACBE1A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55" name="new_b__predict10_cell_019_hatch">
              <a:extLst>
                <a:ext uri="{FF2B5EF4-FFF2-40B4-BE49-F238E27FC236}">
                  <a16:creationId xmlns:a16="http://schemas.microsoft.com/office/drawing/2014/main" id="{1DE32FB5-230E-4C01-A1D2-D004A4A4151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56" name="new_b__predict10_cell_020">
              <a:extLst>
                <a:ext uri="{FF2B5EF4-FFF2-40B4-BE49-F238E27FC236}">
                  <a16:creationId xmlns:a16="http://schemas.microsoft.com/office/drawing/2014/main" id="{9C8E7EA6-2631-48A2-BC4D-E1D9ADF66628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57" name="new_b__predict10_cell_020_hatch">
              <a:extLst>
                <a:ext uri="{FF2B5EF4-FFF2-40B4-BE49-F238E27FC236}">
                  <a16:creationId xmlns:a16="http://schemas.microsoft.com/office/drawing/2014/main" id="{14A80A0A-2606-4918-9C8A-9874B932787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58" name="new_b__predict10_cell_021">
              <a:extLst>
                <a:ext uri="{FF2B5EF4-FFF2-40B4-BE49-F238E27FC236}">
                  <a16:creationId xmlns:a16="http://schemas.microsoft.com/office/drawing/2014/main" id="{AA98218B-BA69-47D7-9D73-20A5C7E7D9E0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59" name="new_b__predict10_cell_021_hatch">
              <a:extLst>
                <a:ext uri="{FF2B5EF4-FFF2-40B4-BE49-F238E27FC236}">
                  <a16:creationId xmlns:a16="http://schemas.microsoft.com/office/drawing/2014/main" id="{B2A688B3-5C20-43E1-8C0B-5E88E7E1460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60" name="new_b__predict10_cell_022">
              <a:extLst>
                <a:ext uri="{FF2B5EF4-FFF2-40B4-BE49-F238E27FC236}">
                  <a16:creationId xmlns:a16="http://schemas.microsoft.com/office/drawing/2014/main" id="{BF41890D-9A77-459B-8BAC-C297824C1F6B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61" name="new_b__predict10_cell_022_hatch">
              <a:extLst>
                <a:ext uri="{FF2B5EF4-FFF2-40B4-BE49-F238E27FC236}">
                  <a16:creationId xmlns:a16="http://schemas.microsoft.com/office/drawing/2014/main" id="{E85D6373-7B22-4B5C-A3C7-EFBC5F7358E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62" name="new_b__predict10_cell_023">
              <a:extLst>
                <a:ext uri="{FF2B5EF4-FFF2-40B4-BE49-F238E27FC236}">
                  <a16:creationId xmlns:a16="http://schemas.microsoft.com/office/drawing/2014/main" id="{D431F8AF-01D7-4327-9952-363A354C1599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63" name="new_b__predict10_cell_023_hatch">
              <a:extLst>
                <a:ext uri="{FF2B5EF4-FFF2-40B4-BE49-F238E27FC236}">
                  <a16:creationId xmlns:a16="http://schemas.microsoft.com/office/drawing/2014/main" id="{7536BDE8-EE33-4D92-BE71-8C0C9B913A7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64" name="new_b__predict10_cell_024">
              <a:extLst>
                <a:ext uri="{FF2B5EF4-FFF2-40B4-BE49-F238E27FC236}">
                  <a16:creationId xmlns:a16="http://schemas.microsoft.com/office/drawing/2014/main" id="{414E4663-1601-4D1A-94D9-82DDA1AFAC61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65" name="new_b__predict10_cell_024_hatch">
              <a:extLst>
                <a:ext uri="{FF2B5EF4-FFF2-40B4-BE49-F238E27FC236}">
                  <a16:creationId xmlns:a16="http://schemas.microsoft.com/office/drawing/2014/main" id="{86D8C072-0837-4E48-883A-A21C699D96B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66" name="new_b__predict10_cell_025">
              <a:extLst>
                <a:ext uri="{FF2B5EF4-FFF2-40B4-BE49-F238E27FC236}">
                  <a16:creationId xmlns:a16="http://schemas.microsoft.com/office/drawing/2014/main" id="{621945B6-E0DA-4894-A22A-EA881A89B7C0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67" name="new_b__predict10_cell_025_hatch">
              <a:extLst>
                <a:ext uri="{FF2B5EF4-FFF2-40B4-BE49-F238E27FC236}">
                  <a16:creationId xmlns:a16="http://schemas.microsoft.com/office/drawing/2014/main" id="{B978F5D3-38D6-4230-9740-B426F7ADBA7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68" name="new_b__predict10_cell_026">
              <a:extLst>
                <a:ext uri="{FF2B5EF4-FFF2-40B4-BE49-F238E27FC236}">
                  <a16:creationId xmlns:a16="http://schemas.microsoft.com/office/drawing/2014/main" id="{D380B5CB-5C89-4FCA-ABAB-856012064982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69" name="new_b__predict10_cell_026_hatch">
              <a:extLst>
                <a:ext uri="{FF2B5EF4-FFF2-40B4-BE49-F238E27FC236}">
                  <a16:creationId xmlns:a16="http://schemas.microsoft.com/office/drawing/2014/main" id="{3B0F7355-C421-4090-B8C2-F4A402D0680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70" name="new_b__predict10_cell_027">
              <a:extLst>
                <a:ext uri="{FF2B5EF4-FFF2-40B4-BE49-F238E27FC236}">
                  <a16:creationId xmlns:a16="http://schemas.microsoft.com/office/drawing/2014/main" id="{72BE3466-2090-413D-959E-6CAAD0AA9376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71" name="new_b__predict10_cell_027_hatch">
              <a:extLst>
                <a:ext uri="{FF2B5EF4-FFF2-40B4-BE49-F238E27FC236}">
                  <a16:creationId xmlns:a16="http://schemas.microsoft.com/office/drawing/2014/main" id="{A8EE4A3C-FC41-4687-B917-E5BCD21643E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72" name="new_b__predict10_cell_028">
              <a:extLst>
                <a:ext uri="{FF2B5EF4-FFF2-40B4-BE49-F238E27FC236}">
                  <a16:creationId xmlns:a16="http://schemas.microsoft.com/office/drawing/2014/main" id="{798E446B-27C3-4E5F-B4FB-227C050C1EE3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73" name="new_b__predict10_cell_028_hatch">
              <a:extLst>
                <a:ext uri="{FF2B5EF4-FFF2-40B4-BE49-F238E27FC236}">
                  <a16:creationId xmlns:a16="http://schemas.microsoft.com/office/drawing/2014/main" id="{1A2C5E5E-B01E-4E2B-B0E9-8A226E7830D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74" name="new_b__predict10_cell_029">
              <a:extLst>
                <a:ext uri="{FF2B5EF4-FFF2-40B4-BE49-F238E27FC236}">
                  <a16:creationId xmlns:a16="http://schemas.microsoft.com/office/drawing/2014/main" id="{80FB1C43-25EF-4F87-9F11-744341C67180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75" name="new_b__predict10_cell_029_hatch">
              <a:extLst>
                <a:ext uri="{FF2B5EF4-FFF2-40B4-BE49-F238E27FC236}">
                  <a16:creationId xmlns:a16="http://schemas.microsoft.com/office/drawing/2014/main" id="{04EF9DC5-14B6-48B6-9EDA-D5F6B28E0B7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76" name="new_b__predict10_cell_030">
              <a:extLst>
                <a:ext uri="{FF2B5EF4-FFF2-40B4-BE49-F238E27FC236}">
                  <a16:creationId xmlns:a16="http://schemas.microsoft.com/office/drawing/2014/main" id="{1027430A-EAE3-48A5-A6DF-DE6398F352CB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77" name="new_b__predict10_cell_030_hatch">
              <a:extLst>
                <a:ext uri="{FF2B5EF4-FFF2-40B4-BE49-F238E27FC236}">
                  <a16:creationId xmlns:a16="http://schemas.microsoft.com/office/drawing/2014/main" id="{6CAC6007-8B09-4D97-AF74-B606EE0D322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78" name="new_b__predict10_cell_031">
              <a:extLst>
                <a:ext uri="{FF2B5EF4-FFF2-40B4-BE49-F238E27FC236}">
                  <a16:creationId xmlns:a16="http://schemas.microsoft.com/office/drawing/2014/main" id="{8AD3187A-28D6-480E-9315-E671A7EB9A5B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05909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79" name="new_b__predict10_cell_031_hatch">
              <a:extLst>
                <a:ext uri="{FF2B5EF4-FFF2-40B4-BE49-F238E27FC236}">
                  <a16:creationId xmlns:a16="http://schemas.microsoft.com/office/drawing/2014/main" id="{87BB7F29-7BA7-4A1F-A78C-CDCC1952F8A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069151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80" name="new_b__predict10_cell_032">
              <a:extLst>
                <a:ext uri="{FF2B5EF4-FFF2-40B4-BE49-F238E27FC236}">
                  <a16:creationId xmlns:a16="http://schemas.microsoft.com/office/drawing/2014/main" id="{25083A33-763F-4127-A5DB-F6D96EBE2A87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81" name="new_b__predict10_cell_032_hatch">
              <a:extLst>
                <a:ext uri="{FF2B5EF4-FFF2-40B4-BE49-F238E27FC236}">
                  <a16:creationId xmlns:a16="http://schemas.microsoft.com/office/drawing/2014/main" id="{5B217375-5BE8-4AF1-A246-5C1B4B7C37A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82" name="new_b__predict10_cell_033">
              <a:extLst>
                <a:ext uri="{FF2B5EF4-FFF2-40B4-BE49-F238E27FC236}">
                  <a16:creationId xmlns:a16="http://schemas.microsoft.com/office/drawing/2014/main" id="{E1F6D132-ED1D-4A16-A4A3-9DCCA98671DC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83" name="new_b__predict10_cell_033_hatch">
              <a:extLst>
                <a:ext uri="{FF2B5EF4-FFF2-40B4-BE49-F238E27FC236}">
                  <a16:creationId xmlns:a16="http://schemas.microsoft.com/office/drawing/2014/main" id="{0CCA287E-B164-4040-BCA1-74038C6C8FD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84" name="new_b__predict10_cell_034">
              <a:extLst>
                <a:ext uri="{FF2B5EF4-FFF2-40B4-BE49-F238E27FC236}">
                  <a16:creationId xmlns:a16="http://schemas.microsoft.com/office/drawing/2014/main" id="{401920C5-0A19-44D3-9339-9653B1BC9470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85" name="new_b__predict10_cell_034_hatch">
              <a:extLst>
                <a:ext uri="{FF2B5EF4-FFF2-40B4-BE49-F238E27FC236}">
                  <a16:creationId xmlns:a16="http://schemas.microsoft.com/office/drawing/2014/main" id="{43C9F7AC-AB3B-4F88-9515-2B9C508326A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86" name="new_b__predict10_cell_035">
              <a:extLst>
                <a:ext uri="{FF2B5EF4-FFF2-40B4-BE49-F238E27FC236}">
                  <a16:creationId xmlns:a16="http://schemas.microsoft.com/office/drawing/2014/main" id="{762037DF-7685-4288-84A1-5469A619144F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87" name="new_b__predict10_cell_035_hatch">
              <a:extLst>
                <a:ext uri="{FF2B5EF4-FFF2-40B4-BE49-F238E27FC236}">
                  <a16:creationId xmlns:a16="http://schemas.microsoft.com/office/drawing/2014/main" id="{390D1152-100E-418B-8537-B925A6BCE0C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88" name="new_b__predict10_cell_036">
              <a:extLst>
                <a:ext uri="{FF2B5EF4-FFF2-40B4-BE49-F238E27FC236}">
                  <a16:creationId xmlns:a16="http://schemas.microsoft.com/office/drawing/2014/main" id="{61B1D0C2-7FD8-40F1-99F4-800C530CF37B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89" name="new_b__predict10_cell_036_hatch">
              <a:extLst>
                <a:ext uri="{FF2B5EF4-FFF2-40B4-BE49-F238E27FC236}">
                  <a16:creationId xmlns:a16="http://schemas.microsoft.com/office/drawing/2014/main" id="{294C902E-059B-45F8-B027-1CC3065C1F6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90" name="new_b__predict10_cell_037">
              <a:extLst>
                <a:ext uri="{FF2B5EF4-FFF2-40B4-BE49-F238E27FC236}">
                  <a16:creationId xmlns:a16="http://schemas.microsoft.com/office/drawing/2014/main" id="{74446D4E-58F3-4750-9D4C-E613111B3FDF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91" name="new_b__predict10_cell_037_hatch">
              <a:extLst>
                <a:ext uri="{FF2B5EF4-FFF2-40B4-BE49-F238E27FC236}">
                  <a16:creationId xmlns:a16="http://schemas.microsoft.com/office/drawing/2014/main" id="{97215D05-A103-47CF-829B-BA85FD70FF7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92" name="new_b__predict10_cell_038">
              <a:extLst>
                <a:ext uri="{FF2B5EF4-FFF2-40B4-BE49-F238E27FC236}">
                  <a16:creationId xmlns:a16="http://schemas.microsoft.com/office/drawing/2014/main" id="{E776FE63-8595-4485-BADF-65A136FFAAEB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93" name="new_b__predict10_cell_038_hatch">
              <a:extLst>
                <a:ext uri="{FF2B5EF4-FFF2-40B4-BE49-F238E27FC236}">
                  <a16:creationId xmlns:a16="http://schemas.microsoft.com/office/drawing/2014/main" id="{039F476B-88EE-4695-97BC-9EAAC4F21F4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94" name="new_b__predict10_cell_039">
              <a:extLst>
                <a:ext uri="{FF2B5EF4-FFF2-40B4-BE49-F238E27FC236}">
                  <a16:creationId xmlns:a16="http://schemas.microsoft.com/office/drawing/2014/main" id="{DF0966D6-C16F-4200-ADCD-5C8BA85E8A3E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95" name="new_b__predict10_cell_039_hatch">
              <a:extLst>
                <a:ext uri="{FF2B5EF4-FFF2-40B4-BE49-F238E27FC236}">
                  <a16:creationId xmlns:a16="http://schemas.microsoft.com/office/drawing/2014/main" id="{2F92A562-60F4-49F1-8374-E9107CAC42B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96" name="new_b__predict10_cell_040">
              <a:extLst>
                <a:ext uri="{FF2B5EF4-FFF2-40B4-BE49-F238E27FC236}">
                  <a16:creationId xmlns:a16="http://schemas.microsoft.com/office/drawing/2014/main" id="{54CE888F-080A-44F2-A5E6-BD83D51A0281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97" name="new_b__predict10_cell_040_hatch">
              <a:extLst>
                <a:ext uri="{FF2B5EF4-FFF2-40B4-BE49-F238E27FC236}">
                  <a16:creationId xmlns:a16="http://schemas.microsoft.com/office/drawing/2014/main" id="{EE1671CE-A000-490D-8C18-214189E60DB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898" name="new_b__predict10_cell_041">
              <a:extLst>
                <a:ext uri="{FF2B5EF4-FFF2-40B4-BE49-F238E27FC236}">
                  <a16:creationId xmlns:a16="http://schemas.microsoft.com/office/drawing/2014/main" id="{C267D302-A458-4414-9D1E-80927F507B15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899" name="new_b__predict10_cell_041_hatch">
              <a:extLst>
                <a:ext uri="{FF2B5EF4-FFF2-40B4-BE49-F238E27FC236}">
                  <a16:creationId xmlns:a16="http://schemas.microsoft.com/office/drawing/2014/main" id="{73CF7B10-BFAC-4C3C-A781-CB2E31FEFE0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00" name="new_b__predict10_cell_042">
              <a:extLst>
                <a:ext uri="{FF2B5EF4-FFF2-40B4-BE49-F238E27FC236}">
                  <a16:creationId xmlns:a16="http://schemas.microsoft.com/office/drawing/2014/main" id="{949E33CD-9DDE-4B98-99C7-EF8C4F98C961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01" name="new_b__predict10_cell_042_hatch">
              <a:extLst>
                <a:ext uri="{FF2B5EF4-FFF2-40B4-BE49-F238E27FC236}">
                  <a16:creationId xmlns:a16="http://schemas.microsoft.com/office/drawing/2014/main" id="{043C43B2-2370-4E10-8F89-095909097EE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02" name="new_b__predict10_cell_043">
              <a:extLst>
                <a:ext uri="{FF2B5EF4-FFF2-40B4-BE49-F238E27FC236}">
                  <a16:creationId xmlns:a16="http://schemas.microsoft.com/office/drawing/2014/main" id="{A283D69C-A9EE-4580-8E85-1E131DA6C300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03" name="new_b__predict10_cell_043_hatch">
              <a:extLst>
                <a:ext uri="{FF2B5EF4-FFF2-40B4-BE49-F238E27FC236}">
                  <a16:creationId xmlns:a16="http://schemas.microsoft.com/office/drawing/2014/main" id="{DFDED35E-88AA-4E93-8D4D-B4AE2416E4B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04" name="new_b__predict10_cell_044">
              <a:extLst>
                <a:ext uri="{FF2B5EF4-FFF2-40B4-BE49-F238E27FC236}">
                  <a16:creationId xmlns:a16="http://schemas.microsoft.com/office/drawing/2014/main" id="{CA8E1CE5-185F-4DEC-9636-9F336A56D464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05" name="new_b__predict10_cell_044_hatch">
              <a:extLst>
                <a:ext uri="{FF2B5EF4-FFF2-40B4-BE49-F238E27FC236}">
                  <a16:creationId xmlns:a16="http://schemas.microsoft.com/office/drawing/2014/main" id="{E4BF1D32-1CCE-4710-B7A7-2E0BF7FC01B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06" name="new_b__predict10_cell_045">
              <a:extLst>
                <a:ext uri="{FF2B5EF4-FFF2-40B4-BE49-F238E27FC236}">
                  <a16:creationId xmlns:a16="http://schemas.microsoft.com/office/drawing/2014/main" id="{02557ECB-465F-4C9A-9156-C8539DA525E4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07" name="new_b__predict10_cell_045_hatch">
              <a:extLst>
                <a:ext uri="{FF2B5EF4-FFF2-40B4-BE49-F238E27FC236}">
                  <a16:creationId xmlns:a16="http://schemas.microsoft.com/office/drawing/2014/main" id="{A194A68D-1BB7-410C-BF80-E2B77EEE646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08" name="new_b__predict10_cell_046">
              <a:extLst>
                <a:ext uri="{FF2B5EF4-FFF2-40B4-BE49-F238E27FC236}">
                  <a16:creationId xmlns:a16="http://schemas.microsoft.com/office/drawing/2014/main" id="{82D3CA8B-51D9-43AD-BD47-35ABC014255E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09" name="new_b__predict10_cell_046_hatch">
              <a:extLst>
                <a:ext uri="{FF2B5EF4-FFF2-40B4-BE49-F238E27FC236}">
                  <a16:creationId xmlns:a16="http://schemas.microsoft.com/office/drawing/2014/main" id="{6C3B9319-0ED3-4CF3-BB57-DA6C031855C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10" name="new_b__predict10_cell_047">
              <a:extLst>
                <a:ext uri="{FF2B5EF4-FFF2-40B4-BE49-F238E27FC236}">
                  <a16:creationId xmlns:a16="http://schemas.microsoft.com/office/drawing/2014/main" id="{0BAAF401-9DF5-4589-98A9-63B4BEC8DBFE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136481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11" name="new_b__predict10_cell_047_hatch">
              <a:extLst>
                <a:ext uri="{FF2B5EF4-FFF2-40B4-BE49-F238E27FC236}">
                  <a16:creationId xmlns:a16="http://schemas.microsoft.com/office/drawing/2014/main" id="{3C5BD60A-4D1B-4543-BEB3-B47F3FED227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146542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12" name="new_b__predict10_cell_048">
              <a:extLst>
                <a:ext uri="{FF2B5EF4-FFF2-40B4-BE49-F238E27FC236}">
                  <a16:creationId xmlns:a16="http://schemas.microsoft.com/office/drawing/2014/main" id="{F9DF288F-0834-47FB-96D5-128789A143EE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13" name="new_b__predict10_cell_048_hatch">
              <a:extLst>
                <a:ext uri="{FF2B5EF4-FFF2-40B4-BE49-F238E27FC236}">
                  <a16:creationId xmlns:a16="http://schemas.microsoft.com/office/drawing/2014/main" id="{228183F3-7124-4F3C-809E-B054CC3F6ED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14" name="new_b__predict10_cell_049">
              <a:extLst>
                <a:ext uri="{FF2B5EF4-FFF2-40B4-BE49-F238E27FC236}">
                  <a16:creationId xmlns:a16="http://schemas.microsoft.com/office/drawing/2014/main" id="{85857BD6-EF63-41CA-9661-99056E10EF52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15" name="new_b__predict10_cell_049_hatch">
              <a:extLst>
                <a:ext uri="{FF2B5EF4-FFF2-40B4-BE49-F238E27FC236}">
                  <a16:creationId xmlns:a16="http://schemas.microsoft.com/office/drawing/2014/main" id="{400D4CF4-3ECC-40B5-9AD2-EF7E3539674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16" name="new_b__predict10_cell_050">
              <a:extLst>
                <a:ext uri="{FF2B5EF4-FFF2-40B4-BE49-F238E27FC236}">
                  <a16:creationId xmlns:a16="http://schemas.microsoft.com/office/drawing/2014/main" id="{B6E2C010-5F1E-43D3-8B8C-98556373FE94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17" name="new_b__predict10_cell_050_hatch">
              <a:extLst>
                <a:ext uri="{FF2B5EF4-FFF2-40B4-BE49-F238E27FC236}">
                  <a16:creationId xmlns:a16="http://schemas.microsoft.com/office/drawing/2014/main" id="{68431074-086D-49C5-B80C-270948FCC3B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18" name="new_b__predict10_cell_051">
              <a:extLst>
                <a:ext uri="{FF2B5EF4-FFF2-40B4-BE49-F238E27FC236}">
                  <a16:creationId xmlns:a16="http://schemas.microsoft.com/office/drawing/2014/main" id="{7F25B043-3C6D-438B-B591-AF0B19F41640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19" name="new_b__predict10_cell_051_hatch">
              <a:extLst>
                <a:ext uri="{FF2B5EF4-FFF2-40B4-BE49-F238E27FC236}">
                  <a16:creationId xmlns:a16="http://schemas.microsoft.com/office/drawing/2014/main" id="{3622A306-4C3F-433A-A651-F308673CA73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20" name="new_b__predict10_cell_052">
              <a:extLst>
                <a:ext uri="{FF2B5EF4-FFF2-40B4-BE49-F238E27FC236}">
                  <a16:creationId xmlns:a16="http://schemas.microsoft.com/office/drawing/2014/main" id="{06E744E5-CB9A-4E24-8ED9-66A62ADB47D9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21" name="new_b__predict10_cell_052_hatch">
              <a:extLst>
                <a:ext uri="{FF2B5EF4-FFF2-40B4-BE49-F238E27FC236}">
                  <a16:creationId xmlns:a16="http://schemas.microsoft.com/office/drawing/2014/main" id="{A31AB93F-4B64-4FA8-A9BE-EA522C0D66C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22" name="new_b__predict10_cell_053">
              <a:extLst>
                <a:ext uri="{FF2B5EF4-FFF2-40B4-BE49-F238E27FC236}">
                  <a16:creationId xmlns:a16="http://schemas.microsoft.com/office/drawing/2014/main" id="{A8500C01-AFDC-4D5A-8485-A41979B921A5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23" name="new_b__predict10_cell_053_hatch">
              <a:extLst>
                <a:ext uri="{FF2B5EF4-FFF2-40B4-BE49-F238E27FC236}">
                  <a16:creationId xmlns:a16="http://schemas.microsoft.com/office/drawing/2014/main" id="{52A94804-768A-44B8-B39B-F73DC109FD9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24" name="new_b__predict10_cell_054">
              <a:extLst>
                <a:ext uri="{FF2B5EF4-FFF2-40B4-BE49-F238E27FC236}">
                  <a16:creationId xmlns:a16="http://schemas.microsoft.com/office/drawing/2014/main" id="{DA6F32FF-E9A8-4994-9444-45674F36F4AF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25" name="new_b__predict10_cell_054_hatch">
              <a:extLst>
                <a:ext uri="{FF2B5EF4-FFF2-40B4-BE49-F238E27FC236}">
                  <a16:creationId xmlns:a16="http://schemas.microsoft.com/office/drawing/2014/main" id="{B8102FEC-A28D-412D-A554-AF6048C1A01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26" name="new_b__predict10_cell_055">
              <a:extLst>
                <a:ext uri="{FF2B5EF4-FFF2-40B4-BE49-F238E27FC236}">
                  <a16:creationId xmlns:a16="http://schemas.microsoft.com/office/drawing/2014/main" id="{D32EDEAC-160C-4B9D-A5C1-9CBEEF3D9F59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27" name="new_b__predict10_cell_055_hatch">
              <a:extLst>
                <a:ext uri="{FF2B5EF4-FFF2-40B4-BE49-F238E27FC236}">
                  <a16:creationId xmlns:a16="http://schemas.microsoft.com/office/drawing/2014/main" id="{B11F48CF-E6B4-463F-86BE-E319D0B343D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28" name="new_b__predict10_cell_056">
              <a:extLst>
                <a:ext uri="{FF2B5EF4-FFF2-40B4-BE49-F238E27FC236}">
                  <a16:creationId xmlns:a16="http://schemas.microsoft.com/office/drawing/2014/main" id="{FE81E73C-BA24-4DCB-876F-627A1E746C96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29" name="new_b__predict10_cell_056_hatch">
              <a:extLst>
                <a:ext uri="{FF2B5EF4-FFF2-40B4-BE49-F238E27FC236}">
                  <a16:creationId xmlns:a16="http://schemas.microsoft.com/office/drawing/2014/main" id="{E07DCB41-8D41-42B5-9D16-789832EC923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30" name="new_b__predict10_cell_057">
              <a:extLst>
                <a:ext uri="{FF2B5EF4-FFF2-40B4-BE49-F238E27FC236}">
                  <a16:creationId xmlns:a16="http://schemas.microsoft.com/office/drawing/2014/main" id="{EDDF8F80-64EC-49D4-BEA4-A3224CC2251E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31" name="new_b__predict10_cell_057_hatch">
              <a:extLst>
                <a:ext uri="{FF2B5EF4-FFF2-40B4-BE49-F238E27FC236}">
                  <a16:creationId xmlns:a16="http://schemas.microsoft.com/office/drawing/2014/main" id="{A0AA2797-A9DB-43DC-A248-DCCD3867092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32" name="new_b__predict10_cell_058">
              <a:extLst>
                <a:ext uri="{FF2B5EF4-FFF2-40B4-BE49-F238E27FC236}">
                  <a16:creationId xmlns:a16="http://schemas.microsoft.com/office/drawing/2014/main" id="{5BAFD75F-ABF7-41E1-8BF3-566F7F141130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33" name="new_b__predict10_cell_058_hatch">
              <a:extLst>
                <a:ext uri="{FF2B5EF4-FFF2-40B4-BE49-F238E27FC236}">
                  <a16:creationId xmlns:a16="http://schemas.microsoft.com/office/drawing/2014/main" id="{8795A58B-6348-4159-8EFD-0333BEA43DD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34" name="new_b__predict10_cell_059">
              <a:extLst>
                <a:ext uri="{FF2B5EF4-FFF2-40B4-BE49-F238E27FC236}">
                  <a16:creationId xmlns:a16="http://schemas.microsoft.com/office/drawing/2014/main" id="{E55E7A0D-CDE3-4F3B-808D-F652C3D1E2D3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35" name="new_b__predict10_cell_059_hatch">
              <a:extLst>
                <a:ext uri="{FF2B5EF4-FFF2-40B4-BE49-F238E27FC236}">
                  <a16:creationId xmlns:a16="http://schemas.microsoft.com/office/drawing/2014/main" id="{C92DE169-C78C-4DEB-B848-FB423DA071B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36" name="new_b__predict10_cell_060">
              <a:extLst>
                <a:ext uri="{FF2B5EF4-FFF2-40B4-BE49-F238E27FC236}">
                  <a16:creationId xmlns:a16="http://schemas.microsoft.com/office/drawing/2014/main" id="{2BA4FD58-0440-403A-B601-0A6BBDA4A1FB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37" name="new_b__predict10_cell_060_hatch">
              <a:extLst>
                <a:ext uri="{FF2B5EF4-FFF2-40B4-BE49-F238E27FC236}">
                  <a16:creationId xmlns:a16="http://schemas.microsoft.com/office/drawing/2014/main" id="{94EF31BB-D4CA-4C8E-A8CA-A47E0B34B62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38" name="new_b__predict10_cell_061">
              <a:extLst>
                <a:ext uri="{FF2B5EF4-FFF2-40B4-BE49-F238E27FC236}">
                  <a16:creationId xmlns:a16="http://schemas.microsoft.com/office/drawing/2014/main" id="{A9A024D4-CBDA-41E0-A28D-5711F2BA0529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39" name="new_b__predict10_cell_061_hatch">
              <a:extLst>
                <a:ext uri="{FF2B5EF4-FFF2-40B4-BE49-F238E27FC236}">
                  <a16:creationId xmlns:a16="http://schemas.microsoft.com/office/drawing/2014/main" id="{2006E05F-8A56-484A-92DD-CE823CE7B71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40" name="new_b__predict10_cell_062">
              <a:extLst>
                <a:ext uri="{FF2B5EF4-FFF2-40B4-BE49-F238E27FC236}">
                  <a16:creationId xmlns:a16="http://schemas.microsoft.com/office/drawing/2014/main" id="{CCAC595B-FAA2-4549-9F32-E070BF8FFBDC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41" name="new_b__predict10_cell_062_hatch">
              <a:extLst>
                <a:ext uri="{FF2B5EF4-FFF2-40B4-BE49-F238E27FC236}">
                  <a16:creationId xmlns:a16="http://schemas.microsoft.com/office/drawing/2014/main" id="{42C9ABD6-9000-44DF-B8D3-ECBA9E1AD76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42" name="new_b__predict10_cell_063">
              <a:extLst>
                <a:ext uri="{FF2B5EF4-FFF2-40B4-BE49-F238E27FC236}">
                  <a16:creationId xmlns:a16="http://schemas.microsoft.com/office/drawing/2014/main" id="{7D369729-CA21-41FC-B076-42BB7F33771F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213872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43" name="new_b__predict10_cell_063_hatch">
              <a:extLst>
                <a:ext uri="{FF2B5EF4-FFF2-40B4-BE49-F238E27FC236}">
                  <a16:creationId xmlns:a16="http://schemas.microsoft.com/office/drawing/2014/main" id="{388B8F13-A0AD-4FFB-9526-A9498A755B8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22393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44" name="new_b__predict10_cell_064">
              <a:extLst>
                <a:ext uri="{FF2B5EF4-FFF2-40B4-BE49-F238E27FC236}">
                  <a16:creationId xmlns:a16="http://schemas.microsoft.com/office/drawing/2014/main" id="{FE6073AA-C4A0-4482-B584-E987C4A28A42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45" name="new_b__predict10_cell_064_hatch">
              <a:extLst>
                <a:ext uri="{FF2B5EF4-FFF2-40B4-BE49-F238E27FC236}">
                  <a16:creationId xmlns:a16="http://schemas.microsoft.com/office/drawing/2014/main" id="{383BCEC5-3B16-4D48-B0EE-DD87A046C1F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46" name="new_b__predict10_cell_065">
              <a:extLst>
                <a:ext uri="{FF2B5EF4-FFF2-40B4-BE49-F238E27FC236}">
                  <a16:creationId xmlns:a16="http://schemas.microsoft.com/office/drawing/2014/main" id="{30380634-F5C7-4A22-AB2F-A27A003B5631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47" name="new_b__predict10_cell_065_hatch">
              <a:extLst>
                <a:ext uri="{FF2B5EF4-FFF2-40B4-BE49-F238E27FC236}">
                  <a16:creationId xmlns:a16="http://schemas.microsoft.com/office/drawing/2014/main" id="{E09D95DA-1198-40CF-A39C-5D3530ADB29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48" name="new_b__predict10_cell_066">
              <a:extLst>
                <a:ext uri="{FF2B5EF4-FFF2-40B4-BE49-F238E27FC236}">
                  <a16:creationId xmlns:a16="http://schemas.microsoft.com/office/drawing/2014/main" id="{1EF42B3B-0781-49E4-82EC-9DF45B32A0D7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49" name="new_b__predict10_cell_066_hatch">
              <a:extLst>
                <a:ext uri="{FF2B5EF4-FFF2-40B4-BE49-F238E27FC236}">
                  <a16:creationId xmlns:a16="http://schemas.microsoft.com/office/drawing/2014/main" id="{73ECB321-A33F-4236-8413-A1510848298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50" name="new_b__predict10_cell_067">
              <a:extLst>
                <a:ext uri="{FF2B5EF4-FFF2-40B4-BE49-F238E27FC236}">
                  <a16:creationId xmlns:a16="http://schemas.microsoft.com/office/drawing/2014/main" id="{173D590E-F12E-4357-96EE-3D9B71225ADE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51" name="new_b__predict10_cell_067_hatch">
              <a:extLst>
                <a:ext uri="{FF2B5EF4-FFF2-40B4-BE49-F238E27FC236}">
                  <a16:creationId xmlns:a16="http://schemas.microsoft.com/office/drawing/2014/main" id="{39E06B2D-BD22-4677-A78B-A00A6DAF5CF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52" name="new_b__predict10_cell_068">
              <a:extLst>
                <a:ext uri="{FF2B5EF4-FFF2-40B4-BE49-F238E27FC236}">
                  <a16:creationId xmlns:a16="http://schemas.microsoft.com/office/drawing/2014/main" id="{5A40A52C-957B-4D1C-ADBF-A1387BEB56CD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53" name="new_b__predict10_cell_068_hatch">
              <a:extLst>
                <a:ext uri="{FF2B5EF4-FFF2-40B4-BE49-F238E27FC236}">
                  <a16:creationId xmlns:a16="http://schemas.microsoft.com/office/drawing/2014/main" id="{924BF2B4-543C-489D-A3E6-94694E75CA5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54" name="new_b__predict10_cell_069">
              <a:extLst>
                <a:ext uri="{FF2B5EF4-FFF2-40B4-BE49-F238E27FC236}">
                  <a16:creationId xmlns:a16="http://schemas.microsoft.com/office/drawing/2014/main" id="{B89A309A-B870-4C11-8185-1C490AF0E6FA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55" name="new_b__predict10_cell_069_hatch">
              <a:extLst>
                <a:ext uri="{FF2B5EF4-FFF2-40B4-BE49-F238E27FC236}">
                  <a16:creationId xmlns:a16="http://schemas.microsoft.com/office/drawing/2014/main" id="{3F1781E3-E875-453F-A05F-CEED37BAC80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56" name="new_b__predict10_cell_070">
              <a:extLst>
                <a:ext uri="{FF2B5EF4-FFF2-40B4-BE49-F238E27FC236}">
                  <a16:creationId xmlns:a16="http://schemas.microsoft.com/office/drawing/2014/main" id="{DF25B99B-7690-453A-B214-B33713F493E5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57" name="new_b__predict10_cell_070_hatch">
              <a:extLst>
                <a:ext uri="{FF2B5EF4-FFF2-40B4-BE49-F238E27FC236}">
                  <a16:creationId xmlns:a16="http://schemas.microsoft.com/office/drawing/2014/main" id="{6141D4F5-7B09-4971-B6BE-2A0A6DF9DCD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58" name="new_b__predict10_cell_071">
              <a:extLst>
                <a:ext uri="{FF2B5EF4-FFF2-40B4-BE49-F238E27FC236}">
                  <a16:creationId xmlns:a16="http://schemas.microsoft.com/office/drawing/2014/main" id="{1ABE6F68-5BEC-41F4-971E-6088897F18B3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59" name="new_b__predict10_cell_071_hatch">
              <a:extLst>
                <a:ext uri="{FF2B5EF4-FFF2-40B4-BE49-F238E27FC236}">
                  <a16:creationId xmlns:a16="http://schemas.microsoft.com/office/drawing/2014/main" id="{0FCEEFA7-71FE-46C8-A4F1-310E346F1F4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60" name="new_b__predict10_cell_072">
              <a:extLst>
                <a:ext uri="{FF2B5EF4-FFF2-40B4-BE49-F238E27FC236}">
                  <a16:creationId xmlns:a16="http://schemas.microsoft.com/office/drawing/2014/main" id="{5268967F-EF56-4AD4-87FF-EB337BC11536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61" name="new_b__predict10_cell_072_hatch">
              <a:extLst>
                <a:ext uri="{FF2B5EF4-FFF2-40B4-BE49-F238E27FC236}">
                  <a16:creationId xmlns:a16="http://schemas.microsoft.com/office/drawing/2014/main" id="{01673F10-EF0E-4624-93C4-3D08393C135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62" name="new_b__predict10_cell_073">
              <a:extLst>
                <a:ext uri="{FF2B5EF4-FFF2-40B4-BE49-F238E27FC236}">
                  <a16:creationId xmlns:a16="http://schemas.microsoft.com/office/drawing/2014/main" id="{C4C8DEFE-02AF-4294-9B5C-79F9EADFDE02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63" name="new_b__predict10_cell_073_hatch">
              <a:extLst>
                <a:ext uri="{FF2B5EF4-FFF2-40B4-BE49-F238E27FC236}">
                  <a16:creationId xmlns:a16="http://schemas.microsoft.com/office/drawing/2014/main" id="{8AEFC724-6E5D-419B-BE3C-6C406C4D5FC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64" name="new_b__predict10_cell_074">
              <a:extLst>
                <a:ext uri="{FF2B5EF4-FFF2-40B4-BE49-F238E27FC236}">
                  <a16:creationId xmlns:a16="http://schemas.microsoft.com/office/drawing/2014/main" id="{CE388D66-2EFD-486B-B5EB-FD064543719E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65" name="new_b__predict10_cell_074_hatch">
              <a:extLst>
                <a:ext uri="{FF2B5EF4-FFF2-40B4-BE49-F238E27FC236}">
                  <a16:creationId xmlns:a16="http://schemas.microsoft.com/office/drawing/2014/main" id="{9FEA4B7A-9ED9-4029-BED7-E6115BAAED7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66" name="new_b__predict10_cell_075">
              <a:extLst>
                <a:ext uri="{FF2B5EF4-FFF2-40B4-BE49-F238E27FC236}">
                  <a16:creationId xmlns:a16="http://schemas.microsoft.com/office/drawing/2014/main" id="{D344F4BB-490D-473F-8B68-42CEE7DBE01E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67" name="new_b__predict10_cell_075_hatch">
              <a:extLst>
                <a:ext uri="{FF2B5EF4-FFF2-40B4-BE49-F238E27FC236}">
                  <a16:creationId xmlns:a16="http://schemas.microsoft.com/office/drawing/2014/main" id="{DDB5F1F1-1C00-4933-A6C5-4B62F60FF9A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68" name="new_b__predict10_cell_076">
              <a:extLst>
                <a:ext uri="{FF2B5EF4-FFF2-40B4-BE49-F238E27FC236}">
                  <a16:creationId xmlns:a16="http://schemas.microsoft.com/office/drawing/2014/main" id="{FA07246F-F1AA-41A6-9DA7-1B6D324542D0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69" name="new_b__predict10_cell_076_hatch">
              <a:extLst>
                <a:ext uri="{FF2B5EF4-FFF2-40B4-BE49-F238E27FC236}">
                  <a16:creationId xmlns:a16="http://schemas.microsoft.com/office/drawing/2014/main" id="{AFEEF904-B790-4B3E-860D-64E1B9B5310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70" name="new_b__predict10_cell_077">
              <a:extLst>
                <a:ext uri="{FF2B5EF4-FFF2-40B4-BE49-F238E27FC236}">
                  <a16:creationId xmlns:a16="http://schemas.microsoft.com/office/drawing/2014/main" id="{F7473ACE-0D51-433A-8A18-FCB49569284E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71" name="new_b__predict10_cell_077_hatch">
              <a:extLst>
                <a:ext uri="{FF2B5EF4-FFF2-40B4-BE49-F238E27FC236}">
                  <a16:creationId xmlns:a16="http://schemas.microsoft.com/office/drawing/2014/main" id="{E30562FB-65FA-4803-80D3-B5F5468DF98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72" name="new_b__predict10_cell_078">
              <a:extLst>
                <a:ext uri="{FF2B5EF4-FFF2-40B4-BE49-F238E27FC236}">
                  <a16:creationId xmlns:a16="http://schemas.microsoft.com/office/drawing/2014/main" id="{B5FF7662-8F52-4C9D-AA89-4611329951DA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73" name="new_b__predict10_cell_078_hatch">
              <a:extLst>
                <a:ext uri="{FF2B5EF4-FFF2-40B4-BE49-F238E27FC236}">
                  <a16:creationId xmlns:a16="http://schemas.microsoft.com/office/drawing/2014/main" id="{DC80CBEC-6A50-465D-917A-EBEE461581E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74" name="new_b__predict10_cell_079">
              <a:extLst>
                <a:ext uri="{FF2B5EF4-FFF2-40B4-BE49-F238E27FC236}">
                  <a16:creationId xmlns:a16="http://schemas.microsoft.com/office/drawing/2014/main" id="{1FDEDE52-E1D7-4AD0-BF5F-9E1AC8780CA0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29126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75" name="new_b__predict10_cell_079_hatch">
              <a:extLst>
                <a:ext uri="{FF2B5EF4-FFF2-40B4-BE49-F238E27FC236}">
                  <a16:creationId xmlns:a16="http://schemas.microsoft.com/office/drawing/2014/main" id="{E37406D6-9281-4282-B9B7-5BE6569F325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301323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76" name="new_b__predict10_cell_080">
              <a:extLst>
                <a:ext uri="{FF2B5EF4-FFF2-40B4-BE49-F238E27FC236}">
                  <a16:creationId xmlns:a16="http://schemas.microsoft.com/office/drawing/2014/main" id="{142F5617-F0BB-4CAD-9825-03D72FE80ED6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77" name="new_b__predict10_cell_080_hatch">
              <a:extLst>
                <a:ext uri="{FF2B5EF4-FFF2-40B4-BE49-F238E27FC236}">
                  <a16:creationId xmlns:a16="http://schemas.microsoft.com/office/drawing/2014/main" id="{FB4516B7-B9EE-4634-B7EB-4DBA21AFE84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78" name="new_b__predict10_cell_081">
              <a:extLst>
                <a:ext uri="{FF2B5EF4-FFF2-40B4-BE49-F238E27FC236}">
                  <a16:creationId xmlns:a16="http://schemas.microsoft.com/office/drawing/2014/main" id="{0FCC4E9A-12CD-4367-8980-545ECC037F42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79" name="new_b__predict10_cell_081_hatch">
              <a:extLst>
                <a:ext uri="{FF2B5EF4-FFF2-40B4-BE49-F238E27FC236}">
                  <a16:creationId xmlns:a16="http://schemas.microsoft.com/office/drawing/2014/main" id="{BE8C48FB-F31B-4CB2-B110-B0F70D63A75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80" name="new_b__predict10_cell_082">
              <a:extLst>
                <a:ext uri="{FF2B5EF4-FFF2-40B4-BE49-F238E27FC236}">
                  <a16:creationId xmlns:a16="http://schemas.microsoft.com/office/drawing/2014/main" id="{D145412F-250A-414C-83B8-CE8F5F2B12BB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81" name="new_b__predict10_cell_082_hatch">
              <a:extLst>
                <a:ext uri="{FF2B5EF4-FFF2-40B4-BE49-F238E27FC236}">
                  <a16:creationId xmlns:a16="http://schemas.microsoft.com/office/drawing/2014/main" id="{A3083A05-443C-46A5-B1E9-DA7825B5371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82" name="new_b__predict10_cell_083">
              <a:extLst>
                <a:ext uri="{FF2B5EF4-FFF2-40B4-BE49-F238E27FC236}">
                  <a16:creationId xmlns:a16="http://schemas.microsoft.com/office/drawing/2014/main" id="{4D5BCF08-210E-4F70-AB64-083EAC7DE84E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83" name="new_b__predict10_cell_083_hatch">
              <a:extLst>
                <a:ext uri="{FF2B5EF4-FFF2-40B4-BE49-F238E27FC236}">
                  <a16:creationId xmlns:a16="http://schemas.microsoft.com/office/drawing/2014/main" id="{006E0580-2A9F-47DC-BB3F-25543BE3C78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84" name="new_b__predict10_cell_084">
              <a:extLst>
                <a:ext uri="{FF2B5EF4-FFF2-40B4-BE49-F238E27FC236}">
                  <a16:creationId xmlns:a16="http://schemas.microsoft.com/office/drawing/2014/main" id="{CE106358-E927-4C71-8E73-E92226B34B5D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85" name="new_b__predict10_cell_084_hatch">
              <a:extLst>
                <a:ext uri="{FF2B5EF4-FFF2-40B4-BE49-F238E27FC236}">
                  <a16:creationId xmlns:a16="http://schemas.microsoft.com/office/drawing/2014/main" id="{A9D1D1EA-76D0-454E-B2D9-EB2AAC5AD64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86" name="new_b__predict10_cell_085">
              <a:extLst>
                <a:ext uri="{FF2B5EF4-FFF2-40B4-BE49-F238E27FC236}">
                  <a16:creationId xmlns:a16="http://schemas.microsoft.com/office/drawing/2014/main" id="{640AA536-9801-422C-93ED-FE011AF87101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87" name="new_b__predict10_cell_085_hatch">
              <a:extLst>
                <a:ext uri="{FF2B5EF4-FFF2-40B4-BE49-F238E27FC236}">
                  <a16:creationId xmlns:a16="http://schemas.microsoft.com/office/drawing/2014/main" id="{647F55E3-822C-4A80-B505-117AB925B8A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88" name="new_b__predict10_cell_086">
              <a:extLst>
                <a:ext uri="{FF2B5EF4-FFF2-40B4-BE49-F238E27FC236}">
                  <a16:creationId xmlns:a16="http://schemas.microsoft.com/office/drawing/2014/main" id="{957AC6FC-16A3-44D0-9E83-4182251B2635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89" name="new_b__predict10_cell_086_hatch">
              <a:extLst>
                <a:ext uri="{FF2B5EF4-FFF2-40B4-BE49-F238E27FC236}">
                  <a16:creationId xmlns:a16="http://schemas.microsoft.com/office/drawing/2014/main" id="{E3203382-6375-438C-A164-B8A01D06A4C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90" name="new_b__predict10_cell_087">
              <a:extLst>
                <a:ext uri="{FF2B5EF4-FFF2-40B4-BE49-F238E27FC236}">
                  <a16:creationId xmlns:a16="http://schemas.microsoft.com/office/drawing/2014/main" id="{4C976178-7EF5-4E2E-B53A-1108D4A1966E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91" name="new_b__predict10_cell_087_hatch">
              <a:extLst>
                <a:ext uri="{FF2B5EF4-FFF2-40B4-BE49-F238E27FC236}">
                  <a16:creationId xmlns:a16="http://schemas.microsoft.com/office/drawing/2014/main" id="{170562AC-BC5B-4A5E-8226-9BCA5D4285C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92" name="new_b__predict10_cell_088">
              <a:extLst>
                <a:ext uri="{FF2B5EF4-FFF2-40B4-BE49-F238E27FC236}">
                  <a16:creationId xmlns:a16="http://schemas.microsoft.com/office/drawing/2014/main" id="{B4714F90-3F0D-408E-809D-118638DE0962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93" name="new_b__predict10_cell_088_hatch">
              <a:extLst>
                <a:ext uri="{FF2B5EF4-FFF2-40B4-BE49-F238E27FC236}">
                  <a16:creationId xmlns:a16="http://schemas.microsoft.com/office/drawing/2014/main" id="{605D4BD2-2D70-402C-8E14-09AC2EF70B5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94" name="new_b__predict10_cell_089">
              <a:extLst>
                <a:ext uri="{FF2B5EF4-FFF2-40B4-BE49-F238E27FC236}">
                  <a16:creationId xmlns:a16="http://schemas.microsoft.com/office/drawing/2014/main" id="{727C5E70-499C-41EF-B044-73569F6AFF38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95" name="new_b__predict10_cell_089_hatch">
              <a:extLst>
                <a:ext uri="{FF2B5EF4-FFF2-40B4-BE49-F238E27FC236}">
                  <a16:creationId xmlns:a16="http://schemas.microsoft.com/office/drawing/2014/main" id="{960AEB78-D6D8-4E38-9BE4-169B5122EEB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96" name="new_b__predict10_cell_090">
              <a:extLst>
                <a:ext uri="{FF2B5EF4-FFF2-40B4-BE49-F238E27FC236}">
                  <a16:creationId xmlns:a16="http://schemas.microsoft.com/office/drawing/2014/main" id="{9CE5B836-322C-481D-B54C-72BE402ACC06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97" name="new_b__predict10_cell_090_hatch">
              <a:extLst>
                <a:ext uri="{FF2B5EF4-FFF2-40B4-BE49-F238E27FC236}">
                  <a16:creationId xmlns:a16="http://schemas.microsoft.com/office/drawing/2014/main" id="{6CAC5462-CC62-447F-9D22-DB80F67AB98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2998" name="new_b__predict10_cell_091">
              <a:extLst>
                <a:ext uri="{FF2B5EF4-FFF2-40B4-BE49-F238E27FC236}">
                  <a16:creationId xmlns:a16="http://schemas.microsoft.com/office/drawing/2014/main" id="{45BE74AD-D8E7-47BF-BCEA-3DA6A7C82940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2999" name="new_b__predict10_cell_091_hatch">
              <a:extLst>
                <a:ext uri="{FF2B5EF4-FFF2-40B4-BE49-F238E27FC236}">
                  <a16:creationId xmlns:a16="http://schemas.microsoft.com/office/drawing/2014/main" id="{17AF6F1B-07F3-41C1-A76F-F5859D0BD79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00" name="new_b__predict10_cell_092">
              <a:extLst>
                <a:ext uri="{FF2B5EF4-FFF2-40B4-BE49-F238E27FC236}">
                  <a16:creationId xmlns:a16="http://schemas.microsoft.com/office/drawing/2014/main" id="{E4B80B34-F313-4FA7-9A9F-F5DDE5EA072C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01" name="new_b__predict10_cell_092_hatch">
              <a:extLst>
                <a:ext uri="{FF2B5EF4-FFF2-40B4-BE49-F238E27FC236}">
                  <a16:creationId xmlns:a16="http://schemas.microsoft.com/office/drawing/2014/main" id="{5BA1914F-05E7-4BA5-B802-52DAF3B69DC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02" name="new_b__predict10_cell_093">
              <a:extLst>
                <a:ext uri="{FF2B5EF4-FFF2-40B4-BE49-F238E27FC236}">
                  <a16:creationId xmlns:a16="http://schemas.microsoft.com/office/drawing/2014/main" id="{8BAC4BFA-C284-4A14-9ADE-DB6E77904D28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03" name="new_b__predict10_cell_093_hatch">
              <a:extLst>
                <a:ext uri="{FF2B5EF4-FFF2-40B4-BE49-F238E27FC236}">
                  <a16:creationId xmlns:a16="http://schemas.microsoft.com/office/drawing/2014/main" id="{54DF4347-7236-4008-AFCA-F442F528A28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04" name="new_b__predict10_cell_094">
              <a:extLst>
                <a:ext uri="{FF2B5EF4-FFF2-40B4-BE49-F238E27FC236}">
                  <a16:creationId xmlns:a16="http://schemas.microsoft.com/office/drawing/2014/main" id="{F0C0911F-C52E-4E22-80DF-605E3C2FCF25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05" name="new_b__predict10_cell_094_hatch">
              <a:extLst>
                <a:ext uri="{FF2B5EF4-FFF2-40B4-BE49-F238E27FC236}">
                  <a16:creationId xmlns:a16="http://schemas.microsoft.com/office/drawing/2014/main" id="{1FF3749F-EB90-417F-A1FA-E6531C0A989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06" name="new_b__predict10_cell_095">
              <a:extLst>
                <a:ext uri="{FF2B5EF4-FFF2-40B4-BE49-F238E27FC236}">
                  <a16:creationId xmlns:a16="http://schemas.microsoft.com/office/drawing/2014/main" id="{1570A3CA-364F-4CF2-97D9-2A51B32C43DF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368653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07" name="new_b__predict10_cell_095_hatch">
              <a:extLst>
                <a:ext uri="{FF2B5EF4-FFF2-40B4-BE49-F238E27FC236}">
                  <a16:creationId xmlns:a16="http://schemas.microsoft.com/office/drawing/2014/main" id="{334051EA-EA81-4BE6-8CC5-26BC70D8100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378714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08" name="new_b__predict10_cell_096">
              <a:extLst>
                <a:ext uri="{FF2B5EF4-FFF2-40B4-BE49-F238E27FC236}">
                  <a16:creationId xmlns:a16="http://schemas.microsoft.com/office/drawing/2014/main" id="{D6B9F168-6E3D-4FDD-9628-A5265F3002A1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09" name="new_b__predict10_cell_096_hatch">
              <a:extLst>
                <a:ext uri="{FF2B5EF4-FFF2-40B4-BE49-F238E27FC236}">
                  <a16:creationId xmlns:a16="http://schemas.microsoft.com/office/drawing/2014/main" id="{5DADC470-30DF-4CF3-8DE0-0BE005D734C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10" name="new_b__predict10_cell_097">
              <a:extLst>
                <a:ext uri="{FF2B5EF4-FFF2-40B4-BE49-F238E27FC236}">
                  <a16:creationId xmlns:a16="http://schemas.microsoft.com/office/drawing/2014/main" id="{34AACDAB-57C1-4F6C-AD94-4954D8D5C5BA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11" name="new_b__predict10_cell_097_hatch">
              <a:extLst>
                <a:ext uri="{FF2B5EF4-FFF2-40B4-BE49-F238E27FC236}">
                  <a16:creationId xmlns:a16="http://schemas.microsoft.com/office/drawing/2014/main" id="{11DE8E77-69CE-4464-8332-D3A2740B6AC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12" name="new_b__predict10_cell_098">
              <a:extLst>
                <a:ext uri="{FF2B5EF4-FFF2-40B4-BE49-F238E27FC236}">
                  <a16:creationId xmlns:a16="http://schemas.microsoft.com/office/drawing/2014/main" id="{94D081C3-F3EB-45D2-9CC1-79644EB7667F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13" name="new_b__predict10_cell_098_hatch">
              <a:extLst>
                <a:ext uri="{FF2B5EF4-FFF2-40B4-BE49-F238E27FC236}">
                  <a16:creationId xmlns:a16="http://schemas.microsoft.com/office/drawing/2014/main" id="{34FB32CD-501B-460F-B950-756AD9AB6A7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14" name="new_b__predict10_cell_099">
              <a:extLst>
                <a:ext uri="{FF2B5EF4-FFF2-40B4-BE49-F238E27FC236}">
                  <a16:creationId xmlns:a16="http://schemas.microsoft.com/office/drawing/2014/main" id="{3C0E44BF-F1F1-4319-9000-58A0FFA76455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15" name="new_b__predict10_cell_099_hatch">
              <a:extLst>
                <a:ext uri="{FF2B5EF4-FFF2-40B4-BE49-F238E27FC236}">
                  <a16:creationId xmlns:a16="http://schemas.microsoft.com/office/drawing/2014/main" id="{74CCD880-14BA-44DE-BFF8-B46B09A3729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16" name="new_b__predict10_cell_100">
              <a:extLst>
                <a:ext uri="{FF2B5EF4-FFF2-40B4-BE49-F238E27FC236}">
                  <a16:creationId xmlns:a16="http://schemas.microsoft.com/office/drawing/2014/main" id="{FD1182BC-75FE-4C8A-B65F-631AC7790414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17" name="new_b__predict10_cell_100_hatch">
              <a:extLst>
                <a:ext uri="{FF2B5EF4-FFF2-40B4-BE49-F238E27FC236}">
                  <a16:creationId xmlns:a16="http://schemas.microsoft.com/office/drawing/2014/main" id="{52CB02B9-09F2-48CB-9BC1-D53D8859FBD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18" name="new_b__predict10_cell_101">
              <a:extLst>
                <a:ext uri="{FF2B5EF4-FFF2-40B4-BE49-F238E27FC236}">
                  <a16:creationId xmlns:a16="http://schemas.microsoft.com/office/drawing/2014/main" id="{AACA0587-6F7E-476C-9997-AB5A2942A36D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19" name="new_b__predict10_cell_101_hatch">
              <a:extLst>
                <a:ext uri="{FF2B5EF4-FFF2-40B4-BE49-F238E27FC236}">
                  <a16:creationId xmlns:a16="http://schemas.microsoft.com/office/drawing/2014/main" id="{71BF3EE3-0133-45C2-8E46-671BC5032A6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20" name="new_b__predict10_cell_102">
              <a:extLst>
                <a:ext uri="{FF2B5EF4-FFF2-40B4-BE49-F238E27FC236}">
                  <a16:creationId xmlns:a16="http://schemas.microsoft.com/office/drawing/2014/main" id="{EE0C2C3B-6D6B-4875-B8B4-2F7C95B10102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21" name="new_b__predict10_cell_102_hatch">
              <a:extLst>
                <a:ext uri="{FF2B5EF4-FFF2-40B4-BE49-F238E27FC236}">
                  <a16:creationId xmlns:a16="http://schemas.microsoft.com/office/drawing/2014/main" id="{CED3248C-F9A6-4EA0-A8C5-54CDE558C71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22" name="new_b__predict10_cell_103">
              <a:extLst>
                <a:ext uri="{FF2B5EF4-FFF2-40B4-BE49-F238E27FC236}">
                  <a16:creationId xmlns:a16="http://schemas.microsoft.com/office/drawing/2014/main" id="{30D1DE24-221A-455C-8940-0B52C4639C78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23" name="new_b__predict10_cell_103_hatch">
              <a:extLst>
                <a:ext uri="{FF2B5EF4-FFF2-40B4-BE49-F238E27FC236}">
                  <a16:creationId xmlns:a16="http://schemas.microsoft.com/office/drawing/2014/main" id="{65AFAA66-2FA2-4E0F-9353-801EFA11FAE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24" name="new_b__predict10_cell_104">
              <a:extLst>
                <a:ext uri="{FF2B5EF4-FFF2-40B4-BE49-F238E27FC236}">
                  <a16:creationId xmlns:a16="http://schemas.microsoft.com/office/drawing/2014/main" id="{E830F547-FCB3-4951-9596-D966E232243E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25" name="new_b__predict10_cell_104_hatch">
              <a:extLst>
                <a:ext uri="{FF2B5EF4-FFF2-40B4-BE49-F238E27FC236}">
                  <a16:creationId xmlns:a16="http://schemas.microsoft.com/office/drawing/2014/main" id="{4A68C071-41BF-46B5-A525-666F05FA29C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26" name="new_b__predict10_cell_105">
              <a:extLst>
                <a:ext uri="{FF2B5EF4-FFF2-40B4-BE49-F238E27FC236}">
                  <a16:creationId xmlns:a16="http://schemas.microsoft.com/office/drawing/2014/main" id="{F08A3427-C958-4AEA-BA75-C8F5BEAADD86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27" name="new_b__predict10_cell_105_hatch">
              <a:extLst>
                <a:ext uri="{FF2B5EF4-FFF2-40B4-BE49-F238E27FC236}">
                  <a16:creationId xmlns:a16="http://schemas.microsoft.com/office/drawing/2014/main" id="{E8D44FAF-305B-4ABD-8F1B-F9183F63370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28" name="new_b__predict10_cell_106">
              <a:extLst>
                <a:ext uri="{FF2B5EF4-FFF2-40B4-BE49-F238E27FC236}">
                  <a16:creationId xmlns:a16="http://schemas.microsoft.com/office/drawing/2014/main" id="{12C2668C-D772-4CB6-9D9F-AF536E294398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29" name="new_b__predict10_cell_106_hatch">
              <a:extLst>
                <a:ext uri="{FF2B5EF4-FFF2-40B4-BE49-F238E27FC236}">
                  <a16:creationId xmlns:a16="http://schemas.microsoft.com/office/drawing/2014/main" id="{C2F1CDF7-08C8-4FF9-B6D8-6E594630BBE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30" name="new_b__predict10_cell_107">
              <a:extLst>
                <a:ext uri="{FF2B5EF4-FFF2-40B4-BE49-F238E27FC236}">
                  <a16:creationId xmlns:a16="http://schemas.microsoft.com/office/drawing/2014/main" id="{3637A42B-4660-49EF-8B6F-0594CAC4D0DA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31" name="new_b__predict10_cell_107_hatch">
              <a:extLst>
                <a:ext uri="{FF2B5EF4-FFF2-40B4-BE49-F238E27FC236}">
                  <a16:creationId xmlns:a16="http://schemas.microsoft.com/office/drawing/2014/main" id="{EFE0D57D-AD64-4579-8DD3-4C43035208C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32" name="new_b__predict10_cell_108">
              <a:extLst>
                <a:ext uri="{FF2B5EF4-FFF2-40B4-BE49-F238E27FC236}">
                  <a16:creationId xmlns:a16="http://schemas.microsoft.com/office/drawing/2014/main" id="{F938135C-A32E-4D39-B28C-1CAE1F635D53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33" name="new_b__predict10_cell_108_hatch">
              <a:extLst>
                <a:ext uri="{FF2B5EF4-FFF2-40B4-BE49-F238E27FC236}">
                  <a16:creationId xmlns:a16="http://schemas.microsoft.com/office/drawing/2014/main" id="{AE7299C2-67E2-4798-B87E-9509C037A9F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34" name="new_b__predict10_cell_109">
              <a:extLst>
                <a:ext uri="{FF2B5EF4-FFF2-40B4-BE49-F238E27FC236}">
                  <a16:creationId xmlns:a16="http://schemas.microsoft.com/office/drawing/2014/main" id="{EDD0DC1C-6C17-48E6-BBAD-2BF11A89EEAC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35" name="new_b__predict10_cell_109_hatch">
              <a:extLst>
                <a:ext uri="{FF2B5EF4-FFF2-40B4-BE49-F238E27FC236}">
                  <a16:creationId xmlns:a16="http://schemas.microsoft.com/office/drawing/2014/main" id="{050737F0-1A25-4347-8ACD-BC275A416D1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36" name="new_b__predict10_cell_110">
              <a:extLst>
                <a:ext uri="{FF2B5EF4-FFF2-40B4-BE49-F238E27FC236}">
                  <a16:creationId xmlns:a16="http://schemas.microsoft.com/office/drawing/2014/main" id="{06228BBA-D6C7-440B-8824-B14F8FCE4127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37" name="new_b__predict10_cell_110_hatch">
              <a:extLst>
                <a:ext uri="{FF2B5EF4-FFF2-40B4-BE49-F238E27FC236}">
                  <a16:creationId xmlns:a16="http://schemas.microsoft.com/office/drawing/2014/main" id="{2DA24372-03B9-404E-80D0-ED6174C9962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38" name="new_b__predict10_cell_111">
              <a:extLst>
                <a:ext uri="{FF2B5EF4-FFF2-40B4-BE49-F238E27FC236}">
                  <a16:creationId xmlns:a16="http://schemas.microsoft.com/office/drawing/2014/main" id="{39B29ED9-C595-48C0-BA35-3D687131C83B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44604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39" name="new_b__predict10_cell_111_hatch">
              <a:extLst>
                <a:ext uri="{FF2B5EF4-FFF2-40B4-BE49-F238E27FC236}">
                  <a16:creationId xmlns:a16="http://schemas.microsoft.com/office/drawing/2014/main" id="{E2134BCA-00DB-4457-833A-2D55458B1A0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45610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40" name="new_b__predict10_cell_112">
              <a:extLst>
                <a:ext uri="{FF2B5EF4-FFF2-40B4-BE49-F238E27FC236}">
                  <a16:creationId xmlns:a16="http://schemas.microsoft.com/office/drawing/2014/main" id="{19130CDF-B814-490A-9A30-AE035B8D4CD1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41" name="new_b__predict10_cell_112_hatch">
              <a:extLst>
                <a:ext uri="{FF2B5EF4-FFF2-40B4-BE49-F238E27FC236}">
                  <a16:creationId xmlns:a16="http://schemas.microsoft.com/office/drawing/2014/main" id="{25645776-0A05-4D5D-B2D2-B0FBB8D15F6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42" name="new_b__predict10_cell_113">
              <a:extLst>
                <a:ext uri="{FF2B5EF4-FFF2-40B4-BE49-F238E27FC236}">
                  <a16:creationId xmlns:a16="http://schemas.microsoft.com/office/drawing/2014/main" id="{3CD05493-C31D-48AF-86BD-4271E65DA845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43" name="new_b__predict10_cell_113_hatch">
              <a:extLst>
                <a:ext uri="{FF2B5EF4-FFF2-40B4-BE49-F238E27FC236}">
                  <a16:creationId xmlns:a16="http://schemas.microsoft.com/office/drawing/2014/main" id="{8EC149F1-4324-4EBA-83D8-285A7D84CAF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44" name="new_b__predict10_cell_114">
              <a:extLst>
                <a:ext uri="{FF2B5EF4-FFF2-40B4-BE49-F238E27FC236}">
                  <a16:creationId xmlns:a16="http://schemas.microsoft.com/office/drawing/2014/main" id="{2029FC1D-7A47-46C5-9555-90C486BAD882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45" name="new_b__predict10_cell_114_hatch">
              <a:extLst>
                <a:ext uri="{FF2B5EF4-FFF2-40B4-BE49-F238E27FC236}">
                  <a16:creationId xmlns:a16="http://schemas.microsoft.com/office/drawing/2014/main" id="{948D1F58-C88D-40DF-8D13-8C7DC787807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46" name="new_b__predict10_cell_115">
              <a:extLst>
                <a:ext uri="{FF2B5EF4-FFF2-40B4-BE49-F238E27FC236}">
                  <a16:creationId xmlns:a16="http://schemas.microsoft.com/office/drawing/2014/main" id="{5780F0E4-DA9F-4E03-B8ED-41CE9F1910E4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47" name="new_b__predict10_cell_115_hatch">
              <a:extLst>
                <a:ext uri="{FF2B5EF4-FFF2-40B4-BE49-F238E27FC236}">
                  <a16:creationId xmlns:a16="http://schemas.microsoft.com/office/drawing/2014/main" id="{3CEC664F-AA1A-42A5-942E-7BA9E525AA2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48" name="new_b__predict10_cell_116">
              <a:extLst>
                <a:ext uri="{FF2B5EF4-FFF2-40B4-BE49-F238E27FC236}">
                  <a16:creationId xmlns:a16="http://schemas.microsoft.com/office/drawing/2014/main" id="{D7726DA4-F7DC-4404-92F2-F2C567CD8A46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49" name="new_b__predict10_cell_116_hatch">
              <a:extLst>
                <a:ext uri="{FF2B5EF4-FFF2-40B4-BE49-F238E27FC236}">
                  <a16:creationId xmlns:a16="http://schemas.microsoft.com/office/drawing/2014/main" id="{AFE49AA0-6C05-473E-9D53-76DF2CFFC0E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50" name="new_b__predict10_cell_117">
              <a:extLst>
                <a:ext uri="{FF2B5EF4-FFF2-40B4-BE49-F238E27FC236}">
                  <a16:creationId xmlns:a16="http://schemas.microsoft.com/office/drawing/2014/main" id="{243B85E3-D142-48E9-B613-E1E0938ECCB9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51" name="new_b__predict10_cell_117_hatch">
              <a:extLst>
                <a:ext uri="{FF2B5EF4-FFF2-40B4-BE49-F238E27FC236}">
                  <a16:creationId xmlns:a16="http://schemas.microsoft.com/office/drawing/2014/main" id="{B778452E-4F8B-4C4B-B950-B538297753A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52" name="new_b__predict10_cell_118">
              <a:extLst>
                <a:ext uri="{FF2B5EF4-FFF2-40B4-BE49-F238E27FC236}">
                  <a16:creationId xmlns:a16="http://schemas.microsoft.com/office/drawing/2014/main" id="{3E788CB4-7E45-4286-B9E7-A7472BFD5D87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53" name="new_b__predict10_cell_118_hatch">
              <a:extLst>
                <a:ext uri="{FF2B5EF4-FFF2-40B4-BE49-F238E27FC236}">
                  <a16:creationId xmlns:a16="http://schemas.microsoft.com/office/drawing/2014/main" id="{6309B53F-8AAD-4573-94F2-E10B5393992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54" name="new_b__predict10_cell_119">
              <a:extLst>
                <a:ext uri="{FF2B5EF4-FFF2-40B4-BE49-F238E27FC236}">
                  <a16:creationId xmlns:a16="http://schemas.microsoft.com/office/drawing/2014/main" id="{88884683-8A8F-4780-95D3-3A7FD5AED02C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55" name="new_b__predict10_cell_119_hatch">
              <a:extLst>
                <a:ext uri="{FF2B5EF4-FFF2-40B4-BE49-F238E27FC236}">
                  <a16:creationId xmlns:a16="http://schemas.microsoft.com/office/drawing/2014/main" id="{C68B0F1F-E582-427E-8F34-2BBED91C1A4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56" name="new_b__predict10_cell_120">
              <a:extLst>
                <a:ext uri="{FF2B5EF4-FFF2-40B4-BE49-F238E27FC236}">
                  <a16:creationId xmlns:a16="http://schemas.microsoft.com/office/drawing/2014/main" id="{F067DDE9-EC61-4EA8-B9E8-53C3DDC1FA05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57" name="new_b__predict10_cell_120_hatch">
              <a:extLst>
                <a:ext uri="{FF2B5EF4-FFF2-40B4-BE49-F238E27FC236}">
                  <a16:creationId xmlns:a16="http://schemas.microsoft.com/office/drawing/2014/main" id="{84B0250C-34C9-41C4-857E-3B36AD69359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58" name="new_b__predict10_cell_121">
              <a:extLst>
                <a:ext uri="{FF2B5EF4-FFF2-40B4-BE49-F238E27FC236}">
                  <a16:creationId xmlns:a16="http://schemas.microsoft.com/office/drawing/2014/main" id="{FFA047FF-B06E-4BD2-8600-02371A333ED7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59" name="new_b__predict10_cell_121_hatch">
              <a:extLst>
                <a:ext uri="{FF2B5EF4-FFF2-40B4-BE49-F238E27FC236}">
                  <a16:creationId xmlns:a16="http://schemas.microsoft.com/office/drawing/2014/main" id="{6F507AE8-9510-4A21-B10E-69C9E4B1C59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60" name="new_b__predict10_cell_122">
              <a:extLst>
                <a:ext uri="{FF2B5EF4-FFF2-40B4-BE49-F238E27FC236}">
                  <a16:creationId xmlns:a16="http://schemas.microsoft.com/office/drawing/2014/main" id="{562E4ECA-C829-452F-BFA7-0D56A6F1C7EC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61" name="new_b__predict10_cell_122_hatch">
              <a:extLst>
                <a:ext uri="{FF2B5EF4-FFF2-40B4-BE49-F238E27FC236}">
                  <a16:creationId xmlns:a16="http://schemas.microsoft.com/office/drawing/2014/main" id="{AFAB570C-81F7-471B-8F7A-61413BFD5AC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62" name="new_b__predict10_cell_123">
              <a:extLst>
                <a:ext uri="{FF2B5EF4-FFF2-40B4-BE49-F238E27FC236}">
                  <a16:creationId xmlns:a16="http://schemas.microsoft.com/office/drawing/2014/main" id="{51C96BC6-E55C-4F27-8E0F-1D30ACBC2358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63" name="new_b__predict10_cell_123_hatch">
              <a:extLst>
                <a:ext uri="{FF2B5EF4-FFF2-40B4-BE49-F238E27FC236}">
                  <a16:creationId xmlns:a16="http://schemas.microsoft.com/office/drawing/2014/main" id="{40C4D756-F4F7-4CBB-A6C8-CDF897129B0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64" name="new_b__predict10_cell_124">
              <a:extLst>
                <a:ext uri="{FF2B5EF4-FFF2-40B4-BE49-F238E27FC236}">
                  <a16:creationId xmlns:a16="http://schemas.microsoft.com/office/drawing/2014/main" id="{DAA4B0E0-4BBD-42BE-8FAA-7DD5EE60C57B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65" name="new_b__predict10_cell_124_hatch">
              <a:extLst>
                <a:ext uri="{FF2B5EF4-FFF2-40B4-BE49-F238E27FC236}">
                  <a16:creationId xmlns:a16="http://schemas.microsoft.com/office/drawing/2014/main" id="{0F48A582-5E82-408B-AC5C-40871D6D4BC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66" name="new_b__predict10_cell_125">
              <a:extLst>
                <a:ext uri="{FF2B5EF4-FFF2-40B4-BE49-F238E27FC236}">
                  <a16:creationId xmlns:a16="http://schemas.microsoft.com/office/drawing/2014/main" id="{9FC9488D-BB7C-4389-BED7-6234B95B8886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67" name="new_b__predict10_cell_125_hatch">
              <a:extLst>
                <a:ext uri="{FF2B5EF4-FFF2-40B4-BE49-F238E27FC236}">
                  <a16:creationId xmlns:a16="http://schemas.microsoft.com/office/drawing/2014/main" id="{933B2E68-D832-4F1D-965E-38188165AEB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68" name="new_b__predict10_cell_126">
              <a:extLst>
                <a:ext uri="{FF2B5EF4-FFF2-40B4-BE49-F238E27FC236}">
                  <a16:creationId xmlns:a16="http://schemas.microsoft.com/office/drawing/2014/main" id="{49AB0FF0-7875-49CE-AB99-D470BB302D69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69" name="new_b__predict10_cell_126_hatch">
              <a:extLst>
                <a:ext uri="{FF2B5EF4-FFF2-40B4-BE49-F238E27FC236}">
                  <a16:creationId xmlns:a16="http://schemas.microsoft.com/office/drawing/2014/main" id="{8DD8398A-EFF1-4BC8-970C-1AFE42DE638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70" name="new_b__predict10_cell_127">
              <a:extLst>
                <a:ext uri="{FF2B5EF4-FFF2-40B4-BE49-F238E27FC236}">
                  <a16:creationId xmlns:a16="http://schemas.microsoft.com/office/drawing/2014/main" id="{5CC03BB4-35F1-4A0E-A901-63B574DC8F5D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523434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71" name="new_b__predict10_cell_127_hatch">
              <a:extLst>
                <a:ext uri="{FF2B5EF4-FFF2-40B4-BE49-F238E27FC236}">
                  <a16:creationId xmlns:a16="http://schemas.microsoft.com/office/drawing/2014/main" id="{192DD134-D8B9-4926-B3C8-4BD017DEDB9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533495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72" name="new_b__predict10_cell_128">
              <a:extLst>
                <a:ext uri="{FF2B5EF4-FFF2-40B4-BE49-F238E27FC236}">
                  <a16:creationId xmlns:a16="http://schemas.microsoft.com/office/drawing/2014/main" id="{1C00CE69-8448-4778-8182-D575BC6F7D48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73" name="new_b__predict10_cell_128_hatch">
              <a:extLst>
                <a:ext uri="{FF2B5EF4-FFF2-40B4-BE49-F238E27FC236}">
                  <a16:creationId xmlns:a16="http://schemas.microsoft.com/office/drawing/2014/main" id="{DF88F8D1-D819-483E-9683-09C6CBE293D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74" name="new_b__predict10_cell_129">
              <a:extLst>
                <a:ext uri="{FF2B5EF4-FFF2-40B4-BE49-F238E27FC236}">
                  <a16:creationId xmlns:a16="http://schemas.microsoft.com/office/drawing/2014/main" id="{7F452748-A2C6-4BE5-B7B1-99C33609408A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75" name="new_b__predict10_cell_129_hatch">
              <a:extLst>
                <a:ext uri="{FF2B5EF4-FFF2-40B4-BE49-F238E27FC236}">
                  <a16:creationId xmlns:a16="http://schemas.microsoft.com/office/drawing/2014/main" id="{EE7BC503-0719-4334-9910-3432478FFF1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76" name="new_b__predict10_cell_130">
              <a:extLst>
                <a:ext uri="{FF2B5EF4-FFF2-40B4-BE49-F238E27FC236}">
                  <a16:creationId xmlns:a16="http://schemas.microsoft.com/office/drawing/2014/main" id="{3B965A16-8E1F-441F-9E49-D7D9A89E7C7E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77" name="new_b__predict10_cell_130_hatch">
              <a:extLst>
                <a:ext uri="{FF2B5EF4-FFF2-40B4-BE49-F238E27FC236}">
                  <a16:creationId xmlns:a16="http://schemas.microsoft.com/office/drawing/2014/main" id="{049EA9E3-D821-44E3-B006-F88138A028C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78" name="new_b__predict10_cell_131">
              <a:extLst>
                <a:ext uri="{FF2B5EF4-FFF2-40B4-BE49-F238E27FC236}">
                  <a16:creationId xmlns:a16="http://schemas.microsoft.com/office/drawing/2014/main" id="{8E16569E-1DED-481F-A2DC-24AF703DAFD5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79" name="new_b__predict10_cell_131_hatch">
              <a:extLst>
                <a:ext uri="{FF2B5EF4-FFF2-40B4-BE49-F238E27FC236}">
                  <a16:creationId xmlns:a16="http://schemas.microsoft.com/office/drawing/2014/main" id="{CB8ED705-18CF-43E5-825E-56CE004D93C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80" name="new_b__predict10_cell_132">
              <a:extLst>
                <a:ext uri="{FF2B5EF4-FFF2-40B4-BE49-F238E27FC236}">
                  <a16:creationId xmlns:a16="http://schemas.microsoft.com/office/drawing/2014/main" id="{7EB8FA05-206E-4DB4-B26B-DE5159181D76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81" name="new_b__predict10_cell_132_hatch">
              <a:extLst>
                <a:ext uri="{FF2B5EF4-FFF2-40B4-BE49-F238E27FC236}">
                  <a16:creationId xmlns:a16="http://schemas.microsoft.com/office/drawing/2014/main" id="{2F0407DF-2459-4A44-8CE1-29FFEB194E7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82" name="new_b__predict10_cell_133">
              <a:extLst>
                <a:ext uri="{FF2B5EF4-FFF2-40B4-BE49-F238E27FC236}">
                  <a16:creationId xmlns:a16="http://schemas.microsoft.com/office/drawing/2014/main" id="{40500FB0-B2D7-44DB-BECD-D058585D9974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83" name="new_b__predict10_cell_133_hatch">
              <a:extLst>
                <a:ext uri="{FF2B5EF4-FFF2-40B4-BE49-F238E27FC236}">
                  <a16:creationId xmlns:a16="http://schemas.microsoft.com/office/drawing/2014/main" id="{D4BBE69E-6E20-4503-BF43-26D159D149A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84" name="new_b__predict10_cell_134">
              <a:extLst>
                <a:ext uri="{FF2B5EF4-FFF2-40B4-BE49-F238E27FC236}">
                  <a16:creationId xmlns:a16="http://schemas.microsoft.com/office/drawing/2014/main" id="{136CE680-A474-48E1-A687-A537E8009950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85" name="new_b__predict10_cell_134_hatch">
              <a:extLst>
                <a:ext uri="{FF2B5EF4-FFF2-40B4-BE49-F238E27FC236}">
                  <a16:creationId xmlns:a16="http://schemas.microsoft.com/office/drawing/2014/main" id="{676F0DE7-34E4-4220-9CBE-E0BEAE4CDCB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86" name="new_b__predict10_cell_135">
              <a:extLst>
                <a:ext uri="{FF2B5EF4-FFF2-40B4-BE49-F238E27FC236}">
                  <a16:creationId xmlns:a16="http://schemas.microsoft.com/office/drawing/2014/main" id="{EF44CC17-6FAD-42C4-87E7-BBB29E8EC68B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87" name="new_b__predict10_cell_135_hatch">
              <a:extLst>
                <a:ext uri="{FF2B5EF4-FFF2-40B4-BE49-F238E27FC236}">
                  <a16:creationId xmlns:a16="http://schemas.microsoft.com/office/drawing/2014/main" id="{7EDB8708-8637-4E4C-8E3C-8718F239E6F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88" name="new_b__predict10_cell_136">
              <a:extLst>
                <a:ext uri="{FF2B5EF4-FFF2-40B4-BE49-F238E27FC236}">
                  <a16:creationId xmlns:a16="http://schemas.microsoft.com/office/drawing/2014/main" id="{E82E1D88-6755-4BAB-91BD-877608AC3991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89" name="new_b__predict10_cell_136_hatch">
              <a:extLst>
                <a:ext uri="{FF2B5EF4-FFF2-40B4-BE49-F238E27FC236}">
                  <a16:creationId xmlns:a16="http://schemas.microsoft.com/office/drawing/2014/main" id="{0EAF813E-7666-4A27-B08C-D77E837D169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90" name="new_b__predict10_cell_137">
              <a:extLst>
                <a:ext uri="{FF2B5EF4-FFF2-40B4-BE49-F238E27FC236}">
                  <a16:creationId xmlns:a16="http://schemas.microsoft.com/office/drawing/2014/main" id="{755F518B-8857-4876-BCB6-F271DD0D5B7D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91" name="new_b__predict10_cell_137_hatch">
              <a:extLst>
                <a:ext uri="{FF2B5EF4-FFF2-40B4-BE49-F238E27FC236}">
                  <a16:creationId xmlns:a16="http://schemas.microsoft.com/office/drawing/2014/main" id="{6CC1691E-D1E8-4352-B7E5-4EC240B3347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92" name="new_b__predict10_cell_138">
              <a:extLst>
                <a:ext uri="{FF2B5EF4-FFF2-40B4-BE49-F238E27FC236}">
                  <a16:creationId xmlns:a16="http://schemas.microsoft.com/office/drawing/2014/main" id="{B647D297-3F12-412A-8789-D4E73AFE6BAB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93" name="new_b__predict10_cell_138_hatch">
              <a:extLst>
                <a:ext uri="{FF2B5EF4-FFF2-40B4-BE49-F238E27FC236}">
                  <a16:creationId xmlns:a16="http://schemas.microsoft.com/office/drawing/2014/main" id="{04B7AA07-5DB5-45C9-AC66-D58F123926C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94" name="new_b__predict10_cell_139">
              <a:extLst>
                <a:ext uri="{FF2B5EF4-FFF2-40B4-BE49-F238E27FC236}">
                  <a16:creationId xmlns:a16="http://schemas.microsoft.com/office/drawing/2014/main" id="{3D9A465B-6345-46CD-AACA-D5DCF3088A45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95" name="new_b__predict10_cell_139_hatch">
              <a:extLst>
                <a:ext uri="{FF2B5EF4-FFF2-40B4-BE49-F238E27FC236}">
                  <a16:creationId xmlns:a16="http://schemas.microsoft.com/office/drawing/2014/main" id="{550CE336-AC92-40E5-933A-3049F0FC646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96" name="new_b__predict10_cell_140">
              <a:extLst>
                <a:ext uri="{FF2B5EF4-FFF2-40B4-BE49-F238E27FC236}">
                  <a16:creationId xmlns:a16="http://schemas.microsoft.com/office/drawing/2014/main" id="{9BCD34CC-05B0-48CE-9C2B-CEEAC964E988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97" name="new_b__predict10_cell_140_hatch">
              <a:extLst>
                <a:ext uri="{FF2B5EF4-FFF2-40B4-BE49-F238E27FC236}">
                  <a16:creationId xmlns:a16="http://schemas.microsoft.com/office/drawing/2014/main" id="{131905DD-CC09-44F5-9651-B8A15D716C1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098" name="new_b__predict10_cell_141">
              <a:extLst>
                <a:ext uri="{FF2B5EF4-FFF2-40B4-BE49-F238E27FC236}">
                  <a16:creationId xmlns:a16="http://schemas.microsoft.com/office/drawing/2014/main" id="{5BADCB9E-0089-49F6-9ACA-A3510DF88DD3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099" name="new_b__predict10_cell_141_hatch">
              <a:extLst>
                <a:ext uri="{FF2B5EF4-FFF2-40B4-BE49-F238E27FC236}">
                  <a16:creationId xmlns:a16="http://schemas.microsoft.com/office/drawing/2014/main" id="{E5C7DDD0-BCAC-4C63-8F5D-ADED555E79D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00" name="new_b__predict10_cell_142">
              <a:extLst>
                <a:ext uri="{FF2B5EF4-FFF2-40B4-BE49-F238E27FC236}">
                  <a16:creationId xmlns:a16="http://schemas.microsoft.com/office/drawing/2014/main" id="{F96BFA44-42E3-4089-95C8-BFA4BD41070E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01" name="new_b__predict10_cell_142_hatch">
              <a:extLst>
                <a:ext uri="{FF2B5EF4-FFF2-40B4-BE49-F238E27FC236}">
                  <a16:creationId xmlns:a16="http://schemas.microsoft.com/office/drawing/2014/main" id="{CC08DD03-7953-40C0-B092-79C3A46ACD2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02" name="new_b__predict10_cell_143">
              <a:extLst>
                <a:ext uri="{FF2B5EF4-FFF2-40B4-BE49-F238E27FC236}">
                  <a16:creationId xmlns:a16="http://schemas.microsoft.com/office/drawing/2014/main" id="{2512ECAA-9DE6-4536-BB17-A2C3E6E2E170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600825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03" name="new_b__predict10_cell_143_hatch">
              <a:extLst>
                <a:ext uri="{FF2B5EF4-FFF2-40B4-BE49-F238E27FC236}">
                  <a16:creationId xmlns:a16="http://schemas.microsoft.com/office/drawing/2014/main" id="{AEDE4FB4-CC78-4043-9482-B97F8F0F5A6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61088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04" name="new_b__predict10_cell_144">
              <a:extLst>
                <a:ext uri="{FF2B5EF4-FFF2-40B4-BE49-F238E27FC236}">
                  <a16:creationId xmlns:a16="http://schemas.microsoft.com/office/drawing/2014/main" id="{74577E66-7F8E-4B14-BC48-4C09AD20EAF6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05" name="new_b__predict10_cell_144_hatch">
              <a:extLst>
                <a:ext uri="{FF2B5EF4-FFF2-40B4-BE49-F238E27FC236}">
                  <a16:creationId xmlns:a16="http://schemas.microsoft.com/office/drawing/2014/main" id="{A920340B-33F4-4EFC-B35A-5A0D2CF3E75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06" name="new_b__predict10_cell_145">
              <a:extLst>
                <a:ext uri="{FF2B5EF4-FFF2-40B4-BE49-F238E27FC236}">
                  <a16:creationId xmlns:a16="http://schemas.microsoft.com/office/drawing/2014/main" id="{8C18ADC9-1C20-4D8F-B48C-A059BF07F93A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07" name="new_b__predict10_cell_145_hatch">
              <a:extLst>
                <a:ext uri="{FF2B5EF4-FFF2-40B4-BE49-F238E27FC236}">
                  <a16:creationId xmlns:a16="http://schemas.microsoft.com/office/drawing/2014/main" id="{EAC84E56-4B73-4689-8556-6F9B48EBE02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08" name="new_b__predict10_cell_146">
              <a:extLst>
                <a:ext uri="{FF2B5EF4-FFF2-40B4-BE49-F238E27FC236}">
                  <a16:creationId xmlns:a16="http://schemas.microsoft.com/office/drawing/2014/main" id="{A93C4336-891A-4ED0-8582-4F615656CF1C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09" name="new_b__predict10_cell_146_hatch">
              <a:extLst>
                <a:ext uri="{FF2B5EF4-FFF2-40B4-BE49-F238E27FC236}">
                  <a16:creationId xmlns:a16="http://schemas.microsoft.com/office/drawing/2014/main" id="{595DC1BC-2459-4A3E-8FA0-5020509F5F6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10" name="new_b__predict10_cell_147">
              <a:extLst>
                <a:ext uri="{FF2B5EF4-FFF2-40B4-BE49-F238E27FC236}">
                  <a16:creationId xmlns:a16="http://schemas.microsoft.com/office/drawing/2014/main" id="{7EAE5578-C874-4485-9800-EF747831BB20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11" name="new_b__predict10_cell_147_hatch">
              <a:extLst>
                <a:ext uri="{FF2B5EF4-FFF2-40B4-BE49-F238E27FC236}">
                  <a16:creationId xmlns:a16="http://schemas.microsoft.com/office/drawing/2014/main" id="{F3DD8472-37BC-4E2A-9BBB-D73B8F93F2E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12" name="new_b__predict10_cell_148">
              <a:extLst>
                <a:ext uri="{FF2B5EF4-FFF2-40B4-BE49-F238E27FC236}">
                  <a16:creationId xmlns:a16="http://schemas.microsoft.com/office/drawing/2014/main" id="{472BE8D1-5AEC-4D6C-94D7-F29F8A968D46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13" name="new_b__predict10_cell_148_hatch">
              <a:extLst>
                <a:ext uri="{FF2B5EF4-FFF2-40B4-BE49-F238E27FC236}">
                  <a16:creationId xmlns:a16="http://schemas.microsoft.com/office/drawing/2014/main" id="{E0163BD5-5AD0-4798-80FE-74283B07C07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14" name="new_b__predict10_cell_149">
              <a:extLst>
                <a:ext uri="{FF2B5EF4-FFF2-40B4-BE49-F238E27FC236}">
                  <a16:creationId xmlns:a16="http://schemas.microsoft.com/office/drawing/2014/main" id="{7D6C742F-5AD1-47F3-8FE1-5455CDDDB0C2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15" name="new_b__predict10_cell_149_hatch">
              <a:extLst>
                <a:ext uri="{FF2B5EF4-FFF2-40B4-BE49-F238E27FC236}">
                  <a16:creationId xmlns:a16="http://schemas.microsoft.com/office/drawing/2014/main" id="{2E5A8397-FE64-4C41-B743-F61135763B9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16" name="new_b__predict10_cell_150">
              <a:extLst>
                <a:ext uri="{FF2B5EF4-FFF2-40B4-BE49-F238E27FC236}">
                  <a16:creationId xmlns:a16="http://schemas.microsoft.com/office/drawing/2014/main" id="{94D2994B-C3A3-425D-AD67-745C027D6A77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17" name="new_b__predict10_cell_150_hatch">
              <a:extLst>
                <a:ext uri="{FF2B5EF4-FFF2-40B4-BE49-F238E27FC236}">
                  <a16:creationId xmlns:a16="http://schemas.microsoft.com/office/drawing/2014/main" id="{CA699C53-36C8-46EA-87CF-9A3012A0262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18" name="new_b__predict10_cell_151">
              <a:extLst>
                <a:ext uri="{FF2B5EF4-FFF2-40B4-BE49-F238E27FC236}">
                  <a16:creationId xmlns:a16="http://schemas.microsoft.com/office/drawing/2014/main" id="{5BCE5C9A-D655-4EF5-BED5-2DDF84CF2DAA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19" name="new_b__predict10_cell_151_hatch">
              <a:extLst>
                <a:ext uri="{FF2B5EF4-FFF2-40B4-BE49-F238E27FC236}">
                  <a16:creationId xmlns:a16="http://schemas.microsoft.com/office/drawing/2014/main" id="{E311D3DB-01B2-4511-81F1-5FC9F0078EC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20" name="new_b__predict10_cell_152">
              <a:extLst>
                <a:ext uri="{FF2B5EF4-FFF2-40B4-BE49-F238E27FC236}">
                  <a16:creationId xmlns:a16="http://schemas.microsoft.com/office/drawing/2014/main" id="{1536A88A-ACCE-4DA4-96DA-BAD454870B54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21" name="new_b__predict10_cell_152_hatch">
              <a:extLst>
                <a:ext uri="{FF2B5EF4-FFF2-40B4-BE49-F238E27FC236}">
                  <a16:creationId xmlns:a16="http://schemas.microsoft.com/office/drawing/2014/main" id="{32A644EC-C4B2-4156-AA28-C41A12EB5CC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22" name="new_b__predict10_cell_153">
              <a:extLst>
                <a:ext uri="{FF2B5EF4-FFF2-40B4-BE49-F238E27FC236}">
                  <a16:creationId xmlns:a16="http://schemas.microsoft.com/office/drawing/2014/main" id="{8F976DF4-D768-4504-984A-F4E5047ABA8F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23" name="new_b__predict10_cell_153_hatch">
              <a:extLst>
                <a:ext uri="{FF2B5EF4-FFF2-40B4-BE49-F238E27FC236}">
                  <a16:creationId xmlns:a16="http://schemas.microsoft.com/office/drawing/2014/main" id="{2D2EFF1A-CE0E-4D6B-BF8E-70CA2A2090C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24" name="new_b__predict10_cell_154">
              <a:extLst>
                <a:ext uri="{FF2B5EF4-FFF2-40B4-BE49-F238E27FC236}">
                  <a16:creationId xmlns:a16="http://schemas.microsoft.com/office/drawing/2014/main" id="{1C5B0F12-6901-49CF-AF2E-4F3DC7CC0D9F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25" name="new_b__predict10_cell_154_hatch">
              <a:extLst>
                <a:ext uri="{FF2B5EF4-FFF2-40B4-BE49-F238E27FC236}">
                  <a16:creationId xmlns:a16="http://schemas.microsoft.com/office/drawing/2014/main" id="{0CEB54A2-B5F3-4C6B-B60D-FC615E76DC3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26" name="new_b__predict10_cell_155">
              <a:extLst>
                <a:ext uri="{FF2B5EF4-FFF2-40B4-BE49-F238E27FC236}">
                  <a16:creationId xmlns:a16="http://schemas.microsoft.com/office/drawing/2014/main" id="{8227B9B6-36FB-4A21-A199-EB7B905E6413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27" name="new_b__predict10_cell_155_hatch">
              <a:extLst>
                <a:ext uri="{FF2B5EF4-FFF2-40B4-BE49-F238E27FC236}">
                  <a16:creationId xmlns:a16="http://schemas.microsoft.com/office/drawing/2014/main" id="{0D76EDFE-A367-4CE5-A8DE-D9A4D8A4331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28" name="new_b__predict10_cell_156">
              <a:extLst>
                <a:ext uri="{FF2B5EF4-FFF2-40B4-BE49-F238E27FC236}">
                  <a16:creationId xmlns:a16="http://schemas.microsoft.com/office/drawing/2014/main" id="{9C4176A7-5D9F-418D-A14B-4C26E368BE33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29" name="new_b__predict10_cell_156_hatch">
              <a:extLst>
                <a:ext uri="{FF2B5EF4-FFF2-40B4-BE49-F238E27FC236}">
                  <a16:creationId xmlns:a16="http://schemas.microsoft.com/office/drawing/2014/main" id="{47BDD325-21CB-40CF-8F8C-51914B9D20B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30" name="new_b__predict10_cell_157">
              <a:extLst>
                <a:ext uri="{FF2B5EF4-FFF2-40B4-BE49-F238E27FC236}">
                  <a16:creationId xmlns:a16="http://schemas.microsoft.com/office/drawing/2014/main" id="{60FC1CCC-F015-4947-921C-21DD0AAB25EF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31" name="new_b__predict10_cell_157_hatch">
              <a:extLst>
                <a:ext uri="{FF2B5EF4-FFF2-40B4-BE49-F238E27FC236}">
                  <a16:creationId xmlns:a16="http://schemas.microsoft.com/office/drawing/2014/main" id="{9A61D11E-86C7-4EE8-978E-3CA40411718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32" name="new_b__predict10_cell_158">
              <a:extLst>
                <a:ext uri="{FF2B5EF4-FFF2-40B4-BE49-F238E27FC236}">
                  <a16:creationId xmlns:a16="http://schemas.microsoft.com/office/drawing/2014/main" id="{EEF1F88B-7145-4B23-8299-701D5B703649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33" name="new_b__predict10_cell_158_hatch">
              <a:extLst>
                <a:ext uri="{FF2B5EF4-FFF2-40B4-BE49-F238E27FC236}">
                  <a16:creationId xmlns:a16="http://schemas.microsoft.com/office/drawing/2014/main" id="{E4BA8A89-DC65-4678-8048-0C5CFA7E5B0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34" name="new_b__predict10_cell_159">
              <a:extLst>
                <a:ext uri="{FF2B5EF4-FFF2-40B4-BE49-F238E27FC236}">
                  <a16:creationId xmlns:a16="http://schemas.microsoft.com/office/drawing/2014/main" id="{AAB18A8B-3801-4A53-889E-DDA785C7ACA0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67821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35" name="new_b__predict10_cell_159_hatch">
              <a:extLst>
                <a:ext uri="{FF2B5EF4-FFF2-40B4-BE49-F238E27FC236}">
                  <a16:creationId xmlns:a16="http://schemas.microsoft.com/office/drawing/2014/main" id="{B068F91A-B19B-444F-A076-A122595D7C6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688276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36" name="new_b__predict10_cell_160">
              <a:extLst>
                <a:ext uri="{FF2B5EF4-FFF2-40B4-BE49-F238E27FC236}">
                  <a16:creationId xmlns:a16="http://schemas.microsoft.com/office/drawing/2014/main" id="{732F1F67-BBEB-49EC-B8A3-2560ED488F11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37" name="new_b__predict10_cell_160_hatch">
              <a:extLst>
                <a:ext uri="{FF2B5EF4-FFF2-40B4-BE49-F238E27FC236}">
                  <a16:creationId xmlns:a16="http://schemas.microsoft.com/office/drawing/2014/main" id="{4A783096-2206-4097-8414-F762B240F81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38" name="new_b__predict10_cell_161">
              <a:extLst>
                <a:ext uri="{FF2B5EF4-FFF2-40B4-BE49-F238E27FC236}">
                  <a16:creationId xmlns:a16="http://schemas.microsoft.com/office/drawing/2014/main" id="{585E1253-BF1F-4830-88B8-F1A6045CDFB0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39" name="new_b__predict10_cell_161_hatch">
              <a:extLst>
                <a:ext uri="{FF2B5EF4-FFF2-40B4-BE49-F238E27FC236}">
                  <a16:creationId xmlns:a16="http://schemas.microsoft.com/office/drawing/2014/main" id="{E51DF1E4-0E1A-404C-AE7B-93BE22A1CD3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40" name="new_b__predict10_cell_162">
              <a:extLst>
                <a:ext uri="{FF2B5EF4-FFF2-40B4-BE49-F238E27FC236}">
                  <a16:creationId xmlns:a16="http://schemas.microsoft.com/office/drawing/2014/main" id="{6324CE39-4AD3-4F4D-9CEA-F2BFE4AB0230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41" name="new_b__predict10_cell_162_hatch">
              <a:extLst>
                <a:ext uri="{FF2B5EF4-FFF2-40B4-BE49-F238E27FC236}">
                  <a16:creationId xmlns:a16="http://schemas.microsoft.com/office/drawing/2014/main" id="{07194722-A8AC-44B7-B296-E25498F2FC0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42" name="new_b__predict10_cell_163">
              <a:extLst>
                <a:ext uri="{FF2B5EF4-FFF2-40B4-BE49-F238E27FC236}">
                  <a16:creationId xmlns:a16="http://schemas.microsoft.com/office/drawing/2014/main" id="{92C2621D-C7EC-4B22-AE8A-5EA0FF317929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43" name="new_b__predict10_cell_163_hatch">
              <a:extLst>
                <a:ext uri="{FF2B5EF4-FFF2-40B4-BE49-F238E27FC236}">
                  <a16:creationId xmlns:a16="http://schemas.microsoft.com/office/drawing/2014/main" id="{B0C95BF0-B412-4FE6-B73B-BEF7DBCF9E2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44" name="new_b__predict10_cell_164">
              <a:extLst>
                <a:ext uri="{FF2B5EF4-FFF2-40B4-BE49-F238E27FC236}">
                  <a16:creationId xmlns:a16="http://schemas.microsoft.com/office/drawing/2014/main" id="{74E00413-C952-4162-9F87-F5983999E920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45" name="new_b__predict10_cell_164_hatch">
              <a:extLst>
                <a:ext uri="{FF2B5EF4-FFF2-40B4-BE49-F238E27FC236}">
                  <a16:creationId xmlns:a16="http://schemas.microsoft.com/office/drawing/2014/main" id="{2E3800B2-184E-4F41-82E3-AE3F76CEE6F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46" name="new_b__predict10_cell_165">
              <a:extLst>
                <a:ext uri="{FF2B5EF4-FFF2-40B4-BE49-F238E27FC236}">
                  <a16:creationId xmlns:a16="http://schemas.microsoft.com/office/drawing/2014/main" id="{A7A7564B-91AD-401A-A3ED-0D8D1197B1AC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47" name="new_b__predict10_cell_165_hatch">
              <a:extLst>
                <a:ext uri="{FF2B5EF4-FFF2-40B4-BE49-F238E27FC236}">
                  <a16:creationId xmlns:a16="http://schemas.microsoft.com/office/drawing/2014/main" id="{826ADC53-5AC4-4495-AC65-C963F308E35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48" name="new_b__predict10_cell_166">
              <a:extLst>
                <a:ext uri="{FF2B5EF4-FFF2-40B4-BE49-F238E27FC236}">
                  <a16:creationId xmlns:a16="http://schemas.microsoft.com/office/drawing/2014/main" id="{21F5427E-7007-469C-90ED-48C90AF97369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49" name="new_b__predict10_cell_166_hatch">
              <a:extLst>
                <a:ext uri="{FF2B5EF4-FFF2-40B4-BE49-F238E27FC236}">
                  <a16:creationId xmlns:a16="http://schemas.microsoft.com/office/drawing/2014/main" id="{7F329F05-CEBD-4147-927D-28226EE829A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50" name="new_b__predict10_cell_167">
              <a:extLst>
                <a:ext uri="{FF2B5EF4-FFF2-40B4-BE49-F238E27FC236}">
                  <a16:creationId xmlns:a16="http://schemas.microsoft.com/office/drawing/2014/main" id="{DBF054D9-BD9D-4A8A-82D3-1D0B63B5AD29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51" name="new_b__predict10_cell_167_hatch">
              <a:extLst>
                <a:ext uri="{FF2B5EF4-FFF2-40B4-BE49-F238E27FC236}">
                  <a16:creationId xmlns:a16="http://schemas.microsoft.com/office/drawing/2014/main" id="{39B39E47-90FF-4B9D-BDAB-8DDAAA71A9F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52" name="new_b__predict10_cell_168">
              <a:extLst>
                <a:ext uri="{FF2B5EF4-FFF2-40B4-BE49-F238E27FC236}">
                  <a16:creationId xmlns:a16="http://schemas.microsoft.com/office/drawing/2014/main" id="{8A6B13F6-988A-405F-8FD4-DA7CFBDB2F8E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53" name="new_b__predict10_cell_168_hatch">
              <a:extLst>
                <a:ext uri="{FF2B5EF4-FFF2-40B4-BE49-F238E27FC236}">
                  <a16:creationId xmlns:a16="http://schemas.microsoft.com/office/drawing/2014/main" id="{BBF5217E-C23C-4B5B-B58F-4E0B7A2514F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54" name="new_b__predict10_cell_169">
              <a:extLst>
                <a:ext uri="{FF2B5EF4-FFF2-40B4-BE49-F238E27FC236}">
                  <a16:creationId xmlns:a16="http://schemas.microsoft.com/office/drawing/2014/main" id="{233542F2-EA5C-443F-A713-3AFB67ED4157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55" name="new_b__predict10_cell_169_hatch">
              <a:extLst>
                <a:ext uri="{FF2B5EF4-FFF2-40B4-BE49-F238E27FC236}">
                  <a16:creationId xmlns:a16="http://schemas.microsoft.com/office/drawing/2014/main" id="{FEF4A4A5-65EC-4412-B63C-C768A90BFD8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56" name="new_b__predict10_cell_170">
              <a:extLst>
                <a:ext uri="{FF2B5EF4-FFF2-40B4-BE49-F238E27FC236}">
                  <a16:creationId xmlns:a16="http://schemas.microsoft.com/office/drawing/2014/main" id="{6E6BDB7A-6A21-4C80-A7E0-D080B0B7A7ED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57" name="new_b__predict10_cell_170_hatch">
              <a:extLst>
                <a:ext uri="{FF2B5EF4-FFF2-40B4-BE49-F238E27FC236}">
                  <a16:creationId xmlns:a16="http://schemas.microsoft.com/office/drawing/2014/main" id="{6240398D-DEC7-4CF0-8D2A-514518169DE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58" name="new_b__predict10_cell_171">
              <a:extLst>
                <a:ext uri="{FF2B5EF4-FFF2-40B4-BE49-F238E27FC236}">
                  <a16:creationId xmlns:a16="http://schemas.microsoft.com/office/drawing/2014/main" id="{55B1554C-89C2-4078-9790-9EF3D3CA001D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59" name="new_b__predict10_cell_171_hatch">
              <a:extLst>
                <a:ext uri="{FF2B5EF4-FFF2-40B4-BE49-F238E27FC236}">
                  <a16:creationId xmlns:a16="http://schemas.microsoft.com/office/drawing/2014/main" id="{92AA8C29-2D87-4BC8-8E43-DD49E6AC668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60" name="new_b__predict10_cell_172">
              <a:extLst>
                <a:ext uri="{FF2B5EF4-FFF2-40B4-BE49-F238E27FC236}">
                  <a16:creationId xmlns:a16="http://schemas.microsoft.com/office/drawing/2014/main" id="{AC5EF48F-71D9-4680-B655-6D6611B36F48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61" name="new_b__predict10_cell_172_hatch">
              <a:extLst>
                <a:ext uri="{FF2B5EF4-FFF2-40B4-BE49-F238E27FC236}">
                  <a16:creationId xmlns:a16="http://schemas.microsoft.com/office/drawing/2014/main" id="{9F913EB1-73DE-4699-9A1C-FB24853BEE6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62" name="new_b__predict10_cell_173">
              <a:extLst>
                <a:ext uri="{FF2B5EF4-FFF2-40B4-BE49-F238E27FC236}">
                  <a16:creationId xmlns:a16="http://schemas.microsoft.com/office/drawing/2014/main" id="{4A120737-D195-4F7C-A1EB-719D2F556AB9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63" name="new_b__predict10_cell_173_hatch">
              <a:extLst>
                <a:ext uri="{FF2B5EF4-FFF2-40B4-BE49-F238E27FC236}">
                  <a16:creationId xmlns:a16="http://schemas.microsoft.com/office/drawing/2014/main" id="{8D0D8A75-9EF0-4AD4-9858-10E631184D3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64" name="new_b__predict10_cell_174">
              <a:extLst>
                <a:ext uri="{FF2B5EF4-FFF2-40B4-BE49-F238E27FC236}">
                  <a16:creationId xmlns:a16="http://schemas.microsoft.com/office/drawing/2014/main" id="{9005A8A8-E49F-495E-85AD-17DA5D83D1E5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65" name="new_b__predict10_cell_174_hatch">
              <a:extLst>
                <a:ext uri="{FF2B5EF4-FFF2-40B4-BE49-F238E27FC236}">
                  <a16:creationId xmlns:a16="http://schemas.microsoft.com/office/drawing/2014/main" id="{F884CDF5-993C-43FD-8B00-1A3160F7128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66" name="new_b__predict10_cell_175">
              <a:extLst>
                <a:ext uri="{FF2B5EF4-FFF2-40B4-BE49-F238E27FC236}">
                  <a16:creationId xmlns:a16="http://schemas.microsoft.com/office/drawing/2014/main" id="{0846BF94-6546-47BA-9DE4-A368E5DA279C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755606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67" name="new_b__predict10_cell_175_hatch">
              <a:extLst>
                <a:ext uri="{FF2B5EF4-FFF2-40B4-BE49-F238E27FC236}">
                  <a16:creationId xmlns:a16="http://schemas.microsoft.com/office/drawing/2014/main" id="{FF9DC763-72A6-415F-BC39-BAB4177AA34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765667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68" name="new_b__predict10_cell_176">
              <a:extLst>
                <a:ext uri="{FF2B5EF4-FFF2-40B4-BE49-F238E27FC236}">
                  <a16:creationId xmlns:a16="http://schemas.microsoft.com/office/drawing/2014/main" id="{FFEE1071-1CF2-4F57-BE6B-EEEB67F129C5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69" name="new_b__predict10_cell_176_hatch">
              <a:extLst>
                <a:ext uri="{FF2B5EF4-FFF2-40B4-BE49-F238E27FC236}">
                  <a16:creationId xmlns:a16="http://schemas.microsoft.com/office/drawing/2014/main" id="{298E888E-9052-46D7-A004-1821F7EADC7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70" name="new_b__predict10_cell_177">
              <a:extLst>
                <a:ext uri="{FF2B5EF4-FFF2-40B4-BE49-F238E27FC236}">
                  <a16:creationId xmlns:a16="http://schemas.microsoft.com/office/drawing/2014/main" id="{77D50382-616A-4792-9C19-3DBF93B4B1E6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71" name="new_b__predict10_cell_177_hatch">
              <a:extLst>
                <a:ext uri="{FF2B5EF4-FFF2-40B4-BE49-F238E27FC236}">
                  <a16:creationId xmlns:a16="http://schemas.microsoft.com/office/drawing/2014/main" id="{FF8D57D1-AFDC-481D-BB03-1DC87FACC61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72" name="new_b__predict10_cell_178">
              <a:extLst>
                <a:ext uri="{FF2B5EF4-FFF2-40B4-BE49-F238E27FC236}">
                  <a16:creationId xmlns:a16="http://schemas.microsoft.com/office/drawing/2014/main" id="{E92C07E2-6C93-4024-AC77-299B41E1F72E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73" name="new_b__predict10_cell_178_hatch">
              <a:extLst>
                <a:ext uri="{FF2B5EF4-FFF2-40B4-BE49-F238E27FC236}">
                  <a16:creationId xmlns:a16="http://schemas.microsoft.com/office/drawing/2014/main" id="{661E2DD1-63E8-4173-800F-43B7C565CDE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74" name="new_b__predict10_cell_179">
              <a:extLst>
                <a:ext uri="{FF2B5EF4-FFF2-40B4-BE49-F238E27FC236}">
                  <a16:creationId xmlns:a16="http://schemas.microsoft.com/office/drawing/2014/main" id="{B9587044-A1F9-4F10-8148-E368A8C773B1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75" name="new_b__predict10_cell_179_hatch">
              <a:extLst>
                <a:ext uri="{FF2B5EF4-FFF2-40B4-BE49-F238E27FC236}">
                  <a16:creationId xmlns:a16="http://schemas.microsoft.com/office/drawing/2014/main" id="{4E5ADACD-31CD-4FEC-AC73-9197C93D140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76" name="new_b__predict10_cell_180">
              <a:extLst>
                <a:ext uri="{FF2B5EF4-FFF2-40B4-BE49-F238E27FC236}">
                  <a16:creationId xmlns:a16="http://schemas.microsoft.com/office/drawing/2014/main" id="{9FFFD888-EECB-495F-AA2C-F989C096B1C7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77" name="new_b__predict10_cell_180_hatch">
              <a:extLst>
                <a:ext uri="{FF2B5EF4-FFF2-40B4-BE49-F238E27FC236}">
                  <a16:creationId xmlns:a16="http://schemas.microsoft.com/office/drawing/2014/main" id="{958BF90E-C4DA-4610-B693-E94C140178E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78" name="new_b__predict10_cell_181">
              <a:extLst>
                <a:ext uri="{FF2B5EF4-FFF2-40B4-BE49-F238E27FC236}">
                  <a16:creationId xmlns:a16="http://schemas.microsoft.com/office/drawing/2014/main" id="{1A0507DA-BD85-4872-9A33-D3A83B386C4D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79" name="new_b__predict10_cell_181_hatch">
              <a:extLst>
                <a:ext uri="{FF2B5EF4-FFF2-40B4-BE49-F238E27FC236}">
                  <a16:creationId xmlns:a16="http://schemas.microsoft.com/office/drawing/2014/main" id="{8DC9388B-E076-4EB9-9FA3-CACFB9B6A3B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80" name="new_b__predict10_cell_182">
              <a:extLst>
                <a:ext uri="{FF2B5EF4-FFF2-40B4-BE49-F238E27FC236}">
                  <a16:creationId xmlns:a16="http://schemas.microsoft.com/office/drawing/2014/main" id="{F3854A3F-C6A8-442C-8CB9-6CC13D744833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81" name="new_b__predict10_cell_182_hatch">
              <a:extLst>
                <a:ext uri="{FF2B5EF4-FFF2-40B4-BE49-F238E27FC236}">
                  <a16:creationId xmlns:a16="http://schemas.microsoft.com/office/drawing/2014/main" id="{FAF51AC9-2FFE-4858-81F6-B4A270DC0DC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82" name="new_b__predict10_cell_183">
              <a:extLst>
                <a:ext uri="{FF2B5EF4-FFF2-40B4-BE49-F238E27FC236}">
                  <a16:creationId xmlns:a16="http://schemas.microsoft.com/office/drawing/2014/main" id="{C04AC611-497D-4224-80D2-83A03BDED7F3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83" name="new_b__predict10_cell_183_hatch">
              <a:extLst>
                <a:ext uri="{FF2B5EF4-FFF2-40B4-BE49-F238E27FC236}">
                  <a16:creationId xmlns:a16="http://schemas.microsoft.com/office/drawing/2014/main" id="{CD0612BD-EC02-4A89-848B-CBC865A7B05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84" name="new_b__predict10_cell_184">
              <a:extLst>
                <a:ext uri="{FF2B5EF4-FFF2-40B4-BE49-F238E27FC236}">
                  <a16:creationId xmlns:a16="http://schemas.microsoft.com/office/drawing/2014/main" id="{9902EE55-0B2A-420B-BB5A-CA2239C0DC02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85" name="new_b__predict10_cell_184_hatch">
              <a:extLst>
                <a:ext uri="{FF2B5EF4-FFF2-40B4-BE49-F238E27FC236}">
                  <a16:creationId xmlns:a16="http://schemas.microsoft.com/office/drawing/2014/main" id="{EE9C7DFA-F852-498B-A7E7-1E817199269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86" name="new_b__predict10_cell_185">
              <a:extLst>
                <a:ext uri="{FF2B5EF4-FFF2-40B4-BE49-F238E27FC236}">
                  <a16:creationId xmlns:a16="http://schemas.microsoft.com/office/drawing/2014/main" id="{398E3416-BB76-41E9-8CF3-E003E87BABCA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87" name="new_b__predict10_cell_185_hatch">
              <a:extLst>
                <a:ext uri="{FF2B5EF4-FFF2-40B4-BE49-F238E27FC236}">
                  <a16:creationId xmlns:a16="http://schemas.microsoft.com/office/drawing/2014/main" id="{42D30964-A8A9-4894-8F52-27032C5D025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88" name="new_b__predict10_cell_186">
              <a:extLst>
                <a:ext uri="{FF2B5EF4-FFF2-40B4-BE49-F238E27FC236}">
                  <a16:creationId xmlns:a16="http://schemas.microsoft.com/office/drawing/2014/main" id="{55567D0C-028B-4888-A5D9-D0653CB169DB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89" name="new_b__predict10_cell_186_hatch">
              <a:extLst>
                <a:ext uri="{FF2B5EF4-FFF2-40B4-BE49-F238E27FC236}">
                  <a16:creationId xmlns:a16="http://schemas.microsoft.com/office/drawing/2014/main" id="{55D63EB9-5789-4889-93F8-943836DBB40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90" name="new_b__predict10_cell_187">
              <a:extLst>
                <a:ext uri="{FF2B5EF4-FFF2-40B4-BE49-F238E27FC236}">
                  <a16:creationId xmlns:a16="http://schemas.microsoft.com/office/drawing/2014/main" id="{75C1A82C-FEDE-4D44-A712-CBCDDCE4F245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91" name="new_b__predict10_cell_187_hatch">
              <a:extLst>
                <a:ext uri="{FF2B5EF4-FFF2-40B4-BE49-F238E27FC236}">
                  <a16:creationId xmlns:a16="http://schemas.microsoft.com/office/drawing/2014/main" id="{C8CE7A54-7164-40EE-BC07-1EA6E28082C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92" name="new_b__predict10_cell_188">
              <a:extLst>
                <a:ext uri="{FF2B5EF4-FFF2-40B4-BE49-F238E27FC236}">
                  <a16:creationId xmlns:a16="http://schemas.microsoft.com/office/drawing/2014/main" id="{A339435F-50F5-4C4F-83AF-AC7827104432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93" name="new_b__predict10_cell_188_hatch">
              <a:extLst>
                <a:ext uri="{FF2B5EF4-FFF2-40B4-BE49-F238E27FC236}">
                  <a16:creationId xmlns:a16="http://schemas.microsoft.com/office/drawing/2014/main" id="{87E6A49F-609A-49A4-97C2-36697103088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94" name="new_b__predict10_cell_189">
              <a:extLst>
                <a:ext uri="{FF2B5EF4-FFF2-40B4-BE49-F238E27FC236}">
                  <a16:creationId xmlns:a16="http://schemas.microsoft.com/office/drawing/2014/main" id="{EBDBFC88-68ED-4EC3-A788-52E0479EABC5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95" name="new_b__predict10_cell_189_hatch">
              <a:extLst>
                <a:ext uri="{FF2B5EF4-FFF2-40B4-BE49-F238E27FC236}">
                  <a16:creationId xmlns:a16="http://schemas.microsoft.com/office/drawing/2014/main" id="{443F1501-98BC-45D6-A545-11F51512F62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96" name="new_b__predict10_cell_190">
              <a:extLst>
                <a:ext uri="{FF2B5EF4-FFF2-40B4-BE49-F238E27FC236}">
                  <a16:creationId xmlns:a16="http://schemas.microsoft.com/office/drawing/2014/main" id="{1300987A-6F7F-47C1-B16D-4171504C03E4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97" name="new_b__predict10_cell_190_hatch">
              <a:extLst>
                <a:ext uri="{FF2B5EF4-FFF2-40B4-BE49-F238E27FC236}">
                  <a16:creationId xmlns:a16="http://schemas.microsoft.com/office/drawing/2014/main" id="{69D2975C-4AF4-484A-B361-EBBB88BCED1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198" name="new_b__predict10_cell_191">
              <a:extLst>
                <a:ext uri="{FF2B5EF4-FFF2-40B4-BE49-F238E27FC236}">
                  <a16:creationId xmlns:a16="http://schemas.microsoft.com/office/drawing/2014/main" id="{6E66C100-B866-4A9C-A1FF-7371DCE4C110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832997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199" name="new_b__predict10_cell_191_hatch">
              <a:extLst>
                <a:ext uri="{FF2B5EF4-FFF2-40B4-BE49-F238E27FC236}">
                  <a16:creationId xmlns:a16="http://schemas.microsoft.com/office/drawing/2014/main" id="{07D56A60-144C-41AF-BBDB-ED9094E8BC8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84305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00" name="new_b__predict10_cell_192">
              <a:extLst>
                <a:ext uri="{FF2B5EF4-FFF2-40B4-BE49-F238E27FC236}">
                  <a16:creationId xmlns:a16="http://schemas.microsoft.com/office/drawing/2014/main" id="{B038A43D-9D4A-4E94-AA3D-22DA5EDF9E90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01" name="new_b__predict10_cell_192_hatch">
              <a:extLst>
                <a:ext uri="{FF2B5EF4-FFF2-40B4-BE49-F238E27FC236}">
                  <a16:creationId xmlns:a16="http://schemas.microsoft.com/office/drawing/2014/main" id="{D850A5D8-5807-418C-B13F-6DFC0306AB8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02" name="new_b__predict10_cell_193">
              <a:extLst>
                <a:ext uri="{FF2B5EF4-FFF2-40B4-BE49-F238E27FC236}">
                  <a16:creationId xmlns:a16="http://schemas.microsoft.com/office/drawing/2014/main" id="{413A9CFD-7B4F-4FB1-90DE-804F2FD9B4CF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03" name="new_b__predict10_cell_193_hatch">
              <a:extLst>
                <a:ext uri="{FF2B5EF4-FFF2-40B4-BE49-F238E27FC236}">
                  <a16:creationId xmlns:a16="http://schemas.microsoft.com/office/drawing/2014/main" id="{09032792-F4F0-4B7D-96A5-50C34F2574F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04" name="new_b__predict10_cell_194">
              <a:extLst>
                <a:ext uri="{FF2B5EF4-FFF2-40B4-BE49-F238E27FC236}">
                  <a16:creationId xmlns:a16="http://schemas.microsoft.com/office/drawing/2014/main" id="{7A1BD0E6-1831-4535-823F-83E8D125E112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05" name="new_b__predict10_cell_194_hatch">
              <a:extLst>
                <a:ext uri="{FF2B5EF4-FFF2-40B4-BE49-F238E27FC236}">
                  <a16:creationId xmlns:a16="http://schemas.microsoft.com/office/drawing/2014/main" id="{EC62EBF4-8EAE-4038-AC40-7615B466D73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06" name="new_b__predict10_cell_195">
              <a:extLst>
                <a:ext uri="{FF2B5EF4-FFF2-40B4-BE49-F238E27FC236}">
                  <a16:creationId xmlns:a16="http://schemas.microsoft.com/office/drawing/2014/main" id="{0BC7996F-B5EF-4E1A-ADF5-EF0AE4794692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07" name="new_b__predict10_cell_195_hatch">
              <a:extLst>
                <a:ext uri="{FF2B5EF4-FFF2-40B4-BE49-F238E27FC236}">
                  <a16:creationId xmlns:a16="http://schemas.microsoft.com/office/drawing/2014/main" id="{53E7F4E8-49DF-4158-A636-54917519803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08" name="new_b__predict10_cell_196">
              <a:extLst>
                <a:ext uri="{FF2B5EF4-FFF2-40B4-BE49-F238E27FC236}">
                  <a16:creationId xmlns:a16="http://schemas.microsoft.com/office/drawing/2014/main" id="{CA221F8C-F344-46AF-AA84-2B29B38205D1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09" name="new_b__predict10_cell_196_hatch">
              <a:extLst>
                <a:ext uri="{FF2B5EF4-FFF2-40B4-BE49-F238E27FC236}">
                  <a16:creationId xmlns:a16="http://schemas.microsoft.com/office/drawing/2014/main" id="{71CE8273-8A87-4EB9-BEDC-B4F8572106F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10" name="new_b__predict10_cell_197">
              <a:extLst>
                <a:ext uri="{FF2B5EF4-FFF2-40B4-BE49-F238E27FC236}">
                  <a16:creationId xmlns:a16="http://schemas.microsoft.com/office/drawing/2014/main" id="{9BC0A80E-0990-4E4B-8263-41FAC46130E6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11" name="new_b__predict10_cell_197_hatch">
              <a:extLst>
                <a:ext uri="{FF2B5EF4-FFF2-40B4-BE49-F238E27FC236}">
                  <a16:creationId xmlns:a16="http://schemas.microsoft.com/office/drawing/2014/main" id="{63751ABD-A738-495F-928F-1B181E32172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12" name="new_b__predict10_cell_198">
              <a:extLst>
                <a:ext uri="{FF2B5EF4-FFF2-40B4-BE49-F238E27FC236}">
                  <a16:creationId xmlns:a16="http://schemas.microsoft.com/office/drawing/2014/main" id="{7DA08F7E-6D21-4398-BDB9-2543BDAABBC3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13" name="new_b__predict10_cell_198_hatch">
              <a:extLst>
                <a:ext uri="{FF2B5EF4-FFF2-40B4-BE49-F238E27FC236}">
                  <a16:creationId xmlns:a16="http://schemas.microsoft.com/office/drawing/2014/main" id="{F448FF55-0B64-47AD-A4C0-2F11E570F60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14" name="new_b__predict10_cell_199">
              <a:extLst>
                <a:ext uri="{FF2B5EF4-FFF2-40B4-BE49-F238E27FC236}">
                  <a16:creationId xmlns:a16="http://schemas.microsoft.com/office/drawing/2014/main" id="{8E9AE036-2CB6-4030-8636-A663EED20C23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15" name="new_b__predict10_cell_199_hatch">
              <a:extLst>
                <a:ext uri="{FF2B5EF4-FFF2-40B4-BE49-F238E27FC236}">
                  <a16:creationId xmlns:a16="http://schemas.microsoft.com/office/drawing/2014/main" id="{AA27690D-7980-4139-8AA5-025E6F83186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16" name="new_b__predict10_cell_200">
              <a:extLst>
                <a:ext uri="{FF2B5EF4-FFF2-40B4-BE49-F238E27FC236}">
                  <a16:creationId xmlns:a16="http://schemas.microsoft.com/office/drawing/2014/main" id="{036BCC55-3320-4E4B-88B6-509BA2230397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17" name="new_b__predict10_cell_200_hatch">
              <a:extLst>
                <a:ext uri="{FF2B5EF4-FFF2-40B4-BE49-F238E27FC236}">
                  <a16:creationId xmlns:a16="http://schemas.microsoft.com/office/drawing/2014/main" id="{09A3F92E-0517-45AB-840F-D0364CE2A6F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18" name="new_b__predict10_cell_201">
              <a:extLst>
                <a:ext uri="{FF2B5EF4-FFF2-40B4-BE49-F238E27FC236}">
                  <a16:creationId xmlns:a16="http://schemas.microsoft.com/office/drawing/2014/main" id="{777F6FFF-13C4-46F3-9263-68453DDD0661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19" name="new_b__predict10_cell_201_hatch">
              <a:extLst>
                <a:ext uri="{FF2B5EF4-FFF2-40B4-BE49-F238E27FC236}">
                  <a16:creationId xmlns:a16="http://schemas.microsoft.com/office/drawing/2014/main" id="{98D9AAA3-E2CE-472F-B3FD-F5C67F13E29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20" name="new_b__predict10_cell_202">
              <a:extLst>
                <a:ext uri="{FF2B5EF4-FFF2-40B4-BE49-F238E27FC236}">
                  <a16:creationId xmlns:a16="http://schemas.microsoft.com/office/drawing/2014/main" id="{E2EE9CC2-CBBE-4A0D-AAEF-39060A42B14A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21" name="new_b__predict10_cell_202_hatch">
              <a:extLst>
                <a:ext uri="{FF2B5EF4-FFF2-40B4-BE49-F238E27FC236}">
                  <a16:creationId xmlns:a16="http://schemas.microsoft.com/office/drawing/2014/main" id="{9EA2EBA2-6BC1-41BC-81E0-E8E583B4D2F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22" name="new_b__predict10_cell_203">
              <a:extLst>
                <a:ext uri="{FF2B5EF4-FFF2-40B4-BE49-F238E27FC236}">
                  <a16:creationId xmlns:a16="http://schemas.microsoft.com/office/drawing/2014/main" id="{6CC3A151-9347-4BD6-8793-C3AADA195492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23" name="new_b__predict10_cell_203_hatch">
              <a:extLst>
                <a:ext uri="{FF2B5EF4-FFF2-40B4-BE49-F238E27FC236}">
                  <a16:creationId xmlns:a16="http://schemas.microsoft.com/office/drawing/2014/main" id="{026D8498-8D5E-43B9-886A-EDF71125A2D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24" name="new_b__predict10_cell_204">
              <a:extLst>
                <a:ext uri="{FF2B5EF4-FFF2-40B4-BE49-F238E27FC236}">
                  <a16:creationId xmlns:a16="http://schemas.microsoft.com/office/drawing/2014/main" id="{D4215F3E-E3E3-45B7-8DBE-FFE54E89510D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25" name="new_b__predict10_cell_204_hatch">
              <a:extLst>
                <a:ext uri="{FF2B5EF4-FFF2-40B4-BE49-F238E27FC236}">
                  <a16:creationId xmlns:a16="http://schemas.microsoft.com/office/drawing/2014/main" id="{433C3EB8-2E8C-412F-87C8-D550D295195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26" name="new_b__predict10_cell_205">
              <a:extLst>
                <a:ext uri="{FF2B5EF4-FFF2-40B4-BE49-F238E27FC236}">
                  <a16:creationId xmlns:a16="http://schemas.microsoft.com/office/drawing/2014/main" id="{0F6C2312-F2AA-4F4C-96C1-1C1CE831A285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27" name="new_b__predict10_cell_205_hatch">
              <a:extLst>
                <a:ext uri="{FF2B5EF4-FFF2-40B4-BE49-F238E27FC236}">
                  <a16:creationId xmlns:a16="http://schemas.microsoft.com/office/drawing/2014/main" id="{9AFE03A1-6A0C-460B-8919-92670F6172C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28" name="new_b__predict10_cell_206">
              <a:extLst>
                <a:ext uri="{FF2B5EF4-FFF2-40B4-BE49-F238E27FC236}">
                  <a16:creationId xmlns:a16="http://schemas.microsoft.com/office/drawing/2014/main" id="{ACD4D7DC-E765-4DEE-9DC7-2F6B4B9DCBFE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29" name="new_b__predict10_cell_206_hatch">
              <a:extLst>
                <a:ext uri="{FF2B5EF4-FFF2-40B4-BE49-F238E27FC236}">
                  <a16:creationId xmlns:a16="http://schemas.microsoft.com/office/drawing/2014/main" id="{5C580876-AAF7-4F30-B018-4F113736451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30" name="new_b__predict10_cell_207">
              <a:extLst>
                <a:ext uri="{FF2B5EF4-FFF2-40B4-BE49-F238E27FC236}">
                  <a16:creationId xmlns:a16="http://schemas.microsoft.com/office/drawing/2014/main" id="{9FA695A3-B400-41B5-91D9-3303CAD6CE10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91038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31" name="new_b__predict10_cell_207_hatch">
              <a:extLst>
                <a:ext uri="{FF2B5EF4-FFF2-40B4-BE49-F238E27FC236}">
                  <a16:creationId xmlns:a16="http://schemas.microsoft.com/office/drawing/2014/main" id="{C7096356-94A7-4020-9202-E7625E7F428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920448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32" name="new_b__predict10_cell_208">
              <a:extLst>
                <a:ext uri="{FF2B5EF4-FFF2-40B4-BE49-F238E27FC236}">
                  <a16:creationId xmlns:a16="http://schemas.microsoft.com/office/drawing/2014/main" id="{7043DC87-93F6-4AEB-912E-3538D4DBF5F5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33" name="new_b__predict10_cell_208_hatch">
              <a:extLst>
                <a:ext uri="{FF2B5EF4-FFF2-40B4-BE49-F238E27FC236}">
                  <a16:creationId xmlns:a16="http://schemas.microsoft.com/office/drawing/2014/main" id="{634CE464-807F-4F50-8BFC-C20B3EC45C7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34" name="new_b__predict10_cell_209">
              <a:extLst>
                <a:ext uri="{FF2B5EF4-FFF2-40B4-BE49-F238E27FC236}">
                  <a16:creationId xmlns:a16="http://schemas.microsoft.com/office/drawing/2014/main" id="{4FEC5757-F0D9-4050-ACCE-A8941CDD2FB3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35" name="new_b__predict10_cell_209_hatch">
              <a:extLst>
                <a:ext uri="{FF2B5EF4-FFF2-40B4-BE49-F238E27FC236}">
                  <a16:creationId xmlns:a16="http://schemas.microsoft.com/office/drawing/2014/main" id="{58C034FC-3CA7-4F54-99CE-46DD1002C6B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36" name="new_b__predict10_cell_210">
              <a:extLst>
                <a:ext uri="{FF2B5EF4-FFF2-40B4-BE49-F238E27FC236}">
                  <a16:creationId xmlns:a16="http://schemas.microsoft.com/office/drawing/2014/main" id="{572D67A1-26F8-44A1-AD27-725BFED17193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37" name="new_b__predict10_cell_210_hatch">
              <a:extLst>
                <a:ext uri="{FF2B5EF4-FFF2-40B4-BE49-F238E27FC236}">
                  <a16:creationId xmlns:a16="http://schemas.microsoft.com/office/drawing/2014/main" id="{E0AE5EC1-8934-4DC0-8B0E-C1B01974C83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38" name="new_b__predict10_cell_211">
              <a:extLst>
                <a:ext uri="{FF2B5EF4-FFF2-40B4-BE49-F238E27FC236}">
                  <a16:creationId xmlns:a16="http://schemas.microsoft.com/office/drawing/2014/main" id="{33C42DF1-54EB-418B-8D31-1E4A484B5AB4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39" name="new_b__predict10_cell_211_hatch">
              <a:extLst>
                <a:ext uri="{FF2B5EF4-FFF2-40B4-BE49-F238E27FC236}">
                  <a16:creationId xmlns:a16="http://schemas.microsoft.com/office/drawing/2014/main" id="{8062CB15-21F8-4CCE-9924-23E3B450EAD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40" name="new_b__predict10_cell_212">
              <a:extLst>
                <a:ext uri="{FF2B5EF4-FFF2-40B4-BE49-F238E27FC236}">
                  <a16:creationId xmlns:a16="http://schemas.microsoft.com/office/drawing/2014/main" id="{1192FCE9-5411-4EA9-9B03-9C43E8D7550E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41" name="new_b__predict10_cell_212_hatch">
              <a:extLst>
                <a:ext uri="{FF2B5EF4-FFF2-40B4-BE49-F238E27FC236}">
                  <a16:creationId xmlns:a16="http://schemas.microsoft.com/office/drawing/2014/main" id="{049DF652-410D-4999-A443-53E427DE9F54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42" name="new_b__predict10_cell_213">
              <a:extLst>
                <a:ext uri="{FF2B5EF4-FFF2-40B4-BE49-F238E27FC236}">
                  <a16:creationId xmlns:a16="http://schemas.microsoft.com/office/drawing/2014/main" id="{32D8057A-0D43-46F0-8F31-DB81F02380DE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43" name="new_b__predict10_cell_213_hatch">
              <a:extLst>
                <a:ext uri="{FF2B5EF4-FFF2-40B4-BE49-F238E27FC236}">
                  <a16:creationId xmlns:a16="http://schemas.microsoft.com/office/drawing/2014/main" id="{7B5AEACF-C58A-4253-85A2-56F1B9A4840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44" name="new_b__predict10_cell_214">
              <a:extLst>
                <a:ext uri="{FF2B5EF4-FFF2-40B4-BE49-F238E27FC236}">
                  <a16:creationId xmlns:a16="http://schemas.microsoft.com/office/drawing/2014/main" id="{DA0A2315-59D7-4B46-9CB4-9448FDF77FED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45" name="new_b__predict10_cell_214_hatch">
              <a:extLst>
                <a:ext uri="{FF2B5EF4-FFF2-40B4-BE49-F238E27FC236}">
                  <a16:creationId xmlns:a16="http://schemas.microsoft.com/office/drawing/2014/main" id="{F0E796BA-5A94-4295-9538-3D9403EFF2D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46" name="new_b__predict10_cell_215">
              <a:extLst>
                <a:ext uri="{FF2B5EF4-FFF2-40B4-BE49-F238E27FC236}">
                  <a16:creationId xmlns:a16="http://schemas.microsoft.com/office/drawing/2014/main" id="{FFC9B111-6CE3-46C2-8CA9-9685594AB7F0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47" name="new_b__predict10_cell_215_hatch">
              <a:extLst>
                <a:ext uri="{FF2B5EF4-FFF2-40B4-BE49-F238E27FC236}">
                  <a16:creationId xmlns:a16="http://schemas.microsoft.com/office/drawing/2014/main" id="{C5413B5B-913D-4D41-90E5-7C7D1707700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48" name="new_b__predict10_cell_216">
              <a:extLst>
                <a:ext uri="{FF2B5EF4-FFF2-40B4-BE49-F238E27FC236}">
                  <a16:creationId xmlns:a16="http://schemas.microsoft.com/office/drawing/2014/main" id="{38453302-691A-41B4-AFE6-D3E2B4DF120E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49" name="new_b__predict10_cell_216_hatch">
              <a:extLst>
                <a:ext uri="{FF2B5EF4-FFF2-40B4-BE49-F238E27FC236}">
                  <a16:creationId xmlns:a16="http://schemas.microsoft.com/office/drawing/2014/main" id="{A030D5E2-647B-427F-8935-76B62A5AD80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50" name="new_b__predict10_cell_217">
              <a:extLst>
                <a:ext uri="{FF2B5EF4-FFF2-40B4-BE49-F238E27FC236}">
                  <a16:creationId xmlns:a16="http://schemas.microsoft.com/office/drawing/2014/main" id="{F06ECCDA-A650-4E81-BAC7-9B9517AB6EE4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51" name="new_b__predict10_cell_217_hatch">
              <a:extLst>
                <a:ext uri="{FF2B5EF4-FFF2-40B4-BE49-F238E27FC236}">
                  <a16:creationId xmlns:a16="http://schemas.microsoft.com/office/drawing/2014/main" id="{A1DAE1EE-9467-44B5-BF4C-C732E9D8B01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52" name="new_b__predict10_cell_218">
              <a:extLst>
                <a:ext uri="{FF2B5EF4-FFF2-40B4-BE49-F238E27FC236}">
                  <a16:creationId xmlns:a16="http://schemas.microsoft.com/office/drawing/2014/main" id="{14C326BF-3E76-4A25-B621-FBACA4F424F8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53" name="new_b__predict10_cell_218_hatch">
              <a:extLst>
                <a:ext uri="{FF2B5EF4-FFF2-40B4-BE49-F238E27FC236}">
                  <a16:creationId xmlns:a16="http://schemas.microsoft.com/office/drawing/2014/main" id="{40BDE2B1-E2CE-4C7D-AFB2-6415D05CCF3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54" name="new_b__predict10_cell_219">
              <a:extLst>
                <a:ext uri="{FF2B5EF4-FFF2-40B4-BE49-F238E27FC236}">
                  <a16:creationId xmlns:a16="http://schemas.microsoft.com/office/drawing/2014/main" id="{56BE2D94-DB73-4864-89DF-B28927C2C10D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55" name="new_b__predict10_cell_219_hatch">
              <a:extLst>
                <a:ext uri="{FF2B5EF4-FFF2-40B4-BE49-F238E27FC236}">
                  <a16:creationId xmlns:a16="http://schemas.microsoft.com/office/drawing/2014/main" id="{866FDF03-762D-44E7-B32C-24C859C76F3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56" name="new_b__predict10_cell_220">
              <a:extLst>
                <a:ext uri="{FF2B5EF4-FFF2-40B4-BE49-F238E27FC236}">
                  <a16:creationId xmlns:a16="http://schemas.microsoft.com/office/drawing/2014/main" id="{4C78B4D2-4147-4B8F-90E1-38093E58989D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57" name="new_b__predict10_cell_220_hatch">
              <a:extLst>
                <a:ext uri="{FF2B5EF4-FFF2-40B4-BE49-F238E27FC236}">
                  <a16:creationId xmlns:a16="http://schemas.microsoft.com/office/drawing/2014/main" id="{5F6021FD-203F-404E-9B09-6ED3ED2FDF9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58" name="new_b__predict10_cell_221">
              <a:extLst>
                <a:ext uri="{FF2B5EF4-FFF2-40B4-BE49-F238E27FC236}">
                  <a16:creationId xmlns:a16="http://schemas.microsoft.com/office/drawing/2014/main" id="{0D9E560C-6104-4E7E-BB4F-8DDB2F63AAF7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59" name="new_b__predict10_cell_221_hatch">
              <a:extLst>
                <a:ext uri="{FF2B5EF4-FFF2-40B4-BE49-F238E27FC236}">
                  <a16:creationId xmlns:a16="http://schemas.microsoft.com/office/drawing/2014/main" id="{F0677296-CD74-495C-B5EC-87C6CA8EE89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60" name="new_b__predict10_cell_222">
              <a:extLst>
                <a:ext uri="{FF2B5EF4-FFF2-40B4-BE49-F238E27FC236}">
                  <a16:creationId xmlns:a16="http://schemas.microsoft.com/office/drawing/2014/main" id="{2020FD57-6C8D-4052-865E-4E9D3806E3F9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61" name="new_b__predict10_cell_222_hatch">
              <a:extLst>
                <a:ext uri="{FF2B5EF4-FFF2-40B4-BE49-F238E27FC236}">
                  <a16:creationId xmlns:a16="http://schemas.microsoft.com/office/drawing/2014/main" id="{BF5BF8D1-F16F-4775-9E8B-BF6AAA4F687E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62" name="new_b__predict10_cell_223">
              <a:extLst>
                <a:ext uri="{FF2B5EF4-FFF2-40B4-BE49-F238E27FC236}">
                  <a16:creationId xmlns:a16="http://schemas.microsoft.com/office/drawing/2014/main" id="{DC0E17CE-873F-4F46-8BD6-452A92632EE2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6987778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63" name="new_b__predict10_cell_223_hatch">
              <a:extLst>
                <a:ext uri="{FF2B5EF4-FFF2-40B4-BE49-F238E27FC236}">
                  <a16:creationId xmlns:a16="http://schemas.microsoft.com/office/drawing/2014/main" id="{3EAE0E2C-5CBC-4BA0-B6A1-1F8D3FB8A25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6997839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64" name="new_b__predict10_cell_224">
              <a:extLst>
                <a:ext uri="{FF2B5EF4-FFF2-40B4-BE49-F238E27FC236}">
                  <a16:creationId xmlns:a16="http://schemas.microsoft.com/office/drawing/2014/main" id="{5B43D7B7-E20B-41B9-A659-BD10A8636BBF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65" name="new_b__predict10_cell_224_hatch">
              <a:extLst>
                <a:ext uri="{FF2B5EF4-FFF2-40B4-BE49-F238E27FC236}">
                  <a16:creationId xmlns:a16="http://schemas.microsoft.com/office/drawing/2014/main" id="{2D3764AB-E258-42A2-A6D2-B8AF527DA206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66" name="new_b__predict10_cell_225">
              <a:extLst>
                <a:ext uri="{FF2B5EF4-FFF2-40B4-BE49-F238E27FC236}">
                  <a16:creationId xmlns:a16="http://schemas.microsoft.com/office/drawing/2014/main" id="{0A2E4803-BE2C-456B-8933-67CB47712BF7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67" name="new_b__predict10_cell_225_hatch">
              <a:extLst>
                <a:ext uri="{FF2B5EF4-FFF2-40B4-BE49-F238E27FC236}">
                  <a16:creationId xmlns:a16="http://schemas.microsoft.com/office/drawing/2014/main" id="{8E704D5C-5FEB-4E80-96DB-9D61043BE3A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68" name="new_b__predict10_cell_226">
              <a:extLst>
                <a:ext uri="{FF2B5EF4-FFF2-40B4-BE49-F238E27FC236}">
                  <a16:creationId xmlns:a16="http://schemas.microsoft.com/office/drawing/2014/main" id="{ECFB1AFC-1589-421C-BFDA-C09373E3A9AA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69" name="new_b__predict10_cell_226_hatch">
              <a:extLst>
                <a:ext uri="{FF2B5EF4-FFF2-40B4-BE49-F238E27FC236}">
                  <a16:creationId xmlns:a16="http://schemas.microsoft.com/office/drawing/2014/main" id="{6F4160E2-09BE-4C75-AFFC-A68672FC9BA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70" name="new_b__predict10_cell_227">
              <a:extLst>
                <a:ext uri="{FF2B5EF4-FFF2-40B4-BE49-F238E27FC236}">
                  <a16:creationId xmlns:a16="http://schemas.microsoft.com/office/drawing/2014/main" id="{B349D369-638F-4029-AF32-85A6BF4C4E01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71" name="new_b__predict10_cell_227_hatch">
              <a:extLst>
                <a:ext uri="{FF2B5EF4-FFF2-40B4-BE49-F238E27FC236}">
                  <a16:creationId xmlns:a16="http://schemas.microsoft.com/office/drawing/2014/main" id="{3460DF11-D839-4271-BC6F-0177A9C46E3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72" name="new_b__predict10_cell_228">
              <a:extLst>
                <a:ext uri="{FF2B5EF4-FFF2-40B4-BE49-F238E27FC236}">
                  <a16:creationId xmlns:a16="http://schemas.microsoft.com/office/drawing/2014/main" id="{72082CC6-FC34-492D-AA5E-170500195C04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73" name="new_b__predict10_cell_228_hatch">
              <a:extLst>
                <a:ext uri="{FF2B5EF4-FFF2-40B4-BE49-F238E27FC236}">
                  <a16:creationId xmlns:a16="http://schemas.microsoft.com/office/drawing/2014/main" id="{1EE40074-2928-4F7B-910A-0386075DB16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74" name="new_b__predict10_cell_229">
              <a:extLst>
                <a:ext uri="{FF2B5EF4-FFF2-40B4-BE49-F238E27FC236}">
                  <a16:creationId xmlns:a16="http://schemas.microsoft.com/office/drawing/2014/main" id="{B60DC7D1-66BA-4938-BC81-8B12353533E0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75" name="new_b__predict10_cell_229_hatch">
              <a:extLst>
                <a:ext uri="{FF2B5EF4-FFF2-40B4-BE49-F238E27FC236}">
                  <a16:creationId xmlns:a16="http://schemas.microsoft.com/office/drawing/2014/main" id="{8F72679C-3C85-486A-8D7B-D6C03462D81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76" name="new_b__predict10_cell_230">
              <a:extLst>
                <a:ext uri="{FF2B5EF4-FFF2-40B4-BE49-F238E27FC236}">
                  <a16:creationId xmlns:a16="http://schemas.microsoft.com/office/drawing/2014/main" id="{633621DB-27C0-4084-9E58-81CAF0097CC8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77" name="new_b__predict10_cell_230_hatch">
              <a:extLst>
                <a:ext uri="{FF2B5EF4-FFF2-40B4-BE49-F238E27FC236}">
                  <a16:creationId xmlns:a16="http://schemas.microsoft.com/office/drawing/2014/main" id="{407CC820-DBE2-4212-934A-29DCDEAC78DC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78" name="new_b__predict10_cell_231">
              <a:extLst>
                <a:ext uri="{FF2B5EF4-FFF2-40B4-BE49-F238E27FC236}">
                  <a16:creationId xmlns:a16="http://schemas.microsoft.com/office/drawing/2014/main" id="{7F445E65-BC01-49CF-B5EA-B1C7354D7082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79" name="new_b__predict10_cell_231_hatch">
              <a:extLst>
                <a:ext uri="{FF2B5EF4-FFF2-40B4-BE49-F238E27FC236}">
                  <a16:creationId xmlns:a16="http://schemas.microsoft.com/office/drawing/2014/main" id="{3BBD2CD6-1DF8-4511-BC05-5ABEE3737F87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80" name="new_b__predict10_cell_232">
              <a:extLst>
                <a:ext uri="{FF2B5EF4-FFF2-40B4-BE49-F238E27FC236}">
                  <a16:creationId xmlns:a16="http://schemas.microsoft.com/office/drawing/2014/main" id="{2DDB0A1F-D343-40F1-A549-AC76F132907E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81" name="new_b__predict10_cell_232_hatch">
              <a:extLst>
                <a:ext uri="{FF2B5EF4-FFF2-40B4-BE49-F238E27FC236}">
                  <a16:creationId xmlns:a16="http://schemas.microsoft.com/office/drawing/2014/main" id="{6C0F68AD-4BF7-4085-A8FB-25DA84F44D6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82" name="new_b__predict10_cell_233">
              <a:extLst>
                <a:ext uri="{FF2B5EF4-FFF2-40B4-BE49-F238E27FC236}">
                  <a16:creationId xmlns:a16="http://schemas.microsoft.com/office/drawing/2014/main" id="{C2966ED1-E86A-4B53-9573-F869769E58BD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83" name="new_b__predict10_cell_233_hatch">
              <a:extLst>
                <a:ext uri="{FF2B5EF4-FFF2-40B4-BE49-F238E27FC236}">
                  <a16:creationId xmlns:a16="http://schemas.microsoft.com/office/drawing/2014/main" id="{F6CCC9C4-5D8F-4ECD-9A5F-11782F7816B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84" name="new_b__predict10_cell_234">
              <a:extLst>
                <a:ext uri="{FF2B5EF4-FFF2-40B4-BE49-F238E27FC236}">
                  <a16:creationId xmlns:a16="http://schemas.microsoft.com/office/drawing/2014/main" id="{1E734161-7889-475E-879A-AE5B3460A717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85" name="new_b__predict10_cell_234_hatch">
              <a:extLst>
                <a:ext uri="{FF2B5EF4-FFF2-40B4-BE49-F238E27FC236}">
                  <a16:creationId xmlns:a16="http://schemas.microsoft.com/office/drawing/2014/main" id="{C170D130-68A0-4B8E-9B1C-1518E25F47B5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86" name="new_b__predict10_cell_235">
              <a:extLst>
                <a:ext uri="{FF2B5EF4-FFF2-40B4-BE49-F238E27FC236}">
                  <a16:creationId xmlns:a16="http://schemas.microsoft.com/office/drawing/2014/main" id="{6AF5DE40-5721-4B3C-9F44-73669C9346A6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87" name="new_b__predict10_cell_235_hatch">
              <a:extLst>
                <a:ext uri="{FF2B5EF4-FFF2-40B4-BE49-F238E27FC236}">
                  <a16:creationId xmlns:a16="http://schemas.microsoft.com/office/drawing/2014/main" id="{EF09D9A4-D8BE-4CBC-A52A-C1863904288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88" name="new_b__predict10_cell_236">
              <a:extLst>
                <a:ext uri="{FF2B5EF4-FFF2-40B4-BE49-F238E27FC236}">
                  <a16:creationId xmlns:a16="http://schemas.microsoft.com/office/drawing/2014/main" id="{997A2910-AB4C-456D-A7A5-6E0B96F1C6D0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89" name="new_b__predict10_cell_236_hatch">
              <a:extLst>
                <a:ext uri="{FF2B5EF4-FFF2-40B4-BE49-F238E27FC236}">
                  <a16:creationId xmlns:a16="http://schemas.microsoft.com/office/drawing/2014/main" id="{5EDAA59B-070B-4B41-85BA-86A1AEA029C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90" name="new_b__predict10_cell_237">
              <a:extLst>
                <a:ext uri="{FF2B5EF4-FFF2-40B4-BE49-F238E27FC236}">
                  <a16:creationId xmlns:a16="http://schemas.microsoft.com/office/drawing/2014/main" id="{9AF1633A-AE25-43FE-8D01-5C019A87114B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91" name="new_b__predict10_cell_237_hatch">
              <a:extLst>
                <a:ext uri="{FF2B5EF4-FFF2-40B4-BE49-F238E27FC236}">
                  <a16:creationId xmlns:a16="http://schemas.microsoft.com/office/drawing/2014/main" id="{FBDD6380-8999-4F96-BA58-C0AE1AAEEDF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92" name="new_b__predict10_cell_238">
              <a:extLst>
                <a:ext uri="{FF2B5EF4-FFF2-40B4-BE49-F238E27FC236}">
                  <a16:creationId xmlns:a16="http://schemas.microsoft.com/office/drawing/2014/main" id="{B122267B-65C7-48FE-B401-F3622952DA16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93" name="new_b__predict10_cell_238_hatch">
              <a:extLst>
                <a:ext uri="{FF2B5EF4-FFF2-40B4-BE49-F238E27FC236}">
                  <a16:creationId xmlns:a16="http://schemas.microsoft.com/office/drawing/2014/main" id="{7123DFB4-CA93-4CC6-BDAF-3A4A3D71692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94" name="new_b__predict10_cell_239">
              <a:extLst>
                <a:ext uri="{FF2B5EF4-FFF2-40B4-BE49-F238E27FC236}">
                  <a16:creationId xmlns:a16="http://schemas.microsoft.com/office/drawing/2014/main" id="{3E8495A3-7E4E-4D08-8C3F-1B9D6AD05F7A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706516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95" name="new_b__predict10_cell_239_hatch">
              <a:extLst>
                <a:ext uri="{FF2B5EF4-FFF2-40B4-BE49-F238E27FC236}">
                  <a16:creationId xmlns:a16="http://schemas.microsoft.com/office/drawing/2014/main" id="{0997A5F6-9C91-42D0-BF41-40FDE77A38E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707523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96" name="new_b__predict10_cell_240">
              <a:extLst>
                <a:ext uri="{FF2B5EF4-FFF2-40B4-BE49-F238E27FC236}">
                  <a16:creationId xmlns:a16="http://schemas.microsoft.com/office/drawing/2014/main" id="{9EC8F6A7-6852-46F1-90D1-A8568AD4F95B}"/>
                </a:ext>
              </a:extLst>
            </p:cNvPr>
            <p:cNvSpPr>
              <a:spLocks noGrp="1"/>
            </p:cNvSpPr>
            <p:nvPr/>
          </p:nvSpPr>
          <p:spPr>
            <a:xfrm>
              <a:off x="13716000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97" name="new_b__predict10_cell_240_hatch">
              <a:extLst>
                <a:ext uri="{FF2B5EF4-FFF2-40B4-BE49-F238E27FC236}">
                  <a16:creationId xmlns:a16="http://schemas.microsoft.com/office/drawing/2014/main" id="{1BF2AD38-F652-4A6A-BDB8-0D2938C8985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726061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298" name="new_b__predict10_cell_241">
              <a:extLst>
                <a:ext uri="{FF2B5EF4-FFF2-40B4-BE49-F238E27FC236}">
                  <a16:creationId xmlns:a16="http://schemas.microsoft.com/office/drawing/2014/main" id="{39788729-D085-4E7C-81F7-79AE6F25BE5C}"/>
                </a:ext>
              </a:extLst>
            </p:cNvPr>
            <p:cNvSpPr>
              <a:spLocks noGrp="1"/>
            </p:cNvSpPr>
            <p:nvPr/>
          </p:nvSpPr>
          <p:spPr>
            <a:xfrm>
              <a:off x="13793391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299" name="new_b__predict10_cell_241_hatch">
              <a:extLst>
                <a:ext uri="{FF2B5EF4-FFF2-40B4-BE49-F238E27FC236}">
                  <a16:creationId xmlns:a16="http://schemas.microsoft.com/office/drawing/2014/main" id="{0869CF35-652A-4B47-9C86-C63CD3A6B46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03451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00" name="new_b__predict10_cell_242">
              <a:extLst>
                <a:ext uri="{FF2B5EF4-FFF2-40B4-BE49-F238E27FC236}">
                  <a16:creationId xmlns:a16="http://schemas.microsoft.com/office/drawing/2014/main" id="{7BB1E6B3-F233-4B0B-8986-ACA98FF2BF87}"/>
                </a:ext>
              </a:extLst>
            </p:cNvPr>
            <p:cNvSpPr>
              <a:spLocks noGrp="1"/>
            </p:cNvSpPr>
            <p:nvPr/>
          </p:nvSpPr>
          <p:spPr>
            <a:xfrm>
              <a:off x="13870781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01" name="new_b__predict10_cell_242_hatch">
              <a:extLst>
                <a:ext uri="{FF2B5EF4-FFF2-40B4-BE49-F238E27FC236}">
                  <a16:creationId xmlns:a16="http://schemas.microsoft.com/office/drawing/2014/main" id="{CDCCCCCF-09AB-49B9-84CB-A273BDAA85B1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880842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02" name="new_b__predict10_cell_243">
              <a:extLst>
                <a:ext uri="{FF2B5EF4-FFF2-40B4-BE49-F238E27FC236}">
                  <a16:creationId xmlns:a16="http://schemas.microsoft.com/office/drawing/2014/main" id="{A7DC6D8D-860C-4FC2-BF8F-FBF1E2EC917A}"/>
                </a:ext>
              </a:extLst>
            </p:cNvPr>
            <p:cNvSpPr>
              <a:spLocks noGrp="1"/>
            </p:cNvSpPr>
            <p:nvPr/>
          </p:nvSpPr>
          <p:spPr>
            <a:xfrm>
              <a:off x="13948172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03" name="new_b__predict10_cell_243_hatch">
              <a:extLst>
                <a:ext uri="{FF2B5EF4-FFF2-40B4-BE49-F238E27FC236}">
                  <a16:creationId xmlns:a16="http://schemas.microsoft.com/office/drawing/2014/main" id="{11F39FA4-D658-4346-AEDD-DB129DF9D53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3958233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04" name="new_b__predict10_cell_244">
              <a:extLst>
                <a:ext uri="{FF2B5EF4-FFF2-40B4-BE49-F238E27FC236}">
                  <a16:creationId xmlns:a16="http://schemas.microsoft.com/office/drawing/2014/main" id="{C8B7293D-E1CA-48AB-A77D-00A5572E32BE}"/>
                </a:ext>
              </a:extLst>
            </p:cNvPr>
            <p:cNvSpPr>
              <a:spLocks noGrp="1"/>
            </p:cNvSpPr>
            <p:nvPr/>
          </p:nvSpPr>
          <p:spPr>
            <a:xfrm>
              <a:off x="14025563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05" name="new_b__predict10_cell_244_hatch">
              <a:extLst>
                <a:ext uri="{FF2B5EF4-FFF2-40B4-BE49-F238E27FC236}">
                  <a16:creationId xmlns:a16="http://schemas.microsoft.com/office/drawing/2014/main" id="{D5276F9D-2DEE-4392-B868-C5F2B25AF4D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035623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06" name="new_b__predict10_cell_245">
              <a:extLst>
                <a:ext uri="{FF2B5EF4-FFF2-40B4-BE49-F238E27FC236}">
                  <a16:creationId xmlns:a16="http://schemas.microsoft.com/office/drawing/2014/main" id="{C896E894-01C7-430F-AD48-FB549F523F6E}"/>
                </a:ext>
              </a:extLst>
            </p:cNvPr>
            <p:cNvSpPr>
              <a:spLocks noGrp="1"/>
            </p:cNvSpPr>
            <p:nvPr/>
          </p:nvSpPr>
          <p:spPr>
            <a:xfrm>
              <a:off x="14102953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07" name="new_b__predict10_cell_245_hatch">
              <a:extLst>
                <a:ext uri="{FF2B5EF4-FFF2-40B4-BE49-F238E27FC236}">
                  <a16:creationId xmlns:a16="http://schemas.microsoft.com/office/drawing/2014/main" id="{129A137E-4779-400F-9017-CF76EFCB699F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13014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08" name="new_b__predict10_cell_246">
              <a:extLst>
                <a:ext uri="{FF2B5EF4-FFF2-40B4-BE49-F238E27FC236}">
                  <a16:creationId xmlns:a16="http://schemas.microsoft.com/office/drawing/2014/main" id="{8E967908-BB3B-4908-9CBB-39461FA46A3D}"/>
                </a:ext>
              </a:extLst>
            </p:cNvPr>
            <p:cNvSpPr>
              <a:spLocks noGrp="1"/>
            </p:cNvSpPr>
            <p:nvPr/>
          </p:nvSpPr>
          <p:spPr>
            <a:xfrm>
              <a:off x="14180344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09" name="new_b__predict10_cell_246_hatch">
              <a:extLst>
                <a:ext uri="{FF2B5EF4-FFF2-40B4-BE49-F238E27FC236}">
                  <a16:creationId xmlns:a16="http://schemas.microsoft.com/office/drawing/2014/main" id="{4470FA78-2548-4818-A4FA-3B04CDFBDB1D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190405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10" name="new_b__predict10_cell_247">
              <a:extLst>
                <a:ext uri="{FF2B5EF4-FFF2-40B4-BE49-F238E27FC236}">
                  <a16:creationId xmlns:a16="http://schemas.microsoft.com/office/drawing/2014/main" id="{69A93DDC-5B02-4F53-9C9A-0C1D66C1D076}"/>
                </a:ext>
              </a:extLst>
            </p:cNvPr>
            <p:cNvSpPr>
              <a:spLocks noGrp="1"/>
            </p:cNvSpPr>
            <p:nvPr/>
          </p:nvSpPr>
          <p:spPr>
            <a:xfrm>
              <a:off x="14257734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11" name="new_b__predict10_cell_247_hatch">
              <a:extLst>
                <a:ext uri="{FF2B5EF4-FFF2-40B4-BE49-F238E27FC236}">
                  <a16:creationId xmlns:a16="http://schemas.microsoft.com/office/drawing/2014/main" id="{5EEEEE69-D7C8-4259-8FB2-81E4F77E18B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267795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12" name="new_b__predict10_cell_248">
              <a:extLst>
                <a:ext uri="{FF2B5EF4-FFF2-40B4-BE49-F238E27FC236}">
                  <a16:creationId xmlns:a16="http://schemas.microsoft.com/office/drawing/2014/main" id="{8E71C132-4F53-47A6-A905-A335734294F5}"/>
                </a:ext>
              </a:extLst>
            </p:cNvPr>
            <p:cNvSpPr>
              <a:spLocks noGrp="1"/>
            </p:cNvSpPr>
            <p:nvPr/>
          </p:nvSpPr>
          <p:spPr>
            <a:xfrm>
              <a:off x="14335125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13" name="new_b__predict10_cell_248_hatch">
              <a:extLst>
                <a:ext uri="{FF2B5EF4-FFF2-40B4-BE49-F238E27FC236}">
                  <a16:creationId xmlns:a16="http://schemas.microsoft.com/office/drawing/2014/main" id="{9E5DB8E6-E453-4845-B902-FFAE2FE2F1B8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345186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14" name="new_b__predict10_cell_249">
              <a:extLst>
                <a:ext uri="{FF2B5EF4-FFF2-40B4-BE49-F238E27FC236}">
                  <a16:creationId xmlns:a16="http://schemas.microsoft.com/office/drawing/2014/main" id="{7AF4256F-2118-4FE8-B4E1-EB074526031B}"/>
                </a:ext>
              </a:extLst>
            </p:cNvPr>
            <p:cNvSpPr>
              <a:spLocks noGrp="1"/>
            </p:cNvSpPr>
            <p:nvPr/>
          </p:nvSpPr>
          <p:spPr>
            <a:xfrm>
              <a:off x="14412516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15" name="new_b__predict10_cell_249_hatch">
              <a:extLst>
                <a:ext uri="{FF2B5EF4-FFF2-40B4-BE49-F238E27FC236}">
                  <a16:creationId xmlns:a16="http://schemas.microsoft.com/office/drawing/2014/main" id="{3D00CB40-242A-4241-B2CE-22E11AE1D85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22576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16" name="new_b__predict10_cell_250">
              <a:extLst>
                <a:ext uri="{FF2B5EF4-FFF2-40B4-BE49-F238E27FC236}">
                  <a16:creationId xmlns:a16="http://schemas.microsoft.com/office/drawing/2014/main" id="{B08EE91F-634F-45DB-8B00-02AD27D2D478}"/>
                </a:ext>
              </a:extLst>
            </p:cNvPr>
            <p:cNvSpPr>
              <a:spLocks noGrp="1"/>
            </p:cNvSpPr>
            <p:nvPr/>
          </p:nvSpPr>
          <p:spPr>
            <a:xfrm>
              <a:off x="14489906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17" name="new_b__predict10_cell_250_hatch">
              <a:extLst>
                <a:ext uri="{FF2B5EF4-FFF2-40B4-BE49-F238E27FC236}">
                  <a16:creationId xmlns:a16="http://schemas.microsoft.com/office/drawing/2014/main" id="{CDD55F2C-7FBA-45E8-9F64-81768E3A1390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499967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18" name="new_b__predict10_cell_251">
              <a:extLst>
                <a:ext uri="{FF2B5EF4-FFF2-40B4-BE49-F238E27FC236}">
                  <a16:creationId xmlns:a16="http://schemas.microsoft.com/office/drawing/2014/main" id="{B59E2483-866C-489E-B1FC-07B7375ACA7F}"/>
                </a:ext>
              </a:extLst>
            </p:cNvPr>
            <p:cNvSpPr>
              <a:spLocks noGrp="1"/>
            </p:cNvSpPr>
            <p:nvPr/>
          </p:nvSpPr>
          <p:spPr>
            <a:xfrm>
              <a:off x="14567297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19" name="new_b__predict10_cell_251_hatch">
              <a:extLst>
                <a:ext uri="{FF2B5EF4-FFF2-40B4-BE49-F238E27FC236}">
                  <a16:creationId xmlns:a16="http://schemas.microsoft.com/office/drawing/2014/main" id="{791C1461-D036-46AE-B24C-C871E15C6EF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577358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20" name="new_b__predict10_cell_252">
              <a:extLst>
                <a:ext uri="{FF2B5EF4-FFF2-40B4-BE49-F238E27FC236}">
                  <a16:creationId xmlns:a16="http://schemas.microsoft.com/office/drawing/2014/main" id="{7D2BD08F-FE2B-42A2-B5E6-E15C523C1727}"/>
                </a:ext>
              </a:extLst>
            </p:cNvPr>
            <p:cNvSpPr>
              <a:spLocks noGrp="1"/>
            </p:cNvSpPr>
            <p:nvPr/>
          </p:nvSpPr>
          <p:spPr>
            <a:xfrm>
              <a:off x="14644688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21" name="new_b__predict10_cell_252_hatch">
              <a:extLst>
                <a:ext uri="{FF2B5EF4-FFF2-40B4-BE49-F238E27FC236}">
                  <a16:creationId xmlns:a16="http://schemas.microsoft.com/office/drawing/2014/main" id="{CF1AF236-E665-4CC5-89C2-1006C5808313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654748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22" name="new_b__predict10_cell_253">
              <a:extLst>
                <a:ext uri="{FF2B5EF4-FFF2-40B4-BE49-F238E27FC236}">
                  <a16:creationId xmlns:a16="http://schemas.microsoft.com/office/drawing/2014/main" id="{ED8AA8F0-545A-47D8-A5D6-3A63D89B75CB}"/>
                </a:ext>
              </a:extLst>
            </p:cNvPr>
            <p:cNvSpPr>
              <a:spLocks noGrp="1"/>
            </p:cNvSpPr>
            <p:nvPr/>
          </p:nvSpPr>
          <p:spPr>
            <a:xfrm>
              <a:off x="14722078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23" name="new_b__predict10_cell_253_hatch">
              <a:extLst>
                <a:ext uri="{FF2B5EF4-FFF2-40B4-BE49-F238E27FC236}">
                  <a16:creationId xmlns:a16="http://schemas.microsoft.com/office/drawing/2014/main" id="{8669EC2D-43FA-41E2-B24F-DFE472249EC9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732139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24" name="new_b__predict10_cell_254">
              <a:extLst>
                <a:ext uri="{FF2B5EF4-FFF2-40B4-BE49-F238E27FC236}">
                  <a16:creationId xmlns:a16="http://schemas.microsoft.com/office/drawing/2014/main" id="{324AE316-CD24-4512-932A-F377B8966D07}"/>
                </a:ext>
              </a:extLst>
            </p:cNvPr>
            <p:cNvSpPr>
              <a:spLocks noGrp="1"/>
            </p:cNvSpPr>
            <p:nvPr/>
          </p:nvSpPr>
          <p:spPr>
            <a:xfrm>
              <a:off x="14799469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25" name="new_b__predict10_cell_254_hatch">
              <a:extLst>
                <a:ext uri="{FF2B5EF4-FFF2-40B4-BE49-F238E27FC236}">
                  <a16:creationId xmlns:a16="http://schemas.microsoft.com/office/drawing/2014/main" id="{A38DF88A-D9E3-4835-BF9E-6F91AEB3F22A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09530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26" name="new_b__predict10_cell_255">
              <a:extLst>
                <a:ext uri="{FF2B5EF4-FFF2-40B4-BE49-F238E27FC236}">
                  <a16:creationId xmlns:a16="http://schemas.microsoft.com/office/drawing/2014/main" id="{285E0975-F9F8-4EA7-A1C4-36AD6105310A}"/>
                </a:ext>
              </a:extLst>
            </p:cNvPr>
            <p:cNvSpPr>
              <a:spLocks noGrp="1"/>
            </p:cNvSpPr>
            <p:nvPr/>
          </p:nvSpPr>
          <p:spPr>
            <a:xfrm>
              <a:off x="14876859" y="7142559"/>
              <a:ext cx="77391" cy="77391"/>
            </a:xfrm>
            <a:prstGeom prst="rect">
              <a:avLst/>
            </a:prstGeom>
            <a:solidFill>
              <a:srgbClr val="FFF1CC"/>
            </a:solidFill>
            <a:ln w="4286">
              <a:solidFill>
                <a:srgbClr val="E9931D"/>
              </a:solidFill>
              <a:prstDash val="solid"/>
            </a:ln>
          </p:spPr>
        </p:sp>
        <p:sp>
          <p:nvSpPr>
            <p:cNvPr id="3327" name="new_b__predict10_cell_255_hatch">
              <a:extLst>
                <a:ext uri="{FF2B5EF4-FFF2-40B4-BE49-F238E27FC236}">
                  <a16:creationId xmlns:a16="http://schemas.microsoft.com/office/drawing/2014/main" id="{24BA0594-ECC7-4F2A-9AD0-253B29FF6F4B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4886920" y="7152620"/>
              <a:ext cx="57269" cy="57269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28" name="new_b__scale10_counts">
              <a:extLst>
                <a:ext uri="{FF2B5EF4-FFF2-40B4-BE49-F238E27FC236}">
                  <a16:creationId xmlns:a16="http://schemas.microsoft.com/office/drawing/2014/main" id="{58919895-1337-402D-B0F7-82B10F62DA14}"/>
                </a:ext>
              </a:extLst>
            </p:cNvPr>
            <p:cNvSpPr>
              <a:spLocks noGrp="1"/>
            </p:cNvSpPr>
            <p:nvPr/>
          </p:nvSpPr>
          <p:spPr>
            <a:xfrm>
              <a:off x="13592175" y="7286625"/>
              <a:ext cx="1485900" cy="342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ctr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ctr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16 × 16 = 256</a:t>
              </a:r>
            </a:p>
            <a:p>
              <a:pPr algn="ctr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(all predicted)</a:t>
              </a:r>
            </a:p>
          </p:txBody>
        </p:sp>
        <p:sp>
          <p:nvSpPr>
            <p:cNvPr id="3329" name="new_b__legend_card">
              <a:extLst>
                <a:ext uri="{FF2B5EF4-FFF2-40B4-BE49-F238E27FC236}">
                  <a16:creationId xmlns:a16="http://schemas.microsoft.com/office/drawing/2014/main" id="{4034E353-D515-4E51-9B4C-3BD36684601F}"/>
                </a:ext>
              </a:extLst>
            </p:cNvPr>
            <p:cNvSpPr>
              <a:spLocks noGrp="1"/>
            </p:cNvSpPr>
            <p:nvPr/>
          </p:nvSpPr>
          <p:spPr>
            <a:xfrm>
              <a:off x="15240000" y="6000750"/>
              <a:ext cx="1428750" cy="1209675"/>
            </a:xfrm>
            <a:prstGeom prst="roundRect">
              <a:avLst>
                <a:gd name="adj" fmla="val 3150"/>
              </a:avLst>
            </a:prstGeom>
            <a:solidFill>
              <a:srgbClr val="FFFFFF"/>
            </a:solidFill>
            <a:ln w="7620">
              <a:solidFill>
                <a:srgbClr val="9EB5CA"/>
              </a:solidFill>
              <a:prstDash val="solid"/>
            </a:ln>
          </p:spPr>
        </p:sp>
        <p:sp>
          <p:nvSpPr>
            <p:cNvPr id="3330" name="new_b__legend_decoded_swatch">
              <a:extLst>
                <a:ext uri="{FF2B5EF4-FFF2-40B4-BE49-F238E27FC236}">
                  <a16:creationId xmlns:a16="http://schemas.microsoft.com/office/drawing/2014/main" id="{C67B0A08-5989-4959-AB0D-F5AF197BE7EC}"/>
                </a:ext>
              </a:extLst>
            </p:cNvPr>
            <p:cNvSpPr>
              <a:spLocks noGrp="1"/>
            </p:cNvSpPr>
            <p:nvPr/>
          </p:nvSpPr>
          <p:spPr>
            <a:xfrm>
              <a:off x="15335250" y="6172200"/>
              <a:ext cx="228600" cy="228600"/>
            </a:xfrm>
            <a:prstGeom prst="rect">
              <a:avLst/>
            </a:prstGeom>
            <a:solidFill>
              <a:srgbClr val="B9DFFD"/>
            </a:solidFill>
            <a:ln w="6668">
              <a:solidFill>
                <a:srgbClr val="2C6BB0"/>
              </a:solidFill>
              <a:prstDash val="solid"/>
            </a:ln>
          </p:spPr>
        </p:sp>
        <p:sp>
          <p:nvSpPr>
            <p:cNvPr id="3331" name="new_b__legend_decoded_label">
              <a:extLst>
                <a:ext uri="{FF2B5EF4-FFF2-40B4-BE49-F238E27FC236}">
                  <a16:creationId xmlns:a16="http://schemas.microsoft.com/office/drawing/2014/main" id="{C4F7E328-9C1F-4638-80DD-73BD884FEF41}"/>
                </a:ext>
              </a:extLst>
            </p:cNvPr>
            <p:cNvSpPr>
              <a:spLocks noGrp="1"/>
            </p:cNvSpPr>
            <p:nvPr/>
          </p:nvSpPr>
          <p:spPr>
            <a:xfrm>
              <a:off x="15630525" y="6115050"/>
              <a:ext cx="95250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Decoded</a:t>
              </a:r>
            </a:p>
            <a:p>
              <a:pPr algn="l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token</a:t>
              </a:r>
            </a:p>
          </p:txBody>
        </p:sp>
        <p:sp>
          <p:nvSpPr>
            <p:cNvPr id="3332" name="new_b__legend_predicted_swatch">
              <a:extLst>
                <a:ext uri="{FF2B5EF4-FFF2-40B4-BE49-F238E27FC236}">
                  <a16:creationId xmlns:a16="http://schemas.microsoft.com/office/drawing/2014/main" id="{F85781B6-2163-4157-A8F1-83CC740C3D81}"/>
                </a:ext>
              </a:extLst>
            </p:cNvPr>
            <p:cNvSpPr>
              <a:spLocks noGrp="1"/>
            </p:cNvSpPr>
            <p:nvPr/>
          </p:nvSpPr>
          <p:spPr>
            <a:xfrm>
              <a:off x="15335250" y="6762750"/>
              <a:ext cx="228600" cy="228600"/>
            </a:xfrm>
            <a:prstGeom prst="rect">
              <a:avLst/>
            </a:prstGeom>
            <a:solidFill>
              <a:srgbClr val="FFF1CC"/>
            </a:solidFill>
            <a:ln w="6668">
              <a:solidFill>
                <a:srgbClr val="E9931D"/>
              </a:solidFill>
              <a:prstDash val="solid"/>
            </a:ln>
          </p:spPr>
        </p:sp>
        <p:sp>
          <p:nvSpPr>
            <p:cNvPr id="3333" name="new_b__legend_predicted_swatch_hatch">
              <a:extLst>
                <a:ext uri="{FF2B5EF4-FFF2-40B4-BE49-F238E27FC236}">
                  <a16:creationId xmlns:a16="http://schemas.microsoft.com/office/drawing/2014/main" id="{2D759ACA-FF70-4499-981D-A34987C8A732}"/>
                </a:ext>
              </a:extLst>
            </p:cNvPr>
            <p:cNvSpPr>
              <a:spLocks noGrp="1"/>
            </p:cNvSpPr>
            <p:nvPr/>
          </p:nvSpPr>
          <p:spPr>
            <a:xfrm flipV="1">
              <a:off x="15364968" y="6792468"/>
              <a:ext cx="169164" cy="169164"/>
            </a:xfrm>
            <a:prstGeom prst="line">
              <a:avLst/>
            </a:prstGeom>
            <a:noFill/>
            <a:ln w="4572">
              <a:solidFill>
                <a:srgbClr val="E9931D"/>
              </a:solidFill>
              <a:prstDash val="solid"/>
            </a:ln>
          </p:spPr>
        </p:sp>
        <p:sp>
          <p:nvSpPr>
            <p:cNvPr id="3334" name="new_b__legend_predicted_label">
              <a:extLst>
                <a:ext uri="{FF2B5EF4-FFF2-40B4-BE49-F238E27FC236}">
                  <a16:creationId xmlns:a16="http://schemas.microsoft.com/office/drawing/2014/main" id="{2C51CB9E-6963-43BE-BE06-20B671DE4FC7}"/>
                </a:ext>
              </a:extLst>
            </p:cNvPr>
            <p:cNvSpPr>
              <a:spLocks noGrp="1"/>
            </p:cNvSpPr>
            <p:nvPr/>
          </p:nvSpPr>
          <p:spPr>
            <a:xfrm>
              <a:off x="15630525" y="6705600"/>
              <a:ext cx="952500" cy="361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none" lIns="0" tIns="0" rIns="0" bIns="0" anchor="ctr">
              <a:noAutofit/>
            </a:bodyPr>
            <a:lstStyle>
              <a:def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defPPr>
              <a:lvl1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1pPr>
              <a:lvl2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2pPr>
              <a:lvl3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3pPr>
              <a:lvl4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4pPr>
              <a:lvl5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5pPr>
              <a:lvl6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6pPr>
              <a:lvl7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7pPr>
              <a:lvl8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8pPr>
              <a:lvl9pPr algn="l"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lvl9pPr>
            </a:lstStyle>
            <a:p>
              <a:pPr algn="l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Predicted</a:t>
              </a:r>
            </a:p>
            <a:p>
              <a:pPr algn="l">
                <a:lnSpc>
                  <a:spcPct val="100000"/>
                </a:lnSpc>
                <a:buNone/>
                <a:def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63" b="0" i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token</a:t>
              </a:r>
            </a:p>
          </p:txBody>
        </p:sp>
      </p:grpSp>
      <p:sp>
        <p:nvSpPr>
          <p:cNvPr id="2007" name="new_policy__endpoint_control_6">
            <a:extLst>
              <a:ext uri="{FF2B5EF4-FFF2-40B4-BE49-F238E27FC236}">
                <a16:creationId xmlns:a16="http://schemas.microsoft.com/office/drawing/2014/main" id="{74016EB2-4640-439F-8C78-05B34EBBFCFB}"/>
              </a:ext>
            </a:extLst>
          </p:cNvPr>
          <p:cNvSpPr>
            <a:spLocks noGrp="1"/>
          </p:cNvSpPr>
          <p:nvPr/>
        </p:nvSpPr>
        <p:spPr>
          <a:xfrm>
            <a:off x="4495800" y="914400"/>
            <a:ext cx="161925" cy="638175"/>
          </a:xfrm>
          <a:custGeom>
            <a:pathLst>
              <a:path w="161925" h="638175">
                <a:moveTo>
                  <a:pt x="161925" y="0"/>
                </a:moveTo>
                <a:lnTo>
                  <a:pt x="0" y="0"/>
                </a:lnTo>
                <a:lnTo>
                  <a:pt x="0" y="638175"/>
                </a:lnTo>
              </a:path>
            </a:pathLst>
          </a:custGeom>
          <a:noFill/>
          <a:ln w="12383">
            <a:solidFill>
              <a:srgbClr val="35454C"/>
            </a:solidFill>
            <a:prstDash val="dash"/>
          </a:ln>
        </p:spPr>
      </p:sp>
      <p:sp>
        <p:nvSpPr>
          <p:cNvPr id="2008" name="new_policy__endpoint_control_head_7">
            <a:extLst>
              <a:ext uri="{FF2B5EF4-FFF2-40B4-BE49-F238E27FC236}">
                <a16:creationId xmlns:a16="http://schemas.microsoft.com/office/drawing/2014/main" id="{949B6D8C-C057-41D9-AE82-624FA7B1BF0A}"/>
              </a:ext>
            </a:extLst>
          </p:cNvPr>
          <p:cNvSpPr>
            <a:spLocks noGrp="1"/>
          </p:cNvSpPr>
          <p:nvPr/>
        </p:nvSpPr>
        <p:spPr>
          <a:xfrm>
            <a:off x="4467225" y="1495425"/>
            <a:ext cx="57150" cy="57150"/>
          </a:xfrm>
          <a:custGeom>
            <a:pathLst>
              <a:path w="57150" h="57150">
                <a:moveTo>
                  <a:pt x="28575" y="57150"/>
                </a:moveTo>
                <a:lnTo>
                  <a:pt x="57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35454C"/>
          </a:solidFill>
          <a:ln w="1905">
            <a:solidFill>
              <a:srgbClr val="35454C"/>
            </a:solidFill>
          </a:ln>
        </p:spPr>
      </p:sp>
      <p:sp>
        <p:nvSpPr>
          <p:cNvPr id="2010" name="new_policy__mcs_control_9">
            <a:extLst>
              <a:ext uri="{FF2B5EF4-FFF2-40B4-BE49-F238E27FC236}">
                <a16:creationId xmlns:a16="http://schemas.microsoft.com/office/drawing/2014/main" id="{0A674DE6-ECDB-46E9-ACC8-1CE7309BF9F1}"/>
              </a:ext>
            </a:extLst>
          </p:cNvPr>
          <p:cNvSpPr>
            <a:spLocks noGrp="1"/>
          </p:cNvSpPr>
          <p:nvPr/>
        </p:nvSpPr>
        <p:spPr>
          <a:xfrm>
            <a:off x="8324850" y="914400"/>
            <a:ext cx="981075" cy="962025"/>
          </a:xfrm>
          <a:custGeom>
            <a:pathLst>
              <a:path w="981075" h="962025">
                <a:moveTo>
                  <a:pt x="0" y="0"/>
                </a:moveTo>
                <a:lnTo>
                  <a:pt x="981075" y="0"/>
                </a:lnTo>
                <a:lnTo>
                  <a:pt x="981075" y="962025"/>
                </a:lnTo>
              </a:path>
            </a:pathLst>
          </a:custGeom>
          <a:noFill/>
          <a:ln w="12383">
            <a:solidFill>
              <a:srgbClr val="35454C"/>
            </a:solidFill>
            <a:prstDash val="dash"/>
          </a:ln>
        </p:spPr>
      </p:sp>
      <p:sp>
        <p:nvSpPr>
          <p:cNvPr id="2011" name="new_policy__mcs_control_head_10">
            <a:extLst>
              <a:ext uri="{FF2B5EF4-FFF2-40B4-BE49-F238E27FC236}">
                <a16:creationId xmlns:a16="http://schemas.microsoft.com/office/drawing/2014/main" id="{819B14A1-5FAC-46D6-98F4-AB41134B4952}"/>
              </a:ext>
            </a:extLst>
          </p:cNvPr>
          <p:cNvSpPr>
            <a:spLocks noGrp="1"/>
          </p:cNvSpPr>
          <p:nvPr/>
        </p:nvSpPr>
        <p:spPr>
          <a:xfrm>
            <a:off x="9277350" y="1819275"/>
            <a:ext cx="57150" cy="57150"/>
          </a:xfrm>
          <a:custGeom>
            <a:pathLst>
              <a:path w="57150" h="57150">
                <a:moveTo>
                  <a:pt x="28575" y="57150"/>
                </a:moveTo>
                <a:lnTo>
                  <a:pt x="57150" y="0"/>
                </a:lnTo>
                <a:lnTo>
                  <a:pt x="0" y="0"/>
                </a:lnTo>
                <a:close/>
              </a:path>
            </a:pathLst>
          </a:custGeom>
          <a:solidFill>
            <a:srgbClr val="35454C"/>
          </a:solidFill>
          <a:ln w="1905">
            <a:solidFill>
              <a:srgbClr val="35454C"/>
            </a:solidFill>
          </a:ln>
        </p:spPr>
      </p:sp>
      <p:sp>
        <p:nvSpPr>
          <p:cNvPr id="2030" name="new_prefix__to_encoder_28">
            <a:extLst>
              <a:ext uri="{FF2B5EF4-FFF2-40B4-BE49-F238E27FC236}">
                <a16:creationId xmlns:a16="http://schemas.microsoft.com/office/drawing/2014/main" id="{5A17D33B-4E3B-4F7D-A68C-7895BFA5BD46}"/>
              </a:ext>
            </a:extLst>
          </p:cNvPr>
          <p:cNvSpPr>
            <a:spLocks noGrp="1"/>
          </p:cNvSpPr>
          <p:nvPr/>
        </p:nvSpPr>
        <p:spPr>
          <a:xfrm>
            <a:off x="5657850" y="2276475"/>
            <a:ext cx="247650" cy="953"/>
          </a:xfrm>
          <a:custGeom>
            <a:pathLst>
              <a:path w="247650" h="953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2383">
            <a:solidFill>
              <a:srgbClr val="080C0E"/>
            </a:solidFill>
            <a:prstDash val="solid"/>
          </a:ln>
        </p:spPr>
      </p:sp>
      <p:sp>
        <p:nvSpPr>
          <p:cNvPr id="2031" name="new_prefix__to_encoder_head_29">
            <a:extLst>
              <a:ext uri="{FF2B5EF4-FFF2-40B4-BE49-F238E27FC236}">
                <a16:creationId xmlns:a16="http://schemas.microsoft.com/office/drawing/2014/main" id="{7BFC7E6B-55C1-490B-8D37-046D989E0D25}"/>
              </a:ext>
            </a:extLst>
          </p:cNvPr>
          <p:cNvSpPr>
            <a:spLocks noGrp="1"/>
          </p:cNvSpPr>
          <p:nvPr/>
        </p:nvSpPr>
        <p:spPr>
          <a:xfrm>
            <a:off x="5848350" y="2247900"/>
            <a:ext cx="57150" cy="57150"/>
          </a:xfrm>
          <a:custGeom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>
            <a:srgbClr val="080C0E"/>
          </a:solidFill>
          <a:ln w="1905">
            <a:solidFill>
              <a:srgbClr val="080C0E"/>
            </a:solidFill>
          </a:ln>
        </p:spPr>
      </p:sp>
      <p:sp>
        <p:nvSpPr>
          <p:cNvPr id="2032" name="new_prefix__length_feedback_30">
            <a:extLst>
              <a:ext uri="{FF2B5EF4-FFF2-40B4-BE49-F238E27FC236}">
                <a16:creationId xmlns:a16="http://schemas.microsoft.com/office/drawing/2014/main" id="{5C041763-380F-43B4-9CAF-086510CA4421}"/>
              </a:ext>
            </a:extLst>
          </p:cNvPr>
          <p:cNvSpPr>
            <a:spLocks noGrp="1"/>
          </p:cNvSpPr>
          <p:nvPr/>
        </p:nvSpPr>
        <p:spPr>
          <a:xfrm>
            <a:off x="5600700" y="2419350"/>
            <a:ext cx="304800" cy="514350"/>
          </a:xfrm>
          <a:custGeom>
            <a:pathLst>
              <a:path w="304800" h="514350">
                <a:moveTo>
                  <a:pt x="304800" y="0"/>
                </a:moveTo>
                <a:lnTo>
                  <a:pt x="133350" y="0"/>
                </a:lnTo>
                <a:lnTo>
                  <a:pt x="133350" y="514350"/>
                </a:lnTo>
                <a:lnTo>
                  <a:pt x="0" y="514350"/>
                </a:lnTo>
              </a:path>
            </a:pathLst>
          </a:custGeom>
          <a:noFill/>
          <a:ln w="12383">
            <a:solidFill>
              <a:srgbClr val="AE721B"/>
            </a:solidFill>
            <a:prstDash val="dash"/>
          </a:ln>
        </p:spPr>
      </p:sp>
      <p:sp>
        <p:nvSpPr>
          <p:cNvPr id="2033" name="new_prefix__length_feedback_head_31">
            <a:extLst>
              <a:ext uri="{FF2B5EF4-FFF2-40B4-BE49-F238E27FC236}">
                <a16:creationId xmlns:a16="http://schemas.microsoft.com/office/drawing/2014/main" id="{0F1C0FE3-84E5-407B-9447-B582825512C1}"/>
              </a:ext>
            </a:extLst>
          </p:cNvPr>
          <p:cNvSpPr>
            <a:spLocks noGrp="1"/>
          </p:cNvSpPr>
          <p:nvPr/>
        </p:nvSpPr>
        <p:spPr>
          <a:xfrm>
            <a:off x="5600700" y="2905125"/>
            <a:ext cx="57150" cy="57150"/>
          </a:xfrm>
          <a:custGeom>
            <a:pathLst>
              <a:path w="57150" h="57150">
                <a:moveTo>
                  <a:pt x="0" y="28575"/>
                </a:moveTo>
                <a:lnTo>
                  <a:pt x="57150" y="57150"/>
                </a:lnTo>
                <a:lnTo>
                  <a:pt x="57150" y="0"/>
                </a:lnTo>
                <a:close/>
              </a:path>
            </a:pathLst>
          </a:custGeom>
          <a:solidFill>
            <a:srgbClr val="AE721B"/>
          </a:solidFill>
          <a:ln w="1905">
            <a:solidFill>
              <a:srgbClr val="AE721B"/>
            </a:solidFill>
          </a:ln>
        </p:spPr>
      </p:sp>
      <p:sp>
        <p:nvSpPr>
          <p:cNvPr id="2034" name="new_prefix__actual_header_32">
            <a:extLst>
              <a:ext uri="{FF2B5EF4-FFF2-40B4-BE49-F238E27FC236}">
                <a16:creationId xmlns:a16="http://schemas.microsoft.com/office/drawing/2014/main" id="{9BFBE771-715B-4E78-80AB-7AE5737C268A}"/>
              </a:ext>
            </a:extLst>
          </p:cNvPr>
          <p:cNvSpPr>
            <a:spLocks noGrp="1"/>
          </p:cNvSpPr>
          <p:nvPr/>
        </p:nvSpPr>
        <p:spPr>
          <a:xfrm>
            <a:off x="5657850" y="3457575"/>
            <a:ext cx="295275" cy="171450"/>
          </a:xfrm>
          <a:custGeom>
            <a:pathLst>
              <a:path w="295275" h="171450">
                <a:moveTo>
                  <a:pt x="0" y="171450"/>
                </a:moveTo>
                <a:lnTo>
                  <a:pt x="104775" y="171450"/>
                </a:lnTo>
                <a:lnTo>
                  <a:pt x="104775" y="0"/>
                </a:lnTo>
                <a:lnTo>
                  <a:pt x="295275" y="0"/>
                </a:lnTo>
              </a:path>
            </a:pathLst>
          </a:custGeom>
          <a:noFill/>
          <a:ln w="12383">
            <a:solidFill>
              <a:srgbClr val="AE721B"/>
            </a:solidFill>
            <a:prstDash val="dash"/>
          </a:ln>
        </p:spPr>
      </p:sp>
      <p:sp>
        <p:nvSpPr>
          <p:cNvPr id="2035" name="new_prefix__actual_header_head_33">
            <a:extLst>
              <a:ext uri="{FF2B5EF4-FFF2-40B4-BE49-F238E27FC236}">
                <a16:creationId xmlns:a16="http://schemas.microsoft.com/office/drawing/2014/main" id="{DE73D405-6B88-4B0F-B570-34C7C033F24E}"/>
              </a:ext>
            </a:extLst>
          </p:cNvPr>
          <p:cNvSpPr>
            <a:spLocks noGrp="1"/>
          </p:cNvSpPr>
          <p:nvPr/>
        </p:nvSpPr>
        <p:spPr>
          <a:xfrm>
            <a:off x="5895975" y="3429000"/>
            <a:ext cx="57150" cy="57150"/>
          </a:xfrm>
          <a:custGeom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>
            <a:srgbClr val="AE721B"/>
          </a:solidFill>
          <a:ln w="1905">
            <a:solidFill>
              <a:srgbClr val="AE721B"/>
            </a:solidFill>
          </a:ln>
        </p:spPr>
      </p:sp>
    </p:spTree>
    <p:extLst>
      <p:ext uri="{BB962C8B-B14F-4D97-AF65-F5344CB8AC3E}">
        <p14:creationId xmlns:p14="http://schemas.microsoft.com/office/powerpoint/2010/main" val="2083936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DocSecurity>0</DocSecurity>
  <PresentationFormat>自定义</PresentationFormat>
  <Paragraphs>142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Aptos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露 刘</cp:lastModifiedBy>
  <cp:revision>1</cp:revision>
  <dcterms:created xsi:type="dcterms:W3CDTF">2026-10-09T06:01:31Z</dcterms:created>
  <dcterms:modified xsi:type="dcterms:W3CDTF">2026-10-09T06:05:52Z</dcterms:modified>
</cp:coreProperties>
</file>